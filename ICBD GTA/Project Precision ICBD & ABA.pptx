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2" r:id="rId4"/>
    <p:sldMasterId id="2147483952" r:id="rId5"/>
    <p:sldMasterId id="2147483985" r:id="rId6"/>
  </p:sldMasterIdLst>
  <p:notesMasterIdLst>
    <p:notesMasterId r:id="rId29"/>
  </p:notesMasterIdLst>
  <p:handoutMasterIdLst>
    <p:handoutMasterId r:id="rId30"/>
  </p:handoutMasterIdLst>
  <p:sldIdLst>
    <p:sldId id="2147481006" r:id="rId7"/>
    <p:sldId id="2147481929" r:id="rId8"/>
    <p:sldId id="2147481813" r:id="rId9"/>
    <p:sldId id="2147481934" r:id="rId10"/>
    <p:sldId id="2147481810" r:id="rId11"/>
    <p:sldId id="16766237" r:id="rId12"/>
    <p:sldId id="2147481935" r:id="rId13"/>
    <p:sldId id="2147481936" r:id="rId14"/>
    <p:sldId id="2147481937" r:id="rId15"/>
    <p:sldId id="2147481808" r:id="rId16"/>
    <p:sldId id="2147481809" r:id="rId17"/>
    <p:sldId id="2147481927" r:id="rId18"/>
    <p:sldId id="2147481798" r:id="rId19"/>
    <p:sldId id="2147481930" r:id="rId20"/>
    <p:sldId id="2147481928" r:id="rId21"/>
    <p:sldId id="2147481925" r:id="rId22"/>
    <p:sldId id="2147481921" r:id="rId23"/>
    <p:sldId id="2147481923" r:id="rId24"/>
    <p:sldId id="2147481918" r:id="rId25"/>
    <p:sldId id="2147481811" r:id="rId26"/>
    <p:sldId id="2147481920" r:id="rId27"/>
    <p:sldId id="2147481922" r:id="rId28"/>
  </p:sldIdLst>
  <p:sldSz cx="12192000" cy="6858000"/>
  <p:notesSz cx="6858000" cy="9144000"/>
  <p:custDataLst>
    <p:tags r:id="rId31"/>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4200" userDrawn="1">
          <p15:clr>
            <a:srgbClr val="A4A3A4"/>
          </p15:clr>
        </p15:guide>
        <p15:guide id="7" pos="364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23C265-212C-757E-D84A-040BC582FC86}" name="Sujata Sar" initials="SS" userId="S::sujata.sar@sigmasoft.ai::8e1266b6-268f-468a-bfce-8d2fc8ec1b6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eckmann, Ellen" initials="BE" lastIdx="23" clrIdx="0">
    <p:extLst>
      <p:ext uri="{19B8F6BF-5375-455C-9EA6-DF929625EA0E}">
        <p15:presenceInfo xmlns:p15="http://schemas.microsoft.com/office/powerpoint/2012/main" userId="S::ellen.beckmann@capgemini.com::cdc63798-75f6-4931-a160-f4abfedff669" providerId="AD"/>
      </p:ext>
    </p:extLst>
  </p:cmAuthor>
  <p:cmAuthor id="2" name="Naidu, Roneel" initials="NR" lastIdx="3" clrIdx="1">
    <p:extLst>
      <p:ext uri="{19B8F6BF-5375-455C-9EA6-DF929625EA0E}">
        <p15:presenceInfo xmlns:p15="http://schemas.microsoft.com/office/powerpoint/2012/main" userId="S::roneel.naidu@capgemini.com::65ede2e9-bc0a-48a2-8bd8-13ad10c03e8f" providerId="AD"/>
      </p:ext>
    </p:extLst>
  </p:cmAuthor>
  <p:cmAuthor id="3" name="King, Johnny" initials="KJ" lastIdx="44" clrIdx="2">
    <p:extLst>
      <p:ext uri="{19B8F6BF-5375-455C-9EA6-DF929625EA0E}">
        <p15:presenceInfo xmlns:p15="http://schemas.microsoft.com/office/powerpoint/2012/main" userId="S::johnny.king@capgemini.com::baf7caf8-7cbd-4377-89ba-67f9a751dd9a" providerId="AD"/>
      </p:ext>
    </p:extLst>
  </p:cmAuthor>
  <p:cmAuthor id="4" name="Patel, Shaileen G" initials="PSG" lastIdx="1" clrIdx="3">
    <p:extLst>
      <p:ext uri="{19B8F6BF-5375-455C-9EA6-DF929625EA0E}">
        <p15:presenceInfo xmlns:p15="http://schemas.microsoft.com/office/powerpoint/2012/main" userId="S::shaileen.patel@capgemini.com::f6363ded-702e-40e2-9344-39234087b829" providerId="AD"/>
      </p:ext>
    </p:extLst>
  </p:cmAuthor>
  <p:cmAuthor id="5" name="White, Jessica" initials="WJ" lastIdx="34" clrIdx="4">
    <p:extLst>
      <p:ext uri="{19B8F6BF-5375-455C-9EA6-DF929625EA0E}">
        <p15:presenceInfo xmlns:p15="http://schemas.microsoft.com/office/powerpoint/2012/main" userId="S::jessica.white@capgemini.com::e5dd17ea-f18b-484e-bffe-48143e57383f" providerId="AD"/>
      </p:ext>
    </p:extLst>
  </p:cmAuthor>
  <p:cmAuthor id="6" name="Brown, Alan S" initials="BS" lastIdx="1" clrIdx="5">
    <p:extLst>
      <p:ext uri="{19B8F6BF-5375-455C-9EA6-DF929625EA0E}">
        <p15:presenceInfo xmlns:p15="http://schemas.microsoft.com/office/powerpoint/2012/main" userId="S::alan.a.brown@capgemini.com::5bdf4489-02fa-4f6c-830c-4bab717bb8ab" providerId="AD"/>
      </p:ext>
    </p:extLst>
  </p:cmAuthor>
  <p:cmAuthor id="7" name="Francis, Matthew Landon" initials="FL" lastIdx="1" clrIdx="6">
    <p:extLst>
      <p:ext uri="{19B8F6BF-5375-455C-9EA6-DF929625EA0E}">
        <p15:presenceInfo xmlns:p15="http://schemas.microsoft.com/office/powerpoint/2012/main" userId="S::matthew.francis@capgemini.com::69c7b65e-47db-4723-93ab-d4f7201fc949" providerId="AD"/>
      </p:ext>
    </p:extLst>
  </p:cmAuthor>
  <p:cmAuthor id="8" name="Greaves, Robert W" initials="GW" lastIdx="2" clrIdx="7">
    <p:extLst>
      <p:ext uri="{19B8F6BF-5375-455C-9EA6-DF929625EA0E}">
        <p15:presenceInfo xmlns:p15="http://schemas.microsoft.com/office/powerpoint/2012/main" userId="S::robert.greaves@capgemini.com::2e21d736-c04d-47bb-8c0c-0f896675dc01" providerId="AD"/>
      </p:ext>
    </p:extLst>
  </p:cmAuthor>
  <p:cmAuthor id="9" name="Nagarajachar, Shashibhushan" initials="NS" lastIdx="28" clrIdx="8">
    <p:extLst>
      <p:ext uri="{19B8F6BF-5375-455C-9EA6-DF929625EA0E}">
        <p15:presenceInfo xmlns:p15="http://schemas.microsoft.com/office/powerpoint/2012/main" userId="S::shashibhushan.nagarajachar@capgemini.com::95e778db-3765-4395-99f6-38e540682a6b" providerId="AD"/>
      </p:ext>
    </p:extLst>
  </p:cmAuthor>
  <p:cmAuthor id="10" name="Donlan, Bill" initials="DB" lastIdx="17" clrIdx="9">
    <p:extLst>
      <p:ext uri="{19B8F6BF-5375-455C-9EA6-DF929625EA0E}">
        <p15:presenceInfo xmlns:p15="http://schemas.microsoft.com/office/powerpoint/2012/main" userId="S::bill.donlan@capgemini.com::90594d2b-975d-4dbc-87d2-ff85a3c02a2a" providerId="AD"/>
      </p:ext>
    </p:extLst>
  </p:cmAuthor>
  <p:cmAuthor id="11" name="George, Xavier" initials="GX" lastIdx="55" clrIdx="10">
    <p:extLst>
      <p:ext uri="{19B8F6BF-5375-455C-9EA6-DF929625EA0E}">
        <p15:presenceInfo xmlns:p15="http://schemas.microsoft.com/office/powerpoint/2012/main" userId="S::xavier.george@capgemini.com::5ae00e16-6bd0-4e04-8247-be134ed5a581" providerId="AD"/>
      </p:ext>
    </p:extLst>
  </p:cmAuthor>
  <p:cmAuthor id="12" name="Hariharan, Priya" initials="HP" lastIdx="11" clrIdx="11">
    <p:extLst>
      <p:ext uri="{19B8F6BF-5375-455C-9EA6-DF929625EA0E}">
        <p15:presenceInfo xmlns:p15="http://schemas.microsoft.com/office/powerpoint/2012/main" userId="S::priya.hariharan@capgemini.com::89941f4d-688f-4259-bcd0-905bd43b7d55" providerId="AD"/>
      </p:ext>
    </p:extLst>
  </p:cmAuthor>
  <p:cmAuthor id="13" name="Vengat Rajan" initials="VR" lastIdx="2" clrIdx="12">
    <p:extLst>
      <p:ext uri="{19B8F6BF-5375-455C-9EA6-DF929625EA0E}">
        <p15:presenceInfo xmlns:p15="http://schemas.microsoft.com/office/powerpoint/2012/main" userId="S::vengat.rajan@sigmasoft.ai::56a4de21-f551-460d-b8a0-d7abd80e5b8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BBF5"/>
    <a:srgbClr val="93BBD3"/>
    <a:srgbClr val="44C4A1"/>
    <a:srgbClr val="B7E1F2"/>
    <a:srgbClr val="EFBF27"/>
    <a:srgbClr val="FFFFFF"/>
    <a:srgbClr val="9A46A6"/>
    <a:srgbClr val="F75441"/>
    <a:srgbClr val="FD9F6B"/>
    <a:srgbClr val="E07C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700048-EC97-795F-1276-F79E2D7E7BA4}" v="1193" dt="2025-10-22T09:38:00.100"/>
    <p1510:client id="{E7AAE331-2FCE-4FB6-7DEA-C5DD759241CC}" v="294" dt="2025-10-22T08:51:54.943"/>
    <p1510:client id="{FB0157CF-C489-38E8-A6FE-0350E9C9C6F1}" v="5" dt="2025-10-22T10:27:31.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4200"/>
        <p:guide pos="3648"/>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8/10/relationships/authors" Target="authors.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prakash Upparolla" userId="S::hariprakash.upparolla@sigmasoft.ai::6f586dfc-c305-4b4b-aaee-0d2d6a5721e0" providerId="AD" clId="Web-{FB0157CF-C489-38E8-A6FE-0350E9C9C6F1}"/>
    <pc:docChg chg="modSld">
      <pc:chgData name="Hariprakash Upparolla" userId="S::hariprakash.upparolla@sigmasoft.ai::6f586dfc-c305-4b4b-aaee-0d2d6a5721e0" providerId="AD" clId="Web-{FB0157CF-C489-38E8-A6FE-0350E9C9C6F1}" dt="2025-10-22T10:27:58.163" v="18" actId="1076"/>
      <pc:docMkLst>
        <pc:docMk/>
      </pc:docMkLst>
      <pc:sldChg chg="addSp delSp modSp">
        <pc:chgData name="Hariprakash Upparolla" userId="S::hariprakash.upparolla@sigmasoft.ai::6f586dfc-c305-4b4b-aaee-0d2d6a5721e0" providerId="AD" clId="Web-{FB0157CF-C489-38E8-A6FE-0350E9C9C6F1}" dt="2025-10-22T10:27:58.163" v="18" actId="1076"/>
        <pc:sldMkLst>
          <pc:docMk/>
          <pc:sldMk cId="3777725114" sldId="2147481813"/>
        </pc:sldMkLst>
        <pc:graphicFrameChg chg="add del mod modGraphic">
          <ac:chgData name="Hariprakash Upparolla" userId="S::hariprakash.upparolla@sigmasoft.ai::6f586dfc-c305-4b4b-aaee-0d2d6a5721e0" providerId="AD" clId="Web-{FB0157CF-C489-38E8-A6FE-0350E9C9C6F1}" dt="2025-10-22T10:26:50.771" v="7"/>
          <ac:graphicFrameMkLst>
            <pc:docMk/>
            <pc:sldMk cId="3777725114" sldId="2147481813"/>
            <ac:graphicFrameMk id="2" creationId="{A35A5C3F-1276-AA91-BBD4-76626BE85C32}"/>
          </ac:graphicFrameMkLst>
        </pc:graphicFrameChg>
        <pc:graphicFrameChg chg="add mod modGraphic">
          <ac:chgData name="Hariprakash Upparolla" userId="S::hariprakash.upparolla@sigmasoft.ai::6f586dfc-c305-4b4b-aaee-0d2d6a5721e0" providerId="AD" clId="Web-{FB0157CF-C489-38E8-A6FE-0350E9C9C6F1}" dt="2025-10-22T10:27:58.163" v="18" actId="1076"/>
          <ac:graphicFrameMkLst>
            <pc:docMk/>
            <pc:sldMk cId="3777725114" sldId="2147481813"/>
            <ac:graphicFrameMk id="17" creationId="{B823171A-0CB0-EFF0-1211-0BEBE270A03B}"/>
          </ac:graphicFrameMkLst>
        </pc:graphicFrameChg>
      </pc:sldChg>
      <pc:sldChg chg="modSp">
        <pc:chgData name="Hariprakash Upparolla" userId="S::hariprakash.upparolla@sigmasoft.ai::6f586dfc-c305-4b4b-aaee-0d2d6a5721e0" providerId="AD" clId="Web-{FB0157CF-C489-38E8-A6FE-0350E9C9C6F1}" dt="2025-10-22T10:25:46.207" v="5" actId="20577"/>
        <pc:sldMkLst>
          <pc:docMk/>
          <pc:sldMk cId="1463588025" sldId="2147481929"/>
        </pc:sldMkLst>
        <pc:graphicFrameChg chg="modGraphic">
          <ac:chgData name="Hariprakash Upparolla" userId="S::hariprakash.upparolla@sigmasoft.ai::6f586dfc-c305-4b4b-aaee-0d2d6a5721e0" providerId="AD" clId="Web-{FB0157CF-C489-38E8-A6FE-0350E9C9C6F1}" dt="2025-10-22T10:25:46.207" v="5" actId="20577"/>
          <ac:graphicFrameMkLst>
            <pc:docMk/>
            <pc:sldMk cId="1463588025" sldId="2147481929"/>
            <ac:graphicFrameMk id="7" creationId="{41D261E0-7604-793B-DAC2-B1D3DE19BC3D}"/>
          </ac:graphicFrameMkLst>
        </pc:graphicFrameChg>
      </pc:sldChg>
    </pc:docChg>
  </pc:docChgLst>
  <pc:docChgLst>
    <pc:chgData name="Prabhat Swain" userId="S::prabhat.swain@sigmasoft.ai::807f03e4-6949-4ac6-b94b-e982470d84bd" providerId="AD" clId="Web-{E7AAE331-2FCE-4FB6-7DEA-C5DD759241CC}"/>
    <pc:docChg chg="addSld delSld modSld">
      <pc:chgData name="Prabhat Swain" userId="S::prabhat.swain@sigmasoft.ai::807f03e4-6949-4ac6-b94b-e982470d84bd" providerId="AD" clId="Web-{E7AAE331-2FCE-4FB6-7DEA-C5DD759241CC}" dt="2025-10-22T08:51:54.240" v="374" actId="20577"/>
      <pc:docMkLst>
        <pc:docMk/>
      </pc:docMkLst>
      <pc:sldChg chg="addSp delSp modSp">
        <pc:chgData name="Prabhat Swain" userId="S::prabhat.swain@sigmasoft.ai::807f03e4-6949-4ac6-b94b-e982470d84bd" providerId="AD" clId="Web-{E7AAE331-2FCE-4FB6-7DEA-C5DD759241CC}" dt="2025-10-22T08:44:18.068" v="65" actId="20577"/>
        <pc:sldMkLst>
          <pc:docMk/>
          <pc:sldMk cId="4186289640" sldId="2147481006"/>
        </pc:sldMkLst>
        <pc:spChg chg="mod">
          <ac:chgData name="Prabhat Swain" userId="S::prabhat.swain@sigmasoft.ai::807f03e4-6949-4ac6-b94b-e982470d84bd" providerId="AD" clId="Web-{E7AAE331-2FCE-4FB6-7DEA-C5DD759241CC}" dt="2025-10-22T08:44:18.068" v="65" actId="20577"/>
          <ac:spMkLst>
            <pc:docMk/>
            <pc:sldMk cId="4186289640" sldId="2147481006"/>
            <ac:spMk id="31" creationId="{93B55FA3-F3D1-9EF4-6C41-36DE2CAE69AF}"/>
          </ac:spMkLst>
        </pc:spChg>
        <pc:spChg chg="mod">
          <ac:chgData name="Prabhat Swain" userId="S::prabhat.swain@sigmasoft.ai::807f03e4-6949-4ac6-b94b-e982470d84bd" providerId="AD" clId="Web-{E7AAE331-2FCE-4FB6-7DEA-C5DD759241CC}" dt="2025-10-22T08:42:39.941" v="0" actId="20577"/>
          <ac:spMkLst>
            <pc:docMk/>
            <pc:sldMk cId="4186289640" sldId="2147481006"/>
            <ac:spMk id="45" creationId="{725DF8D6-08D3-11CA-0118-7E07AFC2C21C}"/>
          </ac:spMkLst>
        </pc:spChg>
        <pc:picChg chg="add del">
          <ac:chgData name="Prabhat Swain" userId="S::prabhat.swain@sigmasoft.ai::807f03e4-6949-4ac6-b94b-e982470d84bd" providerId="AD" clId="Web-{E7AAE331-2FCE-4FB6-7DEA-C5DD759241CC}" dt="2025-10-22T08:43:47.020" v="32"/>
          <ac:picMkLst>
            <pc:docMk/>
            <pc:sldMk cId="4186289640" sldId="2147481006"/>
            <ac:picMk id="2" creationId="{120FC7B9-F39D-0524-144C-E055E23B8DF7}"/>
          </ac:picMkLst>
        </pc:picChg>
        <pc:picChg chg="mod">
          <ac:chgData name="Prabhat Swain" userId="S::prabhat.swain@sigmasoft.ai::807f03e4-6949-4ac6-b94b-e982470d84bd" providerId="AD" clId="Web-{E7AAE331-2FCE-4FB6-7DEA-C5DD759241CC}" dt="2025-10-22T08:43:47.661" v="33" actId="1076"/>
          <ac:picMkLst>
            <pc:docMk/>
            <pc:sldMk cId="4186289640" sldId="2147481006"/>
            <ac:picMk id="43" creationId="{20C3DB9A-465F-1511-3428-5C06BEA7E2FB}"/>
          </ac:picMkLst>
        </pc:picChg>
      </pc:sldChg>
      <pc:sldChg chg="addSp delSp modSp">
        <pc:chgData name="Prabhat Swain" userId="S::prabhat.swain@sigmasoft.ai::807f03e4-6949-4ac6-b94b-e982470d84bd" providerId="AD" clId="Web-{E7AAE331-2FCE-4FB6-7DEA-C5DD759241CC}" dt="2025-10-22T08:51:54.240" v="374" actId="20577"/>
        <pc:sldMkLst>
          <pc:docMk/>
          <pc:sldMk cId="3777725114" sldId="2147481813"/>
        </pc:sldMkLst>
        <pc:spChg chg="del">
          <ac:chgData name="Prabhat Swain" userId="S::prabhat.swain@sigmasoft.ai::807f03e4-6949-4ac6-b94b-e982470d84bd" providerId="AD" clId="Web-{E7AAE331-2FCE-4FB6-7DEA-C5DD759241CC}" dt="2025-10-22T08:51:17.942" v="296"/>
          <ac:spMkLst>
            <pc:docMk/>
            <pc:sldMk cId="3777725114" sldId="2147481813"/>
            <ac:spMk id="2" creationId="{CC47641A-0EA2-B471-16E9-6919EB47F6B5}"/>
          </ac:spMkLst>
        </pc:spChg>
        <pc:spChg chg="mod">
          <ac:chgData name="Prabhat Swain" userId="S::prabhat.swain@sigmasoft.ai::807f03e4-6949-4ac6-b94b-e982470d84bd" providerId="AD" clId="Web-{E7AAE331-2FCE-4FB6-7DEA-C5DD759241CC}" dt="2025-10-22T08:51:38.787" v="369" actId="20577"/>
          <ac:spMkLst>
            <pc:docMk/>
            <pc:sldMk cId="3777725114" sldId="2147481813"/>
            <ac:spMk id="3" creationId="{ECA426E5-044D-B02B-BAB9-D2191CDEB48C}"/>
          </ac:spMkLst>
        </pc:spChg>
        <pc:spChg chg="del">
          <ac:chgData name="Prabhat Swain" userId="S::prabhat.swain@sigmasoft.ai::807f03e4-6949-4ac6-b94b-e982470d84bd" providerId="AD" clId="Web-{E7AAE331-2FCE-4FB6-7DEA-C5DD759241CC}" dt="2025-10-22T08:51:17.942" v="295"/>
          <ac:spMkLst>
            <pc:docMk/>
            <pc:sldMk cId="3777725114" sldId="2147481813"/>
            <ac:spMk id="8" creationId="{179FA1EA-79A2-1960-F737-DF6D1193C490}"/>
          </ac:spMkLst>
        </pc:spChg>
        <pc:spChg chg="add">
          <ac:chgData name="Prabhat Swain" userId="S::prabhat.swain@sigmasoft.ai::807f03e4-6949-4ac6-b94b-e982470d84bd" providerId="AD" clId="Web-{E7AAE331-2FCE-4FB6-7DEA-C5DD759241CC}" dt="2025-10-22T08:51:22.802" v="338"/>
          <ac:spMkLst>
            <pc:docMk/>
            <pc:sldMk cId="3777725114" sldId="2147481813"/>
            <ac:spMk id="10" creationId="{958735A2-8703-D9AC-B3F0-C2A042F2C6DB}"/>
          </ac:spMkLst>
        </pc:spChg>
        <pc:spChg chg="del">
          <ac:chgData name="Prabhat Swain" userId="S::prabhat.swain@sigmasoft.ai::807f03e4-6949-4ac6-b94b-e982470d84bd" providerId="AD" clId="Web-{E7AAE331-2FCE-4FB6-7DEA-C5DD759241CC}" dt="2025-10-22T08:51:17.958" v="336"/>
          <ac:spMkLst>
            <pc:docMk/>
            <pc:sldMk cId="3777725114" sldId="2147481813"/>
            <ac:spMk id="16" creationId="{F902BDB5-5B4D-276C-9C3B-1BB51010DF1F}"/>
          </ac:spMkLst>
        </pc:spChg>
        <pc:spChg chg="del">
          <ac:chgData name="Prabhat Swain" userId="S::prabhat.swain@sigmasoft.ai::807f03e4-6949-4ac6-b94b-e982470d84bd" providerId="AD" clId="Web-{E7AAE331-2FCE-4FB6-7DEA-C5DD759241CC}" dt="2025-10-22T08:51:17.958" v="334"/>
          <ac:spMkLst>
            <pc:docMk/>
            <pc:sldMk cId="3777725114" sldId="2147481813"/>
            <ac:spMk id="20" creationId="{B66E22DD-818F-1C5B-BC1B-FC666973BB6D}"/>
          </ac:spMkLst>
        </pc:spChg>
        <pc:spChg chg="del">
          <ac:chgData name="Prabhat Swain" userId="S::prabhat.swain@sigmasoft.ai::807f03e4-6949-4ac6-b94b-e982470d84bd" providerId="AD" clId="Web-{E7AAE331-2FCE-4FB6-7DEA-C5DD759241CC}" dt="2025-10-22T08:51:17.958" v="332"/>
          <ac:spMkLst>
            <pc:docMk/>
            <pc:sldMk cId="3777725114" sldId="2147481813"/>
            <ac:spMk id="24" creationId="{2B1285EA-D522-3D97-F8A0-4CFA3EBB9AFA}"/>
          </ac:spMkLst>
        </pc:spChg>
        <pc:spChg chg="del">
          <ac:chgData name="Prabhat Swain" userId="S::prabhat.swain@sigmasoft.ai::807f03e4-6949-4ac6-b94b-e982470d84bd" providerId="AD" clId="Web-{E7AAE331-2FCE-4FB6-7DEA-C5DD759241CC}" dt="2025-10-22T08:51:17.958" v="330"/>
          <ac:spMkLst>
            <pc:docMk/>
            <pc:sldMk cId="3777725114" sldId="2147481813"/>
            <ac:spMk id="28" creationId="{BA868480-FE82-48B5-E404-133FA0C9BCDE}"/>
          </ac:spMkLst>
        </pc:spChg>
        <pc:spChg chg="add mod">
          <ac:chgData name="Prabhat Swain" userId="S::prabhat.swain@sigmasoft.ai::807f03e4-6949-4ac6-b94b-e982470d84bd" providerId="AD" clId="Web-{E7AAE331-2FCE-4FB6-7DEA-C5DD759241CC}" dt="2025-10-22T08:51:47.193" v="372" actId="1076"/>
          <ac:spMkLst>
            <pc:docMk/>
            <pc:sldMk cId="3777725114" sldId="2147481813"/>
            <ac:spMk id="32" creationId="{B8C852EC-6A9A-9B47-D14B-2D9469067353}"/>
          </ac:spMkLst>
        </pc:spChg>
        <pc:spChg chg="add mod">
          <ac:chgData name="Prabhat Swain" userId="S::prabhat.swain@sigmasoft.ai::807f03e4-6949-4ac6-b94b-e982470d84bd" providerId="AD" clId="Web-{E7AAE331-2FCE-4FB6-7DEA-C5DD759241CC}" dt="2025-10-22T08:51:49.412" v="373" actId="1076"/>
          <ac:spMkLst>
            <pc:docMk/>
            <pc:sldMk cId="3777725114" sldId="2147481813"/>
            <ac:spMk id="34" creationId="{1CEA5ABF-5207-346F-0C1A-6A713809E956}"/>
          </ac:spMkLst>
        </pc:spChg>
        <pc:spChg chg="add mod">
          <ac:chgData name="Prabhat Swain" userId="S::prabhat.swain@sigmasoft.ai::807f03e4-6949-4ac6-b94b-e982470d84bd" providerId="AD" clId="Web-{E7AAE331-2FCE-4FB6-7DEA-C5DD759241CC}" dt="2025-10-22T08:51:54.240" v="374" actId="20577"/>
          <ac:spMkLst>
            <pc:docMk/>
            <pc:sldMk cId="3777725114" sldId="2147481813"/>
            <ac:spMk id="35" creationId="{18C540EE-0789-1042-A05B-5BD155CEAD03}"/>
          </ac:spMkLst>
        </pc:spChg>
        <pc:spChg chg="del">
          <ac:chgData name="Prabhat Swain" userId="S::prabhat.swain@sigmasoft.ai::807f03e4-6949-4ac6-b94b-e982470d84bd" providerId="AD" clId="Web-{E7AAE331-2FCE-4FB6-7DEA-C5DD759241CC}" dt="2025-10-22T08:51:17.958" v="328"/>
          <ac:spMkLst>
            <pc:docMk/>
            <pc:sldMk cId="3777725114" sldId="2147481813"/>
            <ac:spMk id="352" creationId="{CDBA4401-7C38-F17D-493E-15BAED9B78A2}"/>
          </ac:spMkLst>
        </pc:spChg>
        <pc:spChg chg="del">
          <ac:chgData name="Prabhat Swain" userId="S::prabhat.swain@sigmasoft.ai::807f03e4-6949-4ac6-b94b-e982470d84bd" providerId="AD" clId="Web-{E7AAE331-2FCE-4FB6-7DEA-C5DD759241CC}" dt="2025-10-22T08:51:17.958" v="321"/>
          <ac:spMkLst>
            <pc:docMk/>
            <pc:sldMk cId="3777725114" sldId="2147481813"/>
            <ac:spMk id="375" creationId="{A22A4000-2792-968D-E236-7C46FCBFE878}"/>
          </ac:spMkLst>
        </pc:spChg>
        <pc:spChg chg="del">
          <ac:chgData name="Prabhat Swain" userId="S::prabhat.swain@sigmasoft.ai::807f03e4-6949-4ac6-b94b-e982470d84bd" providerId="AD" clId="Web-{E7AAE331-2FCE-4FB6-7DEA-C5DD759241CC}" dt="2025-10-22T08:51:17.958" v="320"/>
          <ac:spMkLst>
            <pc:docMk/>
            <pc:sldMk cId="3777725114" sldId="2147481813"/>
            <ac:spMk id="376" creationId="{84BD3FA2-E291-DC65-E6BB-2D7D66D5AFDB}"/>
          </ac:spMkLst>
        </pc:spChg>
        <pc:spChg chg="del">
          <ac:chgData name="Prabhat Swain" userId="S::prabhat.swain@sigmasoft.ai::807f03e4-6949-4ac6-b94b-e982470d84bd" providerId="AD" clId="Web-{E7AAE331-2FCE-4FB6-7DEA-C5DD759241CC}" dt="2025-10-22T08:51:17.958" v="319"/>
          <ac:spMkLst>
            <pc:docMk/>
            <pc:sldMk cId="3777725114" sldId="2147481813"/>
            <ac:spMk id="377" creationId="{832A567E-3F7D-5401-CFA5-7C3AC052046B}"/>
          </ac:spMkLst>
        </pc:spChg>
        <pc:spChg chg="del">
          <ac:chgData name="Prabhat Swain" userId="S::prabhat.swain@sigmasoft.ai::807f03e4-6949-4ac6-b94b-e982470d84bd" providerId="AD" clId="Web-{E7AAE331-2FCE-4FB6-7DEA-C5DD759241CC}" dt="2025-10-22T08:51:17.958" v="318"/>
          <ac:spMkLst>
            <pc:docMk/>
            <pc:sldMk cId="3777725114" sldId="2147481813"/>
            <ac:spMk id="378" creationId="{D24FD9B9-DFC4-E5CA-BE8B-030C381510B4}"/>
          </ac:spMkLst>
        </pc:spChg>
        <pc:spChg chg="del">
          <ac:chgData name="Prabhat Swain" userId="S::prabhat.swain@sigmasoft.ai::807f03e4-6949-4ac6-b94b-e982470d84bd" providerId="AD" clId="Web-{E7AAE331-2FCE-4FB6-7DEA-C5DD759241CC}" dt="2025-10-22T08:51:17.958" v="317"/>
          <ac:spMkLst>
            <pc:docMk/>
            <pc:sldMk cId="3777725114" sldId="2147481813"/>
            <ac:spMk id="379" creationId="{FB822D1B-F671-5BFC-707B-0B93565AC3C5}"/>
          </ac:spMkLst>
        </pc:spChg>
        <pc:spChg chg="del">
          <ac:chgData name="Prabhat Swain" userId="S::prabhat.swain@sigmasoft.ai::807f03e4-6949-4ac6-b94b-e982470d84bd" providerId="AD" clId="Web-{E7AAE331-2FCE-4FB6-7DEA-C5DD759241CC}" dt="2025-10-22T08:51:17.958" v="316"/>
          <ac:spMkLst>
            <pc:docMk/>
            <pc:sldMk cId="3777725114" sldId="2147481813"/>
            <ac:spMk id="380" creationId="{1EA9507E-3702-7F20-79F7-D47051337FFE}"/>
          </ac:spMkLst>
        </pc:spChg>
        <pc:spChg chg="del">
          <ac:chgData name="Prabhat Swain" userId="S::prabhat.swain@sigmasoft.ai::807f03e4-6949-4ac6-b94b-e982470d84bd" providerId="AD" clId="Web-{E7AAE331-2FCE-4FB6-7DEA-C5DD759241CC}" dt="2025-10-22T08:51:17.958" v="315"/>
          <ac:spMkLst>
            <pc:docMk/>
            <pc:sldMk cId="3777725114" sldId="2147481813"/>
            <ac:spMk id="381" creationId="{8C1768D5-542E-22F0-0791-BA4E27C15857}"/>
          </ac:spMkLst>
        </pc:spChg>
        <pc:spChg chg="del">
          <ac:chgData name="Prabhat Swain" userId="S::prabhat.swain@sigmasoft.ai::807f03e4-6949-4ac6-b94b-e982470d84bd" providerId="AD" clId="Web-{E7AAE331-2FCE-4FB6-7DEA-C5DD759241CC}" dt="2025-10-22T08:51:17.958" v="314"/>
          <ac:spMkLst>
            <pc:docMk/>
            <pc:sldMk cId="3777725114" sldId="2147481813"/>
            <ac:spMk id="382" creationId="{BA4CCBE5-BDA6-49EB-5133-1985C1CB7C0A}"/>
          </ac:spMkLst>
        </pc:spChg>
        <pc:spChg chg="del">
          <ac:chgData name="Prabhat Swain" userId="S::prabhat.swain@sigmasoft.ai::807f03e4-6949-4ac6-b94b-e982470d84bd" providerId="AD" clId="Web-{E7AAE331-2FCE-4FB6-7DEA-C5DD759241CC}" dt="2025-10-22T08:51:17.958" v="313"/>
          <ac:spMkLst>
            <pc:docMk/>
            <pc:sldMk cId="3777725114" sldId="2147481813"/>
            <ac:spMk id="383" creationId="{0FA3EA53-1392-0850-1450-2C1794B2EE58}"/>
          </ac:spMkLst>
        </pc:spChg>
        <pc:spChg chg="del">
          <ac:chgData name="Prabhat Swain" userId="S::prabhat.swain@sigmasoft.ai::807f03e4-6949-4ac6-b94b-e982470d84bd" providerId="AD" clId="Web-{E7AAE331-2FCE-4FB6-7DEA-C5DD759241CC}" dt="2025-10-22T08:51:17.958" v="312"/>
          <ac:spMkLst>
            <pc:docMk/>
            <pc:sldMk cId="3777725114" sldId="2147481813"/>
            <ac:spMk id="384" creationId="{E47E5A74-0DBC-1BCB-EF73-9265FEC9A79C}"/>
          </ac:spMkLst>
        </pc:spChg>
        <pc:spChg chg="del">
          <ac:chgData name="Prabhat Swain" userId="S::prabhat.swain@sigmasoft.ai::807f03e4-6949-4ac6-b94b-e982470d84bd" providerId="AD" clId="Web-{E7AAE331-2FCE-4FB6-7DEA-C5DD759241CC}" dt="2025-10-22T08:51:17.958" v="326"/>
          <ac:spMkLst>
            <pc:docMk/>
            <pc:sldMk cId="3777725114" sldId="2147481813"/>
            <ac:spMk id="392" creationId="{02213006-EF17-7D75-88E5-52088FBD19EC}"/>
          </ac:spMkLst>
        </pc:spChg>
        <pc:spChg chg="del">
          <ac:chgData name="Prabhat Swain" userId="S::prabhat.swain@sigmasoft.ai::807f03e4-6949-4ac6-b94b-e982470d84bd" providerId="AD" clId="Web-{E7AAE331-2FCE-4FB6-7DEA-C5DD759241CC}" dt="2025-10-22T08:51:17.958" v="324"/>
          <ac:spMkLst>
            <pc:docMk/>
            <pc:sldMk cId="3777725114" sldId="2147481813"/>
            <ac:spMk id="396" creationId="{C0E7CE49-2B0D-3A4F-4A41-9D089B9BE743}"/>
          </ac:spMkLst>
        </pc:spChg>
        <pc:spChg chg="del">
          <ac:chgData name="Prabhat Swain" userId="S::prabhat.swain@sigmasoft.ai::807f03e4-6949-4ac6-b94b-e982470d84bd" providerId="AD" clId="Web-{E7AAE331-2FCE-4FB6-7DEA-C5DD759241CC}" dt="2025-10-22T08:51:17.958" v="306"/>
          <ac:spMkLst>
            <pc:docMk/>
            <pc:sldMk cId="3777725114" sldId="2147481813"/>
            <ac:spMk id="402" creationId="{68A3C64D-64C7-E0E4-0BC7-5DC549883523}"/>
          </ac:spMkLst>
        </pc:spChg>
        <pc:spChg chg="del">
          <ac:chgData name="Prabhat Swain" userId="S::prabhat.swain@sigmasoft.ai::807f03e4-6949-4ac6-b94b-e982470d84bd" providerId="AD" clId="Web-{E7AAE331-2FCE-4FB6-7DEA-C5DD759241CC}" dt="2025-10-22T08:51:17.958" v="305"/>
          <ac:spMkLst>
            <pc:docMk/>
            <pc:sldMk cId="3777725114" sldId="2147481813"/>
            <ac:spMk id="403" creationId="{1BFF73D9-90A9-5C62-22B5-33A353F73761}"/>
          </ac:spMkLst>
        </pc:spChg>
        <pc:spChg chg="del">
          <ac:chgData name="Prabhat Swain" userId="S::prabhat.swain@sigmasoft.ai::807f03e4-6949-4ac6-b94b-e982470d84bd" providerId="AD" clId="Web-{E7AAE331-2FCE-4FB6-7DEA-C5DD759241CC}" dt="2025-10-22T08:51:17.958" v="322"/>
          <ac:spMkLst>
            <pc:docMk/>
            <pc:sldMk cId="3777725114" sldId="2147481813"/>
            <ac:spMk id="406" creationId="{8D34FC02-5CE1-FE50-7A97-7399918A8796}"/>
          </ac:spMkLst>
        </pc:spChg>
        <pc:spChg chg="del">
          <ac:chgData name="Prabhat Swain" userId="S::prabhat.swain@sigmasoft.ai::807f03e4-6949-4ac6-b94b-e982470d84bd" providerId="AD" clId="Web-{E7AAE331-2FCE-4FB6-7DEA-C5DD759241CC}" dt="2025-10-22T08:51:17.958" v="303"/>
          <ac:spMkLst>
            <pc:docMk/>
            <pc:sldMk cId="3777725114" sldId="2147481813"/>
            <ac:spMk id="413" creationId="{8CE3EA41-4E1E-54B3-EACD-8CD268C4A8E9}"/>
          </ac:spMkLst>
        </pc:spChg>
        <pc:spChg chg="del">
          <ac:chgData name="Prabhat Swain" userId="S::prabhat.swain@sigmasoft.ai::807f03e4-6949-4ac6-b94b-e982470d84bd" providerId="AD" clId="Web-{E7AAE331-2FCE-4FB6-7DEA-C5DD759241CC}" dt="2025-10-22T08:51:17.958" v="302"/>
          <ac:spMkLst>
            <pc:docMk/>
            <pc:sldMk cId="3777725114" sldId="2147481813"/>
            <ac:spMk id="414" creationId="{ECF51EBE-75C8-F5D6-1C24-513D8E6F4B18}"/>
          </ac:spMkLst>
        </pc:spChg>
        <pc:spChg chg="del">
          <ac:chgData name="Prabhat Swain" userId="S::prabhat.swain@sigmasoft.ai::807f03e4-6949-4ac6-b94b-e982470d84bd" providerId="AD" clId="Web-{E7AAE331-2FCE-4FB6-7DEA-C5DD759241CC}" dt="2025-10-22T08:51:17.942" v="300"/>
          <ac:spMkLst>
            <pc:docMk/>
            <pc:sldMk cId="3777725114" sldId="2147481813"/>
            <ac:spMk id="423" creationId="{0FE6F86C-92D2-D31C-5709-AA8F06E48989}"/>
          </ac:spMkLst>
        </pc:spChg>
        <pc:spChg chg="del">
          <ac:chgData name="Prabhat Swain" userId="S::prabhat.swain@sigmasoft.ai::807f03e4-6949-4ac6-b94b-e982470d84bd" providerId="AD" clId="Web-{E7AAE331-2FCE-4FB6-7DEA-C5DD759241CC}" dt="2025-10-22T08:51:17.942" v="299"/>
          <ac:spMkLst>
            <pc:docMk/>
            <pc:sldMk cId="3777725114" sldId="2147481813"/>
            <ac:spMk id="424" creationId="{8C34E291-D7B3-6E48-82F4-6C32B24BB75A}"/>
          </ac:spMkLst>
        </pc:spChg>
        <pc:spChg chg="del">
          <ac:chgData name="Prabhat Swain" userId="S::prabhat.swain@sigmasoft.ai::807f03e4-6949-4ac6-b94b-e982470d84bd" providerId="AD" clId="Web-{E7AAE331-2FCE-4FB6-7DEA-C5DD759241CC}" dt="2025-10-22T08:51:17.942" v="297"/>
          <ac:spMkLst>
            <pc:docMk/>
            <pc:sldMk cId="3777725114" sldId="2147481813"/>
            <ac:spMk id="430" creationId="{84428CA9-D575-9739-C0FA-F783A4C468F2}"/>
          </ac:spMkLst>
        </pc:spChg>
        <pc:grpChg chg="del">
          <ac:chgData name="Prabhat Swain" userId="S::prabhat.swain@sigmasoft.ai::807f03e4-6949-4ac6-b94b-e982470d84bd" providerId="AD" clId="Web-{E7AAE331-2FCE-4FB6-7DEA-C5DD759241CC}" dt="2025-10-22T08:51:17.958" v="337"/>
          <ac:grpSpMkLst>
            <pc:docMk/>
            <pc:sldMk cId="3777725114" sldId="2147481813"/>
            <ac:grpSpMk id="13" creationId="{53B8B072-538E-0E38-422A-52F0FC0D990B}"/>
          </ac:grpSpMkLst>
        </pc:grpChg>
        <pc:grpChg chg="del">
          <ac:chgData name="Prabhat Swain" userId="S::prabhat.swain@sigmasoft.ai::807f03e4-6949-4ac6-b94b-e982470d84bd" providerId="AD" clId="Web-{E7AAE331-2FCE-4FB6-7DEA-C5DD759241CC}" dt="2025-10-22T08:51:17.958" v="335"/>
          <ac:grpSpMkLst>
            <pc:docMk/>
            <pc:sldMk cId="3777725114" sldId="2147481813"/>
            <ac:grpSpMk id="17" creationId="{23BBCA06-220E-A66E-0BE9-6E02EDC76C02}"/>
          </ac:grpSpMkLst>
        </pc:grpChg>
        <pc:grpChg chg="del">
          <ac:chgData name="Prabhat Swain" userId="S::prabhat.swain@sigmasoft.ai::807f03e4-6949-4ac6-b94b-e982470d84bd" providerId="AD" clId="Web-{E7AAE331-2FCE-4FB6-7DEA-C5DD759241CC}" dt="2025-10-22T08:51:17.958" v="333"/>
          <ac:grpSpMkLst>
            <pc:docMk/>
            <pc:sldMk cId="3777725114" sldId="2147481813"/>
            <ac:grpSpMk id="21" creationId="{0EA14D12-CC8B-9101-42CD-8D642D937915}"/>
          </ac:grpSpMkLst>
        </pc:grpChg>
        <pc:grpChg chg="del">
          <ac:chgData name="Prabhat Swain" userId="S::prabhat.swain@sigmasoft.ai::807f03e4-6949-4ac6-b94b-e982470d84bd" providerId="AD" clId="Web-{E7AAE331-2FCE-4FB6-7DEA-C5DD759241CC}" dt="2025-10-22T08:51:17.958" v="331"/>
          <ac:grpSpMkLst>
            <pc:docMk/>
            <pc:sldMk cId="3777725114" sldId="2147481813"/>
            <ac:grpSpMk id="25" creationId="{19D027BA-C957-C27E-0103-06B358E4333A}"/>
          </ac:grpSpMkLst>
        </pc:grpChg>
        <pc:grpChg chg="del">
          <ac:chgData name="Prabhat Swain" userId="S::prabhat.swain@sigmasoft.ai::807f03e4-6949-4ac6-b94b-e982470d84bd" providerId="AD" clId="Web-{E7AAE331-2FCE-4FB6-7DEA-C5DD759241CC}" dt="2025-10-22T08:51:17.958" v="329"/>
          <ac:grpSpMkLst>
            <pc:docMk/>
            <pc:sldMk cId="3777725114" sldId="2147481813"/>
            <ac:grpSpMk id="29" creationId="{6D3E8A6F-2844-45D5-58E3-6789D2948152}"/>
          </ac:grpSpMkLst>
        </pc:grpChg>
        <pc:grpChg chg="del">
          <ac:chgData name="Prabhat Swain" userId="S::prabhat.swain@sigmasoft.ai::807f03e4-6949-4ac6-b94b-e982470d84bd" providerId="AD" clId="Web-{E7AAE331-2FCE-4FB6-7DEA-C5DD759241CC}" dt="2025-10-22T08:51:17.958" v="327"/>
          <ac:grpSpMkLst>
            <pc:docMk/>
            <pc:sldMk cId="3777725114" sldId="2147481813"/>
            <ac:grpSpMk id="353" creationId="{8D2138ED-E07D-0BB9-02D8-DD8C7B1DFF39}"/>
          </ac:grpSpMkLst>
        </pc:grpChg>
        <pc:grpChg chg="del">
          <ac:chgData name="Prabhat Swain" userId="S::prabhat.swain@sigmasoft.ai::807f03e4-6949-4ac6-b94b-e982470d84bd" providerId="AD" clId="Web-{E7AAE331-2FCE-4FB6-7DEA-C5DD759241CC}" dt="2025-10-22T08:51:17.958" v="325"/>
          <ac:grpSpMkLst>
            <pc:docMk/>
            <pc:sldMk cId="3777725114" sldId="2147481813"/>
            <ac:grpSpMk id="393" creationId="{F7183AC5-70F5-BA2D-A2F7-8E11E7D1A4F6}"/>
          </ac:grpSpMkLst>
        </pc:grpChg>
        <pc:grpChg chg="del">
          <ac:chgData name="Prabhat Swain" userId="S::prabhat.swain@sigmasoft.ai::807f03e4-6949-4ac6-b94b-e982470d84bd" providerId="AD" clId="Web-{E7AAE331-2FCE-4FB6-7DEA-C5DD759241CC}" dt="2025-10-22T08:51:17.958" v="323"/>
          <ac:grpSpMkLst>
            <pc:docMk/>
            <pc:sldMk cId="3777725114" sldId="2147481813"/>
            <ac:grpSpMk id="401" creationId="{8608CB5A-9C9C-154E-F419-183148D1F8B9}"/>
          </ac:grpSpMkLst>
        </pc:grpChg>
        <pc:picChg chg="del">
          <ac:chgData name="Prabhat Swain" userId="S::prabhat.swain@sigmasoft.ai::807f03e4-6949-4ac6-b94b-e982470d84bd" providerId="AD" clId="Web-{E7AAE331-2FCE-4FB6-7DEA-C5DD759241CC}" dt="2025-10-22T08:51:17.958" v="311"/>
          <ac:picMkLst>
            <pc:docMk/>
            <pc:sldMk cId="3777725114" sldId="2147481813"/>
            <ac:picMk id="385" creationId="{CA3E9B4E-EC26-8EAF-C067-F26D1FB06CAE}"/>
          </ac:picMkLst>
        </pc:picChg>
        <pc:picChg chg="del">
          <ac:chgData name="Prabhat Swain" userId="S::prabhat.swain@sigmasoft.ai::807f03e4-6949-4ac6-b94b-e982470d84bd" providerId="AD" clId="Web-{E7AAE331-2FCE-4FB6-7DEA-C5DD759241CC}" dt="2025-10-22T08:51:17.958" v="310"/>
          <ac:picMkLst>
            <pc:docMk/>
            <pc:sldMk cId="3777725114" sldId="2147481813"/>
            <ac:picMk id="386" creationId="{10EAC8B7-2CE3-C086-9032-C63E30918704}"/>
          </ac:picMkLst>
        </pc:picChg>
        <pc:picChg chg="del">
          <ac:chgData name="Prabhat Swain" userId="S::prabhat.swain@sigmasoft.ai::807f03e4-6949-4ac6-b94b-e982470d84bd" providerId="AD" clId="Web-{E7AAE331-2FCE-4FB6-7DEA-C5DD759241CC}" dt="2025-10-22T08:51:17.958" v="309"/>
          <ac:picMkLst>
            <pc:docMk/>
            <pc:sldMk cId="3777725114" sldId="2147481813"/>
            <ac:picMk id="387" creationId="{2E14ADCB-86EE-EA21-13B1-C04E7E1A9E06}"/>
          </ac:picMkLst>
        </pc:picChg>
        <pc:picChg chg="del">
          <ac:chgData name="Prabhat Swain" userId="S::prabhat.swain@sigmasoft.ai::807f03e4-6949-4ac6-b94b-e982470d84bd" providerId="AD" clId="Web-{E7AAE331-2FCE-4FB6-7DEA-C5DD759241CC}" dt="2025-10-22T08:51:17.958" v="308"/>
          <ac:picMkLst>
            <pc:docMk/>
            <pc:sldMk cId="3777725114" sldId="2147481813"/>
            <ac:picMk id="388" creationId="{3480B216-ACF7-DFB2-C9E1-B21AA4D110FA}"/>
          </ac:picMkLst>
        </pc:picChg>
        <pc:picChg chg="del">
          <ac:chgData name="Prabhat Swain" userId="S::prabhat.swain@sigmasoft.ai::807f03e4-6949-4ac6-b94b-e982470d84bd" providerId="AD" clId="Web-{E7AAE331-2FCE-4FB6-7DEA-C5DD759241CC}" dt="2025-10-22T08:51:17.958" v="307"/>
          <ac:picMkLst>
            <pc:docMk/>
            <pc:sldMk cId="3777725114" sldId="2147481813"/>
            <ac:picMk id="389" creationId="{CB4FD169-290A-B96F-7801-87ABDC5BFBDC}"/>
          </ac:picMkLst>
        </pc:picChg>
        <pc:picChg chg="del">
          <ac:chgData name="Prabhat Swain" userId="S::prabhat.swain@sigmasoft.ai::807f03e4-6949-4ac6-b94b-e982470d84bd" providerId="AD" clId="Web-{E7AAE331-2FCE-4FB6-7DEA-C5DD759241CC}" dt="2025-10-22T08:51:17.958" v="304"/>
          <ac:picMkLst>
            <pc:docMk/>
            <pc:sldMk cId="3777725114" sldId="2147481813"/>
            <ac:picMk id="407" creationId="{AD833534-2E4D-8576-699B-E61D521C7F76}"/>
          </ac:picMkLst>
        </pc:picChg>
        <pc:picChg chg="del">
          <ac:chgData name="Prabhat Swain" userId="S::prabhat.swain@sigmasoft.ai::807f03e4-6949-4ac6-b94b-e982470d84bd" providerId="AD" clId="Web-{E7AAE331-2FCE-4FB6-7DEA-C5DD759241CC}" dt="2025-10-22T08:51:17.942" v="301"/>
          <ac:picMkLst>
            <pc:docMk/>
            <pc:sldMk cId="3777725114" sldId="2147481813"/>
            <ac:picMk id="417" creationId="{331564C6-6BDE-9E3A-B666-9B009DB03124}"/>
          </ac:picMkLst>
        </pc:picChg>
        <pc:picChg chg="del">
          <ac:chgData name="Prabhat Swain" userId="S::prabhat.swain@sigmasoft.ai::807f03e4-6949-4ac6-b94b-e982470d84bd" providerId="AD" clId="Web-{E7AAE331-2FCE-4FB6-7DEA-C5DD759241CC}" dt="2025-10-22T08:51:17.942" v="298"/>
          <ac:picMkLst>
            <pc:docMk/>
            <pc:sldMk cId="3777725114" sldId="2147481813"/>
            <ac:picMk id="428" creationId="{0DC6DEB0-010A-14FC-1D6B-AFB7779CD1D0}"/>
          </ac:picMkLst>
        </pc:picChg>
      </pc:sldChg>
      <pc:sldChg chg="addSp delSp modSp del">
        <pc:chgData name="Prabhat Swain" userId="S::prabhat.swain@sigmasoft.ai::807f03e4-6949-4ac6-b94b-e982470d84bd" providerId="AD" clId="Web-{E7AAE331-2FCE-4FB6-7DEA-C5DD759241CC}" dt="2025-10-22T08:51:26.833" v="341"/>
        <pc:sldMkLst>
          <pc:docMk/>
          <pc:sldMk cId="3407251587" sldId="2147481926"/>
        </pc:sldMkLst>
        <pc:spChg chg="del">
          <ac:chgData name="Prabhat Swain" userId="S::prabhat.swain@sigmasoft.ai::807f03e4-6949-4ac6-b94b-e982470d84bd" providerId="AD" clId="Web-{E7AAE331-2FCE-4FB6-7DEA-C5DD759241CC}" dt="2025-10-22T08:49:55.392" v="247"/>
          <ac:spMkLst>
            <pc:docMk/>
            <pc:sldMk cId="3407251587" sldId="2147481926"/>
            <ac:spMk id="2" creationId="{4E0567FF-964D-4ECC-AAAB-443BDFCA53A9}"/>
          </ac:spMkLst>
        </pc:spChg>
        <pc:spChg chg="del">
          <ac:chgData name="Prabhat Swain" userId="S::prabhat.swain@sigmasoft.ai::807f03e4-6949-4ac6-b94b-e982470d84bd" providerId="AD" clId="Web-{E7AAE331-2FCE-4FB6-7DEA-C5DD759241CC}" dt="2025-10-22T08:49:55.392" v="239"/>
          <ac:spMkLst>
            <pc:docMk/>
            <pc:sldMk cId="3407251587" sldId="2147481926"/>
            <ac:spMk id="3" creationId="{129C99E3-AA6D-4218-89BA-9F034AAE76AA}"/>
          </ac:spMkLst>
        </pc:spChg>
        <pc:spChg chg="del">
          <ac:chgData name="Prabhat Swain" userId="S::prabhat.swain@sigmasoft.ai::807f03e4-6949-4ac6-b94b-e982470d84bd" providerId="AD" clId="Web-{E7AAE331-2FCE-4FB6-7DEA-C5DD759241CC}" dt="2025-10-22T08:49:58.705" v="263"/>
          <ac:spMkLst>
            <pc:docMk/>
            <pc:sldMk cId="3407251587" sldId="2147481926"/>
            <ac:spMk id="7" creationId="{9B31084A-A290-47E4-B53B-14CA5F89BD65}"/>
          </ac:spMkLst>
        </pc:spChg>
        <pc:spChg chg="del">
          <ac:chgData name="Prabhat Swain" userId="S::prabhat.swain@sigmasoft.ai::807f03e4-6949-4ac6-b94b-e982470d84bd" providerId="AD" clId="Web-{E7AAE331-2FCE-4FB6-7DEA-C5DD759241CC}" dt="2025-10-22T08:49:58.705" v="271"/>
          <ac:spMkLst>
            <pc:docMk/>
            <pc:sldMk cId="3407251587" sldId="2147481926"/>
            <ac:spMk id="11" creationId="{20542C6E-A7EC-8CB9-492E-1996F7086DCE}"/>
          </ac:spMkLst>
        </pc:spChg>
        <pc:spChg chg="del">
          <ac:chgData name="Prabhat Swain" userId="S::prabhat.swain@sigmasoft.ai::807f03e4-6949-4ac6-b94b-e982470d84bd" providerId="AD" clId="Web-{E7AAE331-2FCE-4FB6-7DEA-C5DD759241CC}" dt="2025-10-22T08:49:52.251" v="234"/>
          <ac:spMkLst>
            <pc:docMk/>
            <pc:sldMk cId="3407251587" sldId="2147481926"/>
            <ac:spMk id="12" creationId="{81465CE1-A810-4CEE-A0DD-44E3FC27488F}"/>
          </ac:spMkLst>
        </pc:spChg>
        <pc:spChg chg="add mod">
          <ac:chgData name="Prabhat Swain" userId="S::prabhat.swain@sigmasoft.ai::807f03e4-6949-4ac6-b94b-e982470d84bd" providerId="AD" clId="Web-{E7AAE331-2FCE-4FB6-7DEA-C5DD759241CC}" dt="2025-10-22T08:50:31.253" v="287" actId="20577"/>
          <ac:spMkLst>
            <pc:docMk/>
            <pc:sldMk cId="3407251587" sldId="2147481926"/>
            <ac:spMk id="13" creationId="{6FB603B0-2007-A5C6-A00E-E8A18D1DA8A6}"/>
          </ac:spMkLst>
        </pc:spChg>
        <pc:spChg chg="add mod">
          <ac:chgData name="Prabhat Swain" userId="S::prabhat.swain@sigmasoft.ai::807f03e4-6949-4ac6-b94b-e982470d84bd" providerId="AD" clId="Web-{E7AAE331-2FCE-4FB6-7DEA-C5DD759241CC}" dt="2025-10-22T08:50:41.253" v="290" actId="20577"/>
          <ac:spMkLst>
            <pc:docMk/>
            <pc:sldMk cId="3407251587" sldId="2147481926"/>
            <ac:spMk id="14" creationId="{1190A2F7-928A-1595-B7A3-69215ED4BC86}"/>
          </ac:spMkLst>
        </pc:spChg>
        <pc:spChg chg="del">
          <ac:chgData name="Prabhat Swain" userId="S::prabhat.swain@sigmasoft.ai::807f03e4-6949-4ac6-b94b-e982470d84bd" providerId="AD" clId="Web-{E7AAE331-2FCE-4FB6-7DEA-C5DD759241CC}" dt="2025-10-22T08:49:58.705" v="270"/>
          <ac:spMkLst>
            <pc:docMk/>
            <pc:sldMk cId="3407251587" sldId="2147481926"/>
            <ac:spMk id="15" creationId="{EDD04355-2605-E4A3-2572-1B102831D2DF}"/>
          </ac:spMkLst>
        </pc:spChg>
        <pc:spChg chg="del">
          <ac:chgData name="Prabhat Swain" userId="S::prabhat.swain@sigmasoft.ai::807f03e4-6949-4ac6-b94b-e982470d84bd" providerId="AD" clId="Web-{E7AAE331-2FCE-4FB6-7DEA-C5DD759241CC}" dt="2025-10-22T08:49:58.705" v="269"/>
          <ac:spMkLst>
            <pc:docMk/>
            <pc:sldMk cId="3407251587" sldId="2147481926"/>
            <ac:spMk id="16" creationId="{0089ECAE-02EB-13E5-1E11-8F0366AAB16D}"/>
          </ac:spMkLst>
        </pc:spChg>
        <pc:spChg chg="del">
          <ac:chgData name="Prabhat Swain" userId="S::prabhat.swain@sigmasoft.ai::807f03e4-6949-4ac6-b94b-e982470d84bd" providerId="AD" clId="Web-{E7AAE331-2FCE-4FB6-7DEA-C5DD759241CC}" dt="2025-10-22T08:49:58.705" v="268"/>
          <ac:spMkLst>
            <pc:docMk/>
            <pc:sldMk cId="3407251587" sldId="2147481926"/>
            <ac:spMk id="17" creationId="{0340D44F-FCB3-B8CF-D715-0D00821BEF25}"/>
          </ac:spMkLst>
        </pc:spChg>
        <pc:spChg chg="add mod">
          <ac:chgData name="Prabhat Swain" userId="S::prabhat.swain@sigmasoft.ai::807f03e4-6949-4ac6-b94b-e982470d84bd" providerId="AD" clId="Web-{E7AAE331-2FCE-4FB6-7DEA-C5DD759241CC}" dt="2025-10-22T08:50:53.395" v="293" actId="20577"/>
          <ac:spMkLst>
            <pc:docMk/>
            <pc:sldMk cId="3407251587" sldId="2147481926"/>
            <ac:spMk id="18" creationId="{9A107EBA-066C-724C-EFDD-E8325CA7A6AD}"/>
          </ac:spMkLst>
        </pc:spChg>
        <pc:spChg chg="del">
          <ac:chgData name="Prabhat Swain" userId="S::prabhat.swain@sigmasoft.ai::807f03e4-6949-4ac6-b94b-e982470d84bd" providerId="AD" clId="Web-{E7AAE331-2FCE-4FB6-7DEA-C5DD759241CC}" dt="2025-10-22T08:49:55.392" v="238"/>
          <ac:spMkLst>
            <pc:docMk/>
            <pc:sldMk cId="3407251587" sldId="2147481926"/>
            <ac:spMk id="20" creationId="{7780F3C8-3FFD-EEF0-D60C-2BFF8CF3E1DA}"/>
          </ac:spMkLst>
        </pc:spChg>
        <pc:spChg chg="del">
          <ac:chgData name="Prabhat Swain" userId="S::prabhat.swain@sigmasoft.ai::807f03e4-6949-4ac6-b94b-e982470d84bd" providerId="AD" clId="Web-{E7AAE331-2FCE-4FB6-7DEA-C5DD759241CC}" dt="2025-10-22T08:49:55.392" v="237"/>
          <ac:spMkLst>
            <pc:docMk/>
            <pc:sldMk cId="3407251587" sldId="2147481926"/>
            <ac:spMk id="21" creationId="{C73B1B6E-5AC4-20F2-B5B5-5683B956C26D}"/>
          </ac:spMkLst>
        </pc:spChg>
        <pc:spChg chg="del">
          <ac:chgData name="Prabhat Swain" userId="S::prabhat.swain@sigmasoft.ai::807f03e4-6949-4ac6-b94b-e982470d84bd" providerId="AD" clId="Web-{E7AAE331-2FCE-4FB6-7DEA-C5DD759241CC}" dt="2025-10-22T08:49:55.392" v="236"/>
          <ac:spMkLst>
            <pc:docMk/>
            <pc:sldMk cId="3407251587" sldId="2147481926"/>
            <ac:spMk id="22" creationId="{F1C374F5-FC5B-1D38-574F-8F19F3A7079D}"/>
          </ac:spMkLst>
        </pc:spChg>
        <pc:spChg chg="del">
          <ac:chgData name="Prabhat Swain" userId="S::prabhat.swain@sigmasoft.ai::807f03e4-6949-4ac6-b94b-e982470d84bd" providerId="AD" clId="Web-{E7AAE331-2FCE-4FB6-7DEA-C5DD759241CC}" dt="2025-10-22T08:49:58.705" v="266"/>
          <ac:spMkLst>
            <pc:docMk/>
            <pc:sldMk cId="3407251587" sldId="2147481926"/>
            <ac:spMk id="27" creationId="{B4031390-1A37-35CB-E1A9-9316A3589FDF}"/>
          </ac:spMkLst>
        </pc:spChg>
        <pc:spChg chg="del">
          <ac:chgData name="Prabhat Swain" userId="S::prabhat.swain@sigmasoft.ai::807f03e4-6949-4ac6-b94b-e982470d84bd" providerId="AD" clId="Web-{E7AAE331-2FCE-4FB6-7DEA-C5DD759241CC}" dt="2025-10-22T08:49:58.705" v="264"/>
          <ac:spMkLst>
            <pc:docMk/>
            <pc:sldMk cId="3407251587" sldId="2147481926"/>
            <ac:spMk id="31" creationId="{A6D5F6B5-A4D5-D17B-844E-C41B533A5E6F}"/>
          </ac:spMkLst>
        </pc:spChg>
        <pc:spChg chg="del">
          <ac:chgData name="Prabhat Swain" userId="S::prabhat.swain@sigmasoft.ai::807f03e4-6949-4ac6-b94b-e982470d84bd" providerId="AD" clId="Web-{E7AAE331-2FCE-4FB6-7DEA-C5DD759241CC}" dt="2025-10-22T08:49:58.705" v="256"/>
          <ac:spMkLst>
            <pc:docMk/>
            <pc:sldMk cId="3407251587" sldId="2147481926"/>
            <ac:spMk id="40" creationId="{395CC797-3007-4ED3-87E7-5310FB1DF0DF}"/>
          </ac:spMkLst>
        </pc:spChg>
        <pc:spChg chg="del">
          <ac:chgData name="Prabhat Swain" userId="S::prabhat.swain@sigmasoft.ai::807f03e4-6949-4ac6-b94b-e982470d84bd" providerId="AD" clId="Web-{E7AAE331-2FCE-4FB6-7DEA-C5DD759241CC}" dt="2025-10-22T08:49:55.392" v="249"/>
          <ac:spMkLst>
            <pc:docMk/>
            <pc:sldMk cId="3407251587" sldId="2147481926"/>
            <ac:spMk id="43" creationId="{6391D707-8E67-4450-B632-AD760D1848BE}"/>
          </ac:spMkLst>
        </pc:spChg>
        <pc:spChg chg="del">
          <ac:chgData name="Prabhat Swain" userId="S::prabhat.swain@sigmasoft.ai::807f03e4-6949-4ac6-b94b-e982470d84bd" providerId="AD" clId="Web-{E7AAE331-2FCE-4FB6-7DEA-C5DD759241CC}" dt="2025-10-22T08:49:58.705" v="262"/>
          <ac:spMkLst>
            <pc:docMk/>
            <pc:sldMk cId="3407251587" sldId="2147481926"/>
            <ac:spMk id="44" creationId="{14B512DF-BB7E-3671-3057-465467A1573A}"/>
          </ac:spMkLst>
        </pc:spChg>
        <pc:spChg chg="del">
          <ac:chgData name="Prabhat Swain" userId="S::prabhat.swain@sigmasoft.ai::807f03e4-6949-4ac6-b94b-e982470d84bd" providerId="AD" clId="Web-{E7AAE331-2FCE-4FB6-7DEA-C5DD759241CC}" dt="2025-10-22T08:49:58.705" v="261"/>
          <ac:spMkLst>
            <pc:docMk/>
            <pc:sldMk cId="3407251587" sldId="2147481926"/>
            <ac:spMk id="45" creationId="{77F2286F-EE9F-929E-8468-51BEF1F67BF5}"/>
          </ac:spMkLst>
        </pc:spChg>
        <pc:spChg chg="del">
          <ac:chgData name="Prabhat Swain" userId="S::prabhat.swain@sigmasoft.ai::807f03e4-6949-4ac6-b94b-e982470d84bd" providerId="AD" clId="Web-{E7AAE331-2FCE-4FB6-7DEA-C5DD759241CC}" dt="2025-10-22T08:49:58.705" v="260"/>
          <ac:spMkLst>
            <pc:docMk/>
            <pc:sldMk cId="3407251587" sldId="2147481926"/>
            <ac:spMk id="46" creationId="{41443CC8-C7B8-71D2-6CB7-1080BED018CC}"/>
          </ac:spMkLst>
        </pc:spChg>
        <pc:spChg chg="del">
          <ac:chgData name="Prabhat Swain" userId="S::prabhat.swain@sigmasoft.ai::807f03e4-6949-4ac6-b94b-e982470d84bd" providerId="AD" clId="Web-{E7AAE331-2FCE-4FB6-7DEA-C5DD759241CC}" dt="2025-10-22T08:49:58.705" v="259"/>
          <ac:spMkLst>
            <pc:docMk/>
            <pc:sldMk cId="3407251587" sldId="2147481926"/>
            <ac:spMk id="47" creationId="{7570D50D-178B-A6A1-655C-7F7C4E20E1C4}"/>
          </ac:spMkLst>
        </pc:spChg>
        <pc:spChg chg="del">
          <ac:chgData name="Prabhat Swain" userId="S::prabhat.swain@sigmasoft.ai::807f03e4-6949-4ac6-b94b-e982470d84bd" providerId="AD" clId="Web-{E7AAE331-2FCE-4FB6-7DEA-C5DD759241CC}" dt="2025-10-22T08:49:58.705" v="258"/>
          <ac:spMkLst>
            <pc:docMk/>
            <pc:sldMk cId="3407251587" sldId="2147481926"/>
            <ac:spMk id="48" creationId="{666BF73C-AC37-2D12-9E8B-A06F2030A651}"/>
          </ac:spMkLst>
        </pc:spChg>
        <pc:spChg chg="mod">
          <ac:chgData name="Prabhat Swain" userId="S::prabhat.swain@sigmasoft.ai::807f03e4-6949-4ac6-b94b-e982470d84bd" providerId="AD" clId="Web-{E7AAE331-2FCE-4FB6-7DEA-C5DD759241CC}" dt="2025-10-22T08:49:47.439" v="233" actId="20577"/>
          <ac:spMkLst>
            <pc:docMk/>
            <pc:sldMk cId="3407251587" sldId="2147481926"/>
            <ac:spMk id="49" creationId="{A2E21D3E-1897-A3E4-372D-D1B2EDCCC878}"/>
          </ac:spMkLst>
        </pc:spChg>
        <pc:spChg chg="del">
          <ac:chgData name="Prabhat Swain" userId="S::prabhat.swain@sigmasoft.ai::807f03e4-6949-4ac6-b94b-e982470d84bd" providerId="AD" clId="Web-{E7AAE331-2FCE-4FB6-7DEA-C5DD759241CC}" dt="2025-10-22T08:49:55.392" v="248"/>
          <ac:spMkLst>
            <pc:docMk/>
            <pc:sldMk cId="3407251587" sldId="2147481926"/>
            <ac:spMk id="50" creationId="{E6E4EBB6-911A-4F82-9FC4-37E33FBB0896}"/>
          </ac:spMkLst>
        </pc:spChg>
        <pc:spChg chg="del">
          <ac:chgData name="Prabhat Swain" userId="S::prabhat.swain@sigmasoft.ai::807f03e4-6949-4ac6-b94b-e982470d84bd" providerId="AD" clId="Web-{E7AAE331-2FCE-4FB6-7DEA-C5DD759241CC}" dt="2025-10-22T08:49:55.392" v="246"/>
          <ac:spMkLst>
            <pc:docMk/>
            <pc:sldMk cId="3407251587" sldId="2147481926"/>
            <ac:spMk id="52" creationId="{944383C9-BC8D-4366-911C-2F1E9FE99A7F}"/>
          </ac:spMkLst>
        </pc:spChg>
        <pc:spChg chg="del">
          <ac:chgData name="Prabhat Swain" userId="S::prabhat.swain@sigmasoft.ai::807f03e4-6949-4ac6-b94b-e982470d84bd" providerId="AD" clId="Web-{E7AAE331-2FCE-4FB6-7DEA-C5DD759241CC}" dt="2025-10-22T08:49:58.705" v="253"/>
          <ac:spMkLst>
            <pc:docMk/>
            <pc:sldMk cId="3407251587" sldId="2147481926"/>
            <ac:spMk id="54" creationId="{73B04075-9769-465C-917C-9DEC5D2B9E3E}"/>
          </ac:spMkLst>
        </pc:spChg>
        <pc:spChg chg="del">
          <ac:chgData name="Prabhat Swain" userId="S::prabhat.swain@sigmasoft.ai::807f03e4-6949-4ac6-b94b-e982470d84bd" providerId="AD" clId="Web-{E7AAE331-2FCE-4FB6-7DEA-C5DD759241CC}" dt="2025-10-22T08:49:58.705" v="252"/>
          <ac:spMkLst>
            <pc:docMk/>
            <pc:sldMk cId="3407251587" sldId="2147481926"/>
            <ac:spMk id="56" creationId="{BEEC173C-5A6D-45D5-B3F5-C79AE8BD8863}"/>
          </ac:spMkLst>
        </pc:spChg>
        <pc:spChg chg="del">
          <ac:chgData name="Prabhat Swain" userId="S::prabhat.swain@sigmasoft.ai::807f03e4-6949-4ac6-b94b-e982470d84bd" providerId="AD" clId="Web-{E7AAE331-2FCE-4FB6-7DEA-C5DD759241CC}" dt="2025-10-22T08:49:58.689" v="251"/>
          <ac:spMkLst>
            <pc:docMk/>
            <pc:sldMk cId="3407251587" sldId="2147481926"/>
            <ac:spMk id="58" creationId="{0406EEB5-CC30-4172-AFD9-9AA9C057DA08}"/>
          </ac:spMkLst>
        </pc:spChg>
        <pc:spChg chg="del">
          <ac:chgData name="Prabhat Swain" userId="S::prabhat.swain@sigmasoft.ai::807f03e4-6949-4ac6-b94b-e982470d84bd" providerId="AD" clId="Web-{E7AAE331-2FCE-4FB6-7DEA-C5DD759241CC}" dt="2025-10-22T08:49:58.689" v="250"/>
          <ac:spMkLst>
            <pc:docMk/>
            <pc:sldMk cId="3407251587" sldId="2147481926"/>
            <ac:spMk id="59" creationId="{C122DFBB-15F7-4DF6-BAF2-DCA1634B512C}"/>
          </ac:spMkLst>
        </pc:spChg>
        <pc:spChg chg="del">
          <ac:chgData name="Prabhat Swain" userId="S::prabhat.swain@sigmasoft.ai::807f03e4-6949-4ac6-b94b-e982470d84bd" providerId="AD" clId="Web-{E7AAE331-2FCE-4FB6-7DEA-C5DD759241CC}" dt="2025-10-22T08:49:55.392" v="245"/>
          <ac:spMkLst>
            <pc:docMk/>
            <pc:sldMk cId="3407251587" sldId="2147481926"/>
            <ac:spMk id="60" creationId="{4849209C-58D6-4EF6-A967-62B3BAFC09B8}"/>
          </ac:spMkLst>
        </pc:spChg>
        <pc:spChg chg="del">
          <ac:chgData name="Prabhat Swain" userId="S::prabhat.swain@sigmasoft.ai::807f03e4-6949-4ac6-b94b-e982470d84bd" providerId="AD" clId="Web-{E7AAE331-2FCE-4FB6-7DEA-C5DD759241CC}" dt="2025-10-22T08:49:55.392" v="244"/>
          <ac:spMkLst>
            <pc:docMk/>
            <pc:sldMk cId="3407251587" sldId="2147481926"/>
            <ac:spMk id="62" creationId="{0E61B2EC-F72C-43EF-8E3E-76AB6E1C7D50}"/>
          </ac:spMkLst>
        </pc:spChg>
        <pc:spChg chg="del">
          <ac:chgData name="Prabhat Swain" userId="S::prabhat.swain@sigmasoft.ai::807f03e4-6949-4ac6-b94b-e982470d84bd" providerId="AD" clId="Web-{E7AAE331-2FCE-4FB6-7DEA-C5DD759241CC}" dt="2025-10-22T08:49:55.392" v="243"/>
          <ac:spMkLst>
            <pc:docMk/>
            <pc:sldMk cId="3407251587" sldId="2147481926"/>
            <ac:spMk id="63" creationId="{415921AB-1185-4E6E-87C8-69BAD3AEE91E}"/>
          </ac:spMkLst>
        </pc:spChg>
        <pc:spChg chg="del">
          <ac:chgData name="Prabhat Swain" userId="S::prabhat.swain@sigmasoft.ai::807f03e4-6949-4ac6-b94b-e982470d84bd" providerId="AD" clId="Web-{E7AAE331-2FCE-4FB6-7DEA-C5DD759241CC}" dt="2025-10-22T08:49:55.392" v="242"/>
          <ac:spMkLst>
            <pc:docMk/>
            <pc:sldMk cId="3407251587" sldId="2147481926"/>
            <ac:spMk id="64" creationId="{D791298E-6DEA-4FC5-AC5B-5DDAED091E4C}"/>
          </ac:spMkLst>
        </pc:spChg>
        <pc:spChg chg="del">
          <ac:chgData name="Prabhat Swain" userId="S::prabhat.swain@sigmasoft.ai::807f03e4-6949-4ac6-b94b-e982470d84bd" providerId="AD" clId="Web-{E7AAE331-2FCE-4FB6-7DEA-C5DD759241CC}" dt="2025-10-22T08:49:55.392" v="241"/>
          <ac:spMkLst>
            <pc:docMk/>
            <pc:sldMk cId="3407251587" sldId="2147481926"/>
            <ac:spMk id="65" creationId="{ECC8EA9C-73B7-45D8-A641-8EE040D38260}"/>
          </ac:spMkLst>
        </pc:spChg>
        <pc:spChg chg="del">
          <ac:chgData name="Prabhat Swain" userId="S::prabhat.swain@sigmasoft.ai::807f03e4-6949-4ac6-b94b-e982470d84bd" providerId="AD" clId="Web-{E7AAE331-2FCE-4FB6-7DEA-C5DD759241CC}" dt="2025-10-22T08:49:55.392" v="240"/>
          <ac:spMkLst>
            <pc:docMk/>
            <pc:sldMk cId="3407251587" sldId="2147481926"/>
            <ac:spMk id="66" creationId="{A806C27E-ACA0-4F43-BEA9-F854EA429066}"/>
          </ac:spMkLst>
        </pc:spChg>
        <pc:grpChg chg="del">
          <ac:chgData name="Prabhat Swain" userId="S::prabhat.swain@sigmasoft.ai::807f03e4-6949-4ac6-b94b-e982470d84bd" providerId="AD" clId="Web-{E7AAE331-2FCE-4FB6-7DEA-C5DD759241CC}" dt="2025-10-22T08:49:58.705" v="273"/>
          <ac:grpSpMkLst>
            <pc:docMk/>
            <pc:sldMk cId="3407251587" sldId="2147481926"/>
            <ac:grpSpMk id="4" creationId="{CE3BAE9D-060E-E8D4-19AA-37A9110C4630}"/>
          </ac:grpSpMkLst>
        </pc:grpChg>
        <pc:grpChg chg="del">
          <ac:chgData name="Prabhat Swain" userId="S::prabhat.swain@sigmasoft.ai::807f03e4-6949-4ac6-b94b-e982470d84bd" providerId="AD" clId="Web-{E7AAE331-2FCE-4FB6-7DEA-C5DD759241CC}" dt="2025-10-22T08:49:58.705" v="272"/>
          <ac:grpSpMkLst>
            <pc:docMk/>
            <pc:sldMk cId="3407251587" sldId="2147481926"/>
            <ac:grpSpMk id="8" creationId="{BAF60783-BE92-233A-FACC-D80F1EE3613D}"/>
          </ac:grpSpMkLst>
        </pc:grpChg>
        <pc:grpChg chg="del">
          <ac:chgData name="Prabhat Swain" userId="S::prabhat.swain@sigmasoft.ai::807f03e4-6949-4ac6-b94b-e982470d84bd" providerId="AD" clId="Web-{E7AAE331-2FCE-4FB6-7DEA-C5DD759241CC}" dt="2025-10-22T08:49:58.705" v="267"/>
          <ac:grpSpMkLst>
            <pc:docMk/>
            <pc:sldMk cId="3407251587" sldId="2147481926"/>
            <ac:grpSpMk id="24" creationId="{15A79540-3C67-60B2-231E-4D75713794BC}"/>
          </ac:grpSpMkLst>
        </pc:grpChg>
        <pc:grpChg chg="del">
          <ac:chgData name="Prabhat Swain" userId="S::prabhat.swain@sigmasoft.ai::807f03e4-6949-4ac6-b94b-e982470d84bd" providerId="AD" clId="Web-{E7AAE331-2FCE-4FB6-7DEA-C5DD759241CC}" dt="2025-10-22T08:49:58.705" v="265"/>
          <ac:grpSpMkLst>
            <pc:docMk/>
            <pc:sldMk cId="3407251587" sldId="2147481926"/>
            <ac:grpSpMk id="28" creationId="{DCD73A1A-BE9D-C9DE-6ECA-F95FE523534D}"/>
          </ac:grpSpMkLst>
        </pc:grpChg>
        <pc:picChg chg="del">
          <ac:chgData name="Prabhat Swain" userId="S::prabhat.swain@sigmasoft.ai::807f03e4-6949-4ac6-b94b-e982470d84bd" providerId="AD" clId="Web-{E7AAE331-2FCE-4FB6-7DEA-C5DD759241CC}" dt="2025-10-22T08:49:55.392" v="235"/>
          <ac:picMkLst>
            <pc:docMk/>
            <pc:sldMk cId="3407251587" sldId="2147481926"/>
            <ac:picMk id="33" creationId="{50D4138C-A961-57B9-759A-BF33A5D1DD6F}"/>
          </ac:picMkLst>
        </pc:picChg>
        <pc:picChg chg="del">
          <ac:chgData name="Prabhat Swain" userId="S::prabhat.swain@sigmasoft.ai::807f03e4-6949-4ac6-b94b-e982470d84bd" providerId="AD" clId="Web-{E7AAE331-2FCE-4FB6-7DEA-C5DD759241CC}" dt="2025-10-22T08:49:58.705" v="257"/>
          <ac:picMkLst>
            <pc:docMk/>
            <pc:sldMk cId="3407251587" sldId="2147481926"/>
            <ac:picMk id="39" creationId="{DB930180-479D-4F60-AC37-9CB8097E18F2}"/>
          </ac:picMkLst>
        </pc:picChg>
        <pc:picChg chg="del">
          <ac:chgData name="Prabhat Swain" userId="S::prabhat.swain@sigmasoft.ai::807f03e4-6949-4ac6-b94b-e982470d84bd" providerId="AD" clId="Web-{E7AAE331-2FCE-4FB6-7DEA-C5DD759241CC}" dt="2025-10-22T08:49:58.705" v="255"/>
          <ac:picMkLst>
            <pc:docMk/>
            <pc:sldMk cId="3407251587" sldId="2147481926"/>
            <ac:picMk id="41" creationId="{4BB56EF6-AE8B-4144-AA8C-9D8B4F1D2F6D}"/>
          </ac:picMkLst>
        </pc:picChg>
        <pc:picChg chg="del">
          <ac:chgData name="Prabhat Swain" userId="S::prabhat.swain@sigmasoft.ai::807f03e4-6949-4ac6-b94b-e982470d84bd" providerId="AD" clId="Web-{E7AAE331-2FCE-4FB6-7DEA-C5DD759241CC}" dt="2025-10-22T08:49:58.705" v="254"/>
          <ac:picMkLst>
            <pc:docMk/>
            <pc:sldMk cId="3407251587" sldId="2147481926"/>
            <ac:picMk id="42" creationId="{A9C44C76-BA7A-4752-862E-89CB2A7A6665}"/>
          </ac:picMkLst>
        </pc:picChg>
      </pc:sldChg>
      <pc:sldChg chg="modSp">
        <pc:chgData name="Prabhat Swain" userId="S::prabhat.swain@sigmasoft.ai::807f03e4-6949-4ac6-b94b-e982470d84bd" providerId="AD" clId="Web-{E7AAE331-2FCE-4FB6-7DEA-C5DD759241CC}" dt="2025-10-22T08:49:27.063" v="229" actId="20577"/>
        <pc:sldMkLst>
          <pc:docMk/>
          <pc:sldMk cId="1463588025" sldId="2147481929"/>
        </pc:sldMkLst>
        <pc:graphicFrameChg chg="modGraphic">
          <ac:chgData name="Prabhat Swain" userId="S::prabhat.swain@sigmasoft.ai::807f03e4-6949-4ac6-b94b-e982470d84bd" providerId="AD" clId="Web-{E7AAE331-2FCE-4FB6-7DEA-C5DD759241CC}" dt="2025-10-22T08:49:27.063" v="229" actId="20577"/>
          <ac:graphicFrameMkLst>
            <pc:docMk/>
            <pc:sldMk cId="1463588025" sldId="2147481929"/>
            <ac:graphicFrameMk id="7" creationId="{41D261E0-7604-793B-DAC2-B1D3DE19BC3D}"/>
          </ac:graphicFrameMkLst>
        </pc:graphicFrameChg>
      </pc:sldChg>
      <pc:sldChg chg="add replId">
        <pc:chgData name="Prabhat Swain" userId="S::prabhat.swain@sigmasoft.ai::807f03e4-6949-4ac6-b94b-e982470d84bd" providerId="AD" clId="Web-{E7AAE331-2FCE-4FB6-7DEA-C5DD759241CC}" dt="2025-10-22T08:51:10.145" v="294"/>
        <pc:sldMkLst>
          <pc:docMk/>
          <pc:sldMk cId="3396310219" sldId="2147481934"/>
        </pc:sldMkLst>
      </pc:sldChg>
    </pc:docChg>
  </pc:docChgLst>
  <pc:docChgLst>
    <pc:chgData name="Prabhat Swain" userId="S::prabhat.swain@sigmasoft.ai::807f03e4-6949-4ac6-b94b-e982470d84bd" providerId="AD" clId="Web-{3A700048-EC97-795F-1276-F79E2D7E7BA4}"/>
    <pc:docChg chg="addSld delSld modSld sldOrd">
      <pc:chgData name="Prabhat Swain" userId="S::prabhat.swain@sigmasoft.ai::807f03e4-6949-4ac6-b94b-e982470d84bd" providerId="AD" clId="Web-{3A700048-EC97-795F-1276-F79E2D7E7BA4}" dt="2025-10-22T09:38:00.100" v="907" actId="14100"/>
      <pc:docMkLst>
        <pc:docMk/>
      </pc:docMkLst>
      <pc:sldChg chg="addSp delSp modSp">
        <pc:chgData name="Prabhat Swain" userId="S::prabhat.swain@sigmasoft.ai::807f03e4-6949-4ac6-b94b-e982470d84bd" providerId="AD" clId="Web-{3A700048-EC97-795F-1276-F79E2D7E7BA4}" dt="2025-10-22T09:06:08.273" v="340"/>
        <pc:sldMkLst>
          <pc:docMk/>
          <pc:sldMk cId="3770454075" sldId="16766237"/>
        </pc:sldMkLst>
        <pc:spChg chg="mod">
          <ac:chgData name="Prabhat Swain" userId="S::prabhat.swain@sigmasoft.ai::807f03e4-6949-4ac6-b94b-e982470d84bd" providerId="AD" clId="Web-{3A700048-EC97-795F-1276-F79E2D7E7BA4}" dt="2025-10-22T09:05:20.038" v="288" actId="20577"/>
          <ac:spMkLst>
            <pc:docMk/>
            <pc:sldMk cId="3770454075" sldId="16766237"/>
            <ac:spMk id="3" creationId="{4622FD3E-C1AE-A643-F977-743899F93393}"/>
          </ac:spMkLst>
        </pc:spChg>
        <pc:spChg chg="del">
          <ac:chgData name="Prabhat Swain" userId="S::prabhat.swain@sigmasoft.ai::807f03e4-6949-4ac6-b94b-e982470d84bd" providerId="AD" clId="Web-{3A700048-EC97-795F-1276-F79E2D7E7BA4}" dt="2025-10-22T09:05:27.038" v="304"/>
          <ac:spMkLst>
            <pc:docMk/>
            <pc:sldMk cId="3770454075" sldId="16766237"/>
            <ac:spMk id="234" creationId="{3C11B9A4-7958-8487-7A45-ADC8424868FC}"/>
          </ac:spMkLst>
        </pc:spChg>
        <pc:spChg chg="del">
          <ac:chgData name="Prabhat Swain" userId="S::prabhat.swain@sigmasoft.ai::807f03e4-6949-4ac6-b94b-e982470d84bd" providerId="AD" clId="Web-{3A700048-EC97-795F-1276-F79E2D7E7BA4}" dt="2025-10-22T09:05:29.069" v="332"/>
          <ac:spMkLst>
            <pc:docMk/>
            <pc:sldMk cId="3770454075" sldId="16766237"/>
            <ac:spMk id="236" creationId="{4EA949AF-DE48-B029-64DC-99BCA957EB17}"/>
          </ac:spMkLst>
        </pc:spChg>
        <pc:spChg chg="del">
          <ac:chgData name="Prabhat Swain" userId="S::prabhat.swain@sigmasoft.ai::807f03e4-6949-4ac6-b94b-e982470d84bd" providerId="AD" clId="Web-{3A700048-EC97-795F-1276-F79E2D7E7BA4}" dt="2025-10-22T09:05:27.038" v="299"/>
          <ac:spMkLst>
            <pc:docMk/>
            <pc:sldMk cId="3770454075" sldId="16766237"/>
            <ac:spMk id="241" creationId="{CB9EEDC1-340E-9804-72D5-F350502B37C9}"/>
          </ac:spMkLst>
        </pc:spChg>
        <pc:spChg chg="del">
          <ac:chgData name="Prabhat Swain" userId="S::prabhat.swain@sigmasoft.ai::807f03e4-6949-4ac6-b94b-e982470d84bd" providerId="AD" clId="Web-{3A700048-EC97-795F-1276-F79E2D7E7BA4}" dt="2025-10-22T09:05:29.069" v="330"/>
          <ac:spMkLst>
            <pc:docMk/>
            <pc:sldMk cId="3770454075" sldId="16766237"/>
            <ac:spMk id="242" creationId="{A9B880C6-C7FE-395F-C3D3-96D2B1976C80}"/>
          </ac:spMkLst>
        </pc:spChg>
        <pc:spChg chg="del">
          <ac:chgData name="Prabhat Swain" userId="S::prabhat.swain@sigmasoft.ai::807f03e4-6949-4ac6-b94b-e982470d84bd" providerId="AD" clId="Web-{3A700048-EC97-795F-1276-F79E2D7E7BA4}" dt="2025-10-22T09:05:29.069" v="329"/>
          <ac:spMkLst>
            <pc:docMk/>
            <pc:sldMk cId="3770454075" sldId="16766237"/>
            <ac:spMk id="243" creationId="{B5B4EC53-AE31-11BA-6899-9DA61CAE1D08}"/>
          </ac:spMkLst>
        </pc:spChg>
        <pc:spChg chg="del">
          <ac:chgData name="Prabhat Swain" userId="S::prabhat.swain@sigmasoft.ai::807f03e4-6949-4ac6-b94b-e982470d84bd" providerId="AD" clId="Web-{3A700048-EC97-795F-1276-F79E2D7E7BA4}" dt="2025-10-22T09:05:29.069" v="328"/>
          <ac:spMkLst>
            <pc:docMk/>
            <pc:sldMk cId="3770454075" sldId="16766237"/>
            <ac:spMk id="244" creationId="{6CF19F82-300C-E19A-CD22-49488F58B3C1}"/>
          </ac:spMkLst>
        </pc:spChg>
        <pc:spChg chg="del">
          <ac:chgData name="Prabhat Swain" userId="S::prabhat.swain@sigmasoft.ai::807f03e4-6949-4ac6-b94b-e982470d84bd" providerId="AD" clId="Web-{3A700048-EC97-795F-1276-F79E2D7E7BA4}" dt="2025-10-22T09:05:31.991" v="338"/>
          <ac:spMkLst>
            <pc:docMk/>
            <pc:sldMk cId="3770454075" sldId="16766237"/>
            <ac:spMk id="245" creationId="{0750F732-9DA3-A6E0-F5EC-20E7F301A857}"/>
          </ac:spMkLst>
        </pc:spChg>
        <pc:spChg chg="del">
          <ac:chgData name="Prabhat Swain" userId="S::prabhat.swain@sigmasoft.ai::807f03e4-6949-4ac6-b94b-e982470d84bd" providerId="AD" clId="Web-{3A700048-EC97-795F-1276-F79E2D7E7BA4}" dt="2025-10-22T09:05:29.069" v="327"/>
          <ac:spMkLst>
            <pc:docMk/>
            <pc:sldMk cId="3770454075" sldId="16766237"/>
            <ac:spMk id="246" creationId="{09393952-CF25-0295-B04B-834FC0CB3A54}"/>
          </ac:spMkLst>
        </pc:spChg>
        <pc:spChg chg="del">
          <ac:chgData name="Prabhat Swain" userId="S::prabhat.swain@sigmasoft.ai::807f03e4-6949-4ac6-b94b-e982470d84bd" providerId="AD" clId="Web-{3A700048-EC97-795F-1276-F79E2D7E7BA4}" dt="2025-10-22T09:05:29.069" v="326"/>
          <ac:spMkLst>
            <pc:docMk/>
            <pc:sldMk cId="3770454075" sldId="16766237"/>
            <ac:spMk id="247" creationId="{3B5593C3-1D7A-DCF4-E5F2-52972DD6235F}"/>
          </ac:spMkLst>
        </pc:spChg>
        <pc:spChg chg="del">
          <ac:chgData name="Prabhat Swain" userId="S::prabhat.swain@sigmasoft.ai::807f03e4-6949-4ac6-b94b-e982470d84bd" providerId="AD" clId="Web-{3A700048-EC97-795F-1276-F79E2D7E7BA4}" dt="2025-10-22T09:05:29.069" v="325"/>
          <ac:spMkLst>
            <pc:docMk/>
            <pc:sldMk cId="3770454075" sldId="16766237"/>
            <ac:spMk id="248" creationId="{584ECF65-062F-5AA9-5DBC-671FB9B36B36}"/>
          </ac:spMkLst>
        </pc:spChg>
        <pc:spChg chg="del">
          <ac:chgData name="Prabhat Swain" userId="S::prabhat.swain@sigmasoft.ai::807f03e4-6949-4ac6-b94b-e982470d84bd" providerId="AD" clId="Web-{3A700048-EC97-795F-1276-F79E2D7E7BA4}" dt="2025-10-22T09:05:29.069" v="321"/>
          <ac:spMkLst>
            <pc:docMk/>
            <pc:sldMk cId="3770454075" sldId="16766237"/>
            <ac:spMk id="252" creationId="{2D9EF78D-9951-AA23-901D-7666DEE96156}"/>
          </ac:spMkLst>
        </pc:spChg>
        <pc:spChg chg="del">
          <ac:chgData name="Prabhat Swain" userId="S::prabhat.swain@sigmasoft.ai::807f03e4-6949-4ac6-b94b-e982470d84bd" providerId="AD" clId="Web-{3A700048-EC97-795F-1276-F79E2D7E7BA4}" dt="2025-10-22T09:05:29.069" v="319"/>
          <ac:spMkLst>
            <pc:docMk/>
            <pc:sldMk cId="3770454075" sldId="16766237"/>
            <ac:spMk id="255" creationId="{5A73D696-48D6-BCEB-28D6-3F33B6398799}"/>
          </ac:spMkLst>
        </pc:spChg>
        <pc:spChg chg="del">
          <ac:chgData name="Prabhat Swain" userId="S::prabhat.swain@sigmasoft.ai::807f03e4-6949-4ac6-b94b-e982470d84bd" providerId="AD" clId="Web-{3A700048-EC97-795F-1276-F79E2D7E7BA4}" dt="2025-10-22T09:05:29.069" v="318"/>
          <ac:spMkLst>
            <pc:docMk/>
            <pc:sldMk cId="3770454075" sldId="16766237"/>
            <ac:spMk id="257" creationId="{2A0F4702-0E92-6BCD-9D9F-90C7D73406EA}"/>
          </ac:spMkLst>
        </pc:spChg>
        <pc:spChg chg="del">
          <ac:chgData name="Prabhat Swain" userId="S::prabhat.swain@sigmasoft.ai::807f03e4-6949-4ac6-b94b-e982470d84bd" providerId="AD" clId="Web-{3A700048-EC97-795F-1276-F79E2D7E7BA4}" dt="2025-10-22T09:05:29.069" v="315"/>
          <ac:spMkLst>
            <pc:docMk/>
            <pc:sldMk cId="3770454075" sldId="16766237"/>
            <ac:spMk id="260" creationId="{2D07C90D-B102-E344-1562-C4FCEC0267F0}"/>
          </ac:spMkLst>
        </pc:spChg>
        <pc:spChg chg="del">
          <ac:chgData name="Prabhat Swain" userId="S::prabhat.swain@sigmasoft.ai::807f03e4-6949-4ac6-b94b-e982470d84bd" providerId="AD" clId="Web-{3A700048-EC97-795F-1276-F79E2D7E7BA4}" dt="2025-10-22T09:05:29.069" v="314"/>
          <ac:spMkLst>
            <pc:docMk/>
            <pc:sldMk cId="3770454075" sldId="16766237"/>
            <ac:spMk id="261" creationId="{9C3F1734-7439-C178-3181-6EA076968DDE}"/>
          </ac:spMkLst>
        </pc:spChg>
        <pc:spChg chg="del">
          <ac:chgData name="Prabhat Swain" userId="S::prabhat.swain@sigmasoft.ai::807f03e4-6949-4ac6-b94b-e982470d84bd" providerId="AD" clId="Web-{3A700048-EC97-795F-1276-F79E2D7E7BA4}" dt="2025-10-22T09:05:29.054" v="313"/>
          <ac:spMkLst>
            <pc:docMk/>
            <pc:sldMk cId="3770454075" sldId="16766237"/>
            <ac:spMk id="262" creationId="{AE194A6B-4C30-315B-E615-539EE8C1D9FA}"/>
          </ac:spMkLst>
        </pc:spChg>
        <pc:spChg chg="del">
          <ac:chgData name="Prabhat Swain" userId="S::prabhat.swain@sigmasoft.ai::807f03e4-6949-4ac6-b94b-e982470d84bd" providerId="AD" clId="Web-{3A700048-EC97-795F-1276-F79E2D7E7BA4}" dt="2025-10-22T09:05:31.991" v="337"/>
          <ac:spMkLst>
            <pc:docMk/>
            <pc:sldMk cId="3770454075" sldId="16766237"/>
            <ac:spMk id="263" creationId="{2087EC71-EB11-6FCA-282E-D659AA33607F}"/>
          </ac:spMkLst>
        </pc:spChg>
        <pc:spChg chg="del">
          <ac:chgData name="Prabhat Swain" userId="S::prabhat.swain@sigmasoft.ai::807f03e4-6949-4ac6-b94b-e982470d84bd" providerId="AD" clId="Web-{3A700048-EC97-795F-1276-F79E2D7E7BA4}" dt="2025-10-22T09:05:29.054" v="311"/>
          <ac:spMkLst>
            <pc:docMk/>
            <pc:sldMk cId="3770454075" sldId="16766237"/>
            <ac:spMk id="280" creationId="{00A98641-9A29-66C5-6C86-167A0BE6FE5A}"/>
          </ac:spMkLst>
        </pc:spChg>
        <pc:spChg chg="del">
          <ac:chgData name="Prabhat Swain" userId="S::prabhat.swain@sigmasoft.ai::807f03e4-6949-4ac6-b94b-e982470d84bd" providerId="AD" clId="Web-{3A700048-EC97-795F-1276-F79E2D7E7BA4}" dt="2025-10-22T09:05:29.054" v="310"/>
          <ac:spMkLst>
            <pc:docMk/>
            <pc:sldMk cId="3770454075" sldId="16766237"/>
            <ac:spMk id="281" creationId="{D7241D89-E702-D7C8-5389-E71622CF001E}"/>
          </ac:spMkLst>
        </pc:spChg>
        <pc:spChg chg="del">
          <ac:chgData name="Prabhat Swain" userId="S::prabhat.swain@sigmasoft.ai::807f03e4-6949-4ac6-b94b-e982470d84bd" providerId="AD" clId="Web-{3A700048-EC97-795F-1276-F79E2D7E7BA4}" dt="2025-10-22T09:05:31.991" v="334"/>
          <ac:spMkLst>
            <pc:docMk/>
            <pc:sldMk cId="3770454075" sldId="16766237"/>
            <ac:spMk id="284" creationId="{07E276D3-2747-B4CD-1F21-546BCA6D8939}"/>
          </ac:spMkLst>
        </pc:spChg>
        <pc:spChg chg="del">
          <ac:chgData name="Prabhat Swain" userId="S::prabhat.swain@sigmasoft.ai::807f03e4-6949-4ac6-b94b-e982470d84bd" providerId="AD" clId="Web-{3A700048-EC97-795F-1276-F79E2D7E7BA4}" dt="2025-10-22T09:05:29.054" v="307"/>
          <ac:spMkLst>
            <pc:docMk/>
            <pc:sldMk cId="3770454075" sldId="16766237"/>
            <ac:spMk id="285" creationId="{D626B64C-82B8-BDA8-4A40-00B69AF2A88C}"/>
          </ac:spMkLst>
        </pc:spChg>
        <pc:spChg chg="del">
          <ac:chgData name="Prabhat Swain" userId="S::prabhat.swain@sigmasoft.ai::807f03e4-6949-4ac6-b94b-e982470d84bd" providerId="AD" clId="Web-{3A700048-EC97-795F-1276-F79E2D7E7BA4}" dt="2025-10-22T09:05:27.038" v="294"/>
          <ac:spMkLst>
            <pc:docMk/>
            <pc:sldMk cId="3770454075" sldId="16766237"/>
            <ac:spMk id="290" creationId="{14F265F4-1F3B-7071-88C2-1E4E7104AE6D}"/>
          </ac:spMkLst>
        </pc:spChg>
        <pc:spChg chg="del">
          <ac:chgData name="Prabhat Swain" userId="S::prabhat.swain@sigmasoft.ai::807f03e4-6949-4ac6-b94b-e982470d84bd" providerId="AD" clId="Web-{3A700048-EC97-795F-1276-F79E2D7E7BA4}" dt="2025-10-22T09:05:27.038" v="290"/>
          <ac:spMkLst>
            <pc:docMk/>
            <pc:sldMk cId="3770454075" sldId="16766237"/>
            <ac:spMk id="295" creationId="{3696E5A0-ECE9-DB7F-BCAA-A73419DD343C}"/>
          </ac:spMkLst>
        </pc:spChg>
        <pc:grpChg chg="del">
          <ac:chgData name="Prabhat Swain" userId="S::prabhat.swain@sigmasoft.ai::807f03e4-6949-4ac6-b94b-e982470d84bd" providerId="AD" clId="Web-{3A700048-EC97-795F-1276-F79E2D7E7BA4}" dt="2025-10-22T09:05:31.991" v="336"/>
          <ac:grpSpMkLst>
            <pc:docMk/>
            <pc:sldMk cId="3770454075" sldId="16766237"/>
            <ac:grpSpMk id="264" creationId="{69D3AA91-DB94-EB34-61C8-95C5BD08A90C}"/>
          </ac:grpSpMkLst>
        </pc:grpChg>
        <pc:grpChg chg="del">
          <ac:chgData name="Prabhat Swain" userId="S::prabhat.swain@sigmasoft.ai::807f03e4-6949-4ac6-b94b-e982470d84bd" providerId="AD" clId="Web-{3A700048-EC97-795F-1276-F79E2D7E7BA4}" dt="2025-10-22T09:05:31.991" v="335"/>
          <ac:grpSpMkLst>
            <pc:docMk/>
            <pc:sldMk cId="3770454075" sldId="16766237"/>
            <ac:grpSpMk id="270" creationId="{EA4854D7-C1A3-F996-0FE0-5AC1E9B778DB}"/>
          </ac:grpSpMkLst>
        </pc:grpChg>
        <pc:grpChg chg="del">
          <ac:chgData name="Prabhat Swain" userId="S::prabhat.swain@sigmasoft.ai::807f03e4-6949-4ac6-b94b-e982470d84bd" providerId="AD" clId="Web-{3A700048-EC97-795F-1276-F79E2D7E7BA4}" dt="2025-10-22T09:05:29.054" v="312"/>
          <ac:grpSpMkLst>
            <pc:docMk/>
            <pc:sldMk cId="3770454075" sldId="16766237"/>
            <ac:grpSpMk id="276" creationId="{85A4EA1E-DB15-FA2E-66FB-98E4DEEBCEC4}"/>
          </ac:grpSpMkLst>
        </pc:grpChg>
        <pc:picChg chg="add mod">
          <ac:chgData name="Prabhat Swain" userId="S::prabhat.swain@sigmasoft.ai::807f03e4-6949-4ac6-b94b-e982470d84bd" providerId="AD" clId="Web-{3A700048-EC97-795F-1276-F79E2D7E7BA4}" dt="2025-10-22T09:06:08.273" v="340"/>
          <ac:picMkLst>
            <pc:docMk/>
            <pc:sldMk cId="3770454075" sldId="16766237"/>
            <ac:picMk id="2" creationId="{AC4B1C4D-4B68-4093-6BDB-686EB80374A5}"/>
          </ac:picMkLst>
        </pc:picChg>
        <pc:picChg chg="del">
          <ac:chgData name="Prabhat Swain" userId="S::prabhat.swain@sigmasoft.ai::807f03e4-6949-4ac6-b94b-e982470d84bd" providerId="AD" clId="Web-{3A700048-EC97-795F-1276-F79E2D7E7BA4}" dt="2025-10-22T09:05:27.038" v="302"/>
          <ac:picMkLst>
            <pc:docMk/>
            <pc:sldMk cId="3770454075" sldId="16766237"/>
            <ac:picMk id="237" creationId="{02EEF88A-F4CC-E47B-3768-319EFF305D7F}"/>
          </ac:picMkLst>
        </pc:picChg>
        <pc:picChg chg="del">
          <ac:chgData name="Prabhat Swain" userId="S::prabhat.swain@sigmasoft.ai::807f03e4-6949-4ac6-b94b-e982470d84bd" providerId="AD" clId="Web-{3A700048-EC97-795F-1276-F79E2D7E7BA4}" dt="2025-10-22T09:05:27.038" v="301"/>
          <ac:picMkLst>
            <pc:docMk/>
            <pc:sldMk cId="3770454075" sldId="16766237"/>
            <ac:picMk id="239" creationId="{4931C263-83B8-8BFE-3699-2EB239EEDB8B}"/>
          </ac:picMkLst>
        </pc:picChg>
        <pc:picChg chg="del">
          <ac:chgData name="Prabhat Swain" userId="S::prabhat.swain@sigmasoft.ai::807f03e4-6949-4ac6-b94b-e982470d84bd" providerId="AD" clId="Web-{3A700048-EC97-795F-1276-F79E2D7E7BA4}" dt="2025-10-22T09:05:27.038" v="300"/>
          <ac:picMkLst>
            <pc:docMk/>
            <pc:sldMk cId="3770454075" sldId="16766237"/>
            <ac:picMk id="240" creationId="{5869BF3B-E36C-2D70-2FAA-5C5B08E5490D}"/>
          </ac:picMkLst>
        </pc:picChg>
        <pc:picChg chg="del">
          <ac:chgData name="Prabhat Swain" userId="S::prabhat.swain@sigmasoft.ai::807f03e4-6949-4ac6-b94b-e982470d84bd" providerId="AD" clId="Web-{3A700048-EC97-795F-1276-F79E2D7E7BA4}" dt="2025-10-22T09:05:29.069" v="324"/>
          <ac:picMkLst>
            <pc:docMk/>
            <pc:sldMk cId="3770454075" sldId="16766237"/>
            <ac:picMk id="249" creationId="{43338A95-60DD-452E-3C71-930F4EE035AA}"/>
          </ac:picMkLst>
        </pc:picChg>
        <pc:picChg chg="del">
          <ac:chgData name="Prabhat Swain" userId="S::prabhat.swain@sigmasoft.ai::807f03e4-6949-4ac6-b94b-e982470d84bd" providerId="AD" clId="Web-{3A700048-EC97-795F-1276-F79E2D7E7BA4}" dt="2025-10-22T09:05:29.069" v="323"/>
          <ac:picMkLst>
            <pc:docMk/>
            <pc:sldMk cId="3770454075" sldId="16766237"/>
            <ac:picMk id="250" creationId="{FC0D3161-6BAC-8DE0-D537-5D7EA8782E99}"/>
          </ac:picMkLst>
        </pc:picChg>
        <pc:picChg chg="del">
          <ac:chgData name="Prabhat Swain" userId="S::prabhat.swain@sigmasoft.ai::807f03e4-6949-4ac6-b94b-e982470d84bd" providerId="AD" clId="Web-{3A700048-EC97-795F-1276-F79E2D7E7BA4}" dt="2025-10-22T09:05:29.069" v="322"/>
          <ac:picMkLst>
            <pc:docMk/>
            <pc:sldMk cId="3770454075" sldId="16766237"/>
            <ac:picMk id="251" creationId="{4BBACE59-A94A-5DD8-CAF5-D5E10AA3A109}"/>
          </ac:picMkLst>
        </pc:picChg>
        <pc:picChg chg="del">
          <ac:chgData name="Prabhat Swain" userId="S::prabhat.swain@sigmasoft.ai::807f03e4-6949-4ac6-b94b-e982470d84bd" providerId="AD" clId="Web-{3A700048-EC97-795F-1276-F79E2D7E7BA4}" dt="2025-10-22T09:05:29.069" v="320"/>
          <ac:picMkLst>
            <pc:docMk/>
            <pc:sldMk cId="3770454075" sldId="16766237"/>
            <ac:picMk id="253" creationId="{4F6CF1C7-3116-8B48-ADF5-250B779EFF18}"/>
          </ac:picMkLst>
        </pc:picChg>
        <pc:picChg chg="del">
          <ac:chgData name="Prabhat Swain" userId="S::prabhat.swain@sigmasoft.ai::807f03e4-6949-4ac6-b94b-e982470d84bd" providerId="AD" clId="Web-{3A700048-EC97-795F-1276-F79E2D7E7BA4}" dt="2025-10-22T09:05:29.069" v="317"/>
          <ac:picMkLst>
            <pc:docMk/>
            <pc:sldMk cId="3770454075" sldId="16766237"/>
            <ac:picMk id="258" creationId="{E615B6E6-8625-F2DF-33DB-83EE0528CCDA}"/>
          </ac:picMkLst>
        </pc:picChg>
        <pc:picChg chg="del">
          <ac:chgData name="Prabhat Swain" userId="S::prabhat.swain@sigmasoft.ai::807f03e4-6949-4ac6-b94b-e982470d84bd" providerId="AD" clId="Web-{3A700048-EC97-795F-1276-F79E2D7E7BA4}" dt="2025-10-22T09:05:29.054" v="305"/>
          <ac:picMkLst>
            <pc:docMk/>
            <pc:sldMk cId="3770454075" sldId="16766237"/>
            <ac:picMk id="287" creationId="{C55B0A8E-FE43-0A7A-AA39-F15E9BCE751A}"/>
          </ac:picMkLst>
        </pc:picChg>
        <pc:picChg chg="del">
          <ac:chgData name="Prabhat Swain" userId="S::prabhat.swain@sigmasoft.ai::807f03e4-6949-4ac6-b94b-e982470d84bd" providerId="AD" clId="Web-{3A700048-EC97-795F-1276-F79E2D7E7BA4}" dt="2025-10-22T09:05:27.038" v="295"/>
          <ac:picMkLst>
            <pc:docMk/>
            <pc:sldMk cId="3770454075" sldId="16766237"/>
            <ac:picMk id="289" creationId="{9C0D1F5F-01E3-DABD-EC8C-D2C5EB5EF7D7}"/>
          </ac:picMkLst>
        </pc:picChg>
        <pc:picChg chg="del">
          <ac:chgData name="Prabhat Swain" userId="S::prabhat.swain@sigmasoft.ai::807f03e4-6949-4ac6-b94b-e982470d84bd" providerId="AD" clId="Web-{3A700048-EC97-795F-1276-F79E2D7E7BA4}" dt="2025-10-22T09:05:27.038" v="293"/>
          <ac:picMkLst>
            <pc:docMk/>
            <pc:sldMk cId="3770454075" sldId="16766237"/>
            <ac:picMk id="292" creationId="{038192E2-07AF-8055-2A87-D5C9AB656F53}"/>
          </ac:picMkLst>
        </pc:picChg>
        <pc:picChg chg="del">
          <ac:chgData name="Prabhat Swain" userId="S::prabhat.swain@sigmasoft.ai::807f03e4-6949-4ac6-b94b-e982470d84bd" providerId="AD" clId="Web-{3A700048-EC97-795F-1276-F79E2D7E7BA4}" dt="2025-10-22T09:05:27.038" v="292"/>
          <ac:picMkLst>
            <pc:docMk/>
            <pc:sldMk cId="3770454075" sldId="16766237"/>
            <ac:picMk id="293" creationId="{EAAB0D43-9581-ABAE-0C29-029CF291E3C5}"/>
          </ac:picMkLst>
        </pc:picChg>
        <pc:picChg chg="del">
          <ac:chgData name="Prabhat Swain" userId="S::prabhat.swain@sigmasoft.ai::807f03e4-6949-4ac6-b94b-e982470d84bd" providerId="AD" clId="Web-{3A700048-EC97-795F-1276-F79E2D7E7BA4}" dt="2025-10-22T09:05:27.038" v="291"/>
          <ac:picMkLst>
            <pc:docMk/>
            <pc:sldMk cId="3770454075" sldId="16766237"/>
            <ac:picMk id="294" creationId="{CF807E21-C2E9-D003-244B-0047943A557B}"/>
          </ac:picMkLst>
        </pc:picChg>
        <pc:picChg chg="del">
          <ac:chgData name="Prabhat Swain" userId="S::prabhat.swain@sigmasoft.ai::807f03e4-6949-4ac6-b94b-e982470d84bd" providerId="AD" clId="Web-{3A700048-EC97-795F-1276-F79E2D7E7BA4}" dt="2025-10-22T09:05:27.038" v="289"/>
          <ac:picMkLst>
            <pc:docMk/>
            <pc:sldMk cId="3770454075" sldId="16766237"/>
            <ac:picMk id="1028" creationId="{55117510-9D72-6463-CA91-D6D8ACCE1440}"/>
          </ac:picMkLst>
        </pc:picChg>
        <pc:cxnChg chg="del">
          <ac:chgData name="Prabhat Swain" userId="S::prabhat.swain@sigmasoft.ai::807f03e4-6949-4ac6-b94b-e982470d84bd" providerId="AD" clId="Web-{3A700048-EC97-795F-1276-F79E2D7E7BA4}" dt="2025-10-22T09:05:29.069" v="333"/>
          <ac:cxnSpMkLst>
            <pc:docMk/>
            <pc:sldMk cId="3770454075" sldId="16766237"/>
            <ac:cxnSpMk id="233" creationId="{661126FF-4C10-3007-D26C-F45507018822}"/>
          </ac:cxnSpMkLst>
        </pc:cxnChg>
        <pc:cxnChg chg="del">
          <ac:chgData name="Prabhat Swain" userId="S::prabhat.swain@sigmasoft.ai::807f03e4-6949-4ac6-b94b-e982470d84bd" providerId="AD" clId="Web-{3A700048-EC97-795F-1276-F79E2D7E7BA4}" dt="2025-10-22T09:05:27.038" v="303"/>
          <ac:cxnSpMkLst>
            <pc:docMk/>
            <pc:sldMk cId="3770454075" sldId="16766237"/>
            <ac:cxnSpMk id="235" creationId="{C1F92542-B2DB-09F1-78F6-3980A2965631}"/>
          </ac:cxnSpMkLst>
        </pc:cxnChg>
        <pc:cxnChg chg="del">
          <ac:chgData name="Prabhat Swain" userId="S::prabhat.swain@sigmasoft.ai::807f03e4-6949-4ac6-b94b-e982470d84bd" providerId="AD" clId="Web-{3A700048-EC97-795F-1276-F79E2D7E7BA4}" dt="2025-10-22T09:05:29.069" v="331"/>
          <ac:cxnSpMkLst>
            <pc:docMk/>
            <pc:sldMk cId="3770454075" sldId="16766237"/>
            <ac:cxnSpMk id="238" creationId="{134FC9B0-0FD6-D105-1D39-9BA46BA5DEC1}"/>
          </ac:cxnSpMkLst>
        </pc:cxnChg>
        <pc:cxnChg chg="del">
          <ac:chgData name="Prabhat Swain" userId="S::prabhat.swain@sigmasoft.ai::807f03e4-6949-4ac6-b94b-e982470d84bd" providerId="AD" clId="Web-{3A700048-EC97-795F-1276-F79E2D7E7BA4}" dt="2025-10-22T09:05:27.038" v="298"/>
          <ac:cxnSpMkLst>
            <pc:docMk/>
            <pc:sldMk cId="3770454075" sldId="16766237"/>
            <ac:cxnSpMk id="254" creationId="{A8D7CFE4-301D-B600-775E-5AB1E544D0D6}"/>
          </ac:cxnSpMkLst>
        </pc:cxnChg>
        <pc:cxnChg chg="del">
          <ac:chgData name="Prabhat Swain" userId="S::prabhat.swain@sigmasoft.ai::807f03e4-6949-4ac6-b94b-e982470d84bd" providerId="AD" clId="Web-{3A700048-EC97-795F-1276-F79E2D7E7BA4}" dt="2025-10-22T09:05:27.038" v="297"/>
          <ac:cxnSpMkLst>
            <pc:docMk/>
            <pc:sldMk cId="3770454075" sldId="16766237"/>
            <ac:cxnSpMk id="256" creationId="{D3AFF823-450E-572A-DAF3-341A5DBEC9EF}"/>
          </ac:cxnSpMkLst>
        </pc:cxnChg>
        <pc:cxnChg chg="del mod">
          <ac:chgData name="Prabhat Swain" userId="S::prabhat.swain@sigmasoft.ai::807f03e4-6949-4ac6-b94b-e982470d84bd" providerId="AD" clId="Web-{3A700048-EC97-795F-1276-F79E2D7E7BA4}" dt="2025-10-22T09:05:29.069" v="316"/>
          <ac:cxnSpMkLst>
            <pc:docMk/>
            <pc:sldMk cId="3770454075" sldId="16766237"/>
            <ac:cxnSpMk id="259" creationId="{993D8AED-7F4E-5B1C-376C-80D88B6EB3A6}"/>
          </ac:cxnSpMkLst>
        </pc:cxnChg>
        <pc:cxnChg chg="del">
          <ac:chgData name="Prabhat Swain" userId="S::prabhat.swain@sigmasoft.ai::807f03e4-6949-4ac6-b94b-e982470d84bd" providerId="AD" clId="Web-{3A700048-EC97-795F-1276-F79E2D7E7BA4}" dt="2025-10-22T09:05:29.054" v="309"/>
          <ac:cxnSpMkLst>
            <pc:docMk/>
            <pc:sldMk cId="3770454075" sldId="16766237"/>
            <ac:cxnSpMk id="282" creationId="{A991D64A-6AAB-E15E-8FE8-62AD9EE9C809}"/>
          </ac:cxnSpMkLst>
        </pc:cxnChg>
        <pc:cxnChg chg="del">
          <ac:chgData name="Prabhat Swain" userId="S::prabhat.swain@sigmasoft.ai::807f03e4-6949-4ac6-b94b-e982470d84bd" providerId="AD" clId="Web-{3A700048-EC97-795F-1276-F79E2D7E7BA4}" dt="2025-10-22T09:05:29.054" v="308"/>
          <ac:cxnSpMkLst>
            <pc:docMk/>
            <pc:sldMk cId="3770454075" sldId="16766237"/>
            <ac:cxnSpMk id="283" creationId="{75C10C10-D6B7-7052-A607-BEC542214526}"/>
          </ac:cxnSpMkLst>
        </pc:cxnChg>
        <pc:cxnChg chg="del">
          <ac:chgData name="Prabhat Swain" userId="S::prabhat.swain@sigmasoft.ai::807f03e4-6949-4ac6-b94b-e982470d84bd" providerId="AD" clId="Web-{3A700048-EC97-795F-1276-F79E2D7E7BA4}" dt="2025-10-22T09:05:29.054" v="306"/>
          <ac:cxnSpMkLst>
            <pc:docMk/>
            <pc:sldMk cId="3770454075" sldId="16766237"/>
            <ac:cxnSpMk id="286" creationId="{430553D4-BCE3-3468-EAA7-579C57368905}"/>
          </ac:cxnSpMkLst>
        </pc:cxnChg>
        <pc:cxnChg chg="del">
          <ac:chgData name="Prabhat Swain" userId="S::prabhat.swain@sigmasoft.ai::807f03e4-6949-4ac6-b94b-e982470d84bd" providerId="AD" clId="Web-{3A700048-EC97-795F-1276-F79E2D7E7BA4}" dt="2025-10-22T09:05:27.038" v="296"/>
          <ac:cxnSpMkLst>
            <pc:docMk/>
            <pc:sldMk cId="3770454075" sldId="16766237"/>
            <ac:cxnSpMk id="288" creationId="{35E39E13-DA91-D0A1-70AD-FE11D0FF86DB}"/>
          </ac:cxnSpMkLst>
        </pc:cxnChg>
      </pc:sldChg>
      <pc:sldChg chg="addSp delSp modSp">
        <pc:chgData name="Prabhat Swain" userId="S::prabhat.swain@sigmasoft.ai::807f03e4-6949-4ac6-b94b-e982470d84bd" providerId="AD" clId="Web-{3A700048-EC97-795F-1276-F79E2D7E7BA4}" dt="2025-10-22T09:38:00.100" v="907" actId="14100"/>
        <pc:sldMkLst>
          <pc:docMk/>
          <pc:sldMk cId="4186289640" sldId="2147481006"/>
        </pc:sldMkLst>
        <pc:picChg chg="del">
          <ac:chgData name="Prabhat Swain" userId="S::prabhat.swain@sigmasoft.ai::807f03e4-6949-4ac6-b94b-e982470d84bd" providerId="AD" clId="Web-{3A700048-EC97-795F-1276-F79E2D7E7BA4}" dt="2025-10-22T09:12:02.879" v="548"/>
          <ac:picMkLst>
            <pc:docMk/>
            <pc:sldMk cId="4186289640" sldId="2147481006"/>
            <ac:picMk id="2" creationId="{120FC7B9-F39D-0524-144C-E055E23B8DF7}"/>
          </ac:picMkLst>
        </pc:picChg>
        <pc:picChg chg="add mod">
          <ac:chgData name="Prabhat Swain" userId="S::prabhat.swain@sigmasoft.ai::807f03e4-6949-4ac6-b94b-e982470d84bd" providerId="AD" clId="Web-{3A700048-EC97-795F-1276-F79E2D7E7BA4}" dt="2025-10-22T09:38:00.100" v="907" actId="14100"/>
          <ac:picMkLst>
            <pc:docMk/>
            <pc:sldMk cId="4186289640" sldId="2147481006"/>
            <ac:picMk id="3" creationId="{15629ACF-8AC4-7430-1C29-C6A91DEDD5CC}"/>
          </ac:picMkLst>
        </pc:picChg>
        <pc:picChg chg="mod">
          <ac:chgData name="Prabhat Swain" userId="S::prabhat.swain@sigmasoft.ai::807f03e4-6949-4ac6-b94b-e982470d84bd" providerId="AD" clId="Web-{3A700048-EC97-795F-1276-F79E2D7E7BA4}" dt="2025-10-22T09:12:11.707" v="549" actId="1076"/>
          <ac:picMkLst>
            <pc:docMk/>
            <pc:sldMk cId="4186289640" sldId="2147481006"/>
            <ac:picMk id="43" creationId="{20C3DB9A-465F-1511-3428-5C06BEA7E2FB}"/>
          </ac:picMkLst>
        </pc:picChg>
      </pc:sldChg>
      <pc:sldChg chg="addSp delSp modSp add del mod modShow">
        <pc:chgData name="Prabhat Swain" userId="S::prabhat.swain@sigmasoft.ai::807f03e4-6949-4ac6-b94b-e982470d84bd" providerId="AD" clId="Web-{3A700048-EC97-795F-1276-F79E2D7E7BA4}" dt="2025-10-22T09:11:42.582" v="533"/>
        <pc:sldMkLst>
          <pc:docMk/>
          <pc:sldMk cId="3354838992" sldId="2147481808"/>
        </pc:sldMkLst>
        <pc:spChg chg="add del">
          <ac:chgData name="Prabhat Swain" userId="S::prabhat.swain@sigmasoft.ai::807f03e4-6949-4ac6-b94b-e982470d84bd" providerId="AD" clId="Web-{3A700048-EC97-795F-1276-F79E2D7E7BA4}" dt="2025-10-22T09:11:39.004" v="525"/>
          <ac:spMkLst>
            <pc:docMk/>
            <pc:sldMk cId="3354838992" sldId="2147481808"/>
            <ac:spMk id="3" creationId="{0C15FEF8-6E3E-3188-38B5-9A1664144F54}"/>
          </ac:spMkLst>
        </pc:spChg>
        <pc:spChg chg="mod">
          <ac:chgData name="Prabhat Swain" userId="S::prabhat.swain@sigmasoft.ai::807f03e4-6949-4ac6-b94b-e982470d84bd" providerId="AD" clId="Web-{3A700048-EC97-795F-1276-F79E2D7E7BA4}" dt="2025-10-22T09:11:40.160" v="532" actId="20577"/>
          <ac:spMkLst>
            <pc:docMk/>
            <pc:sldMk cId="3354838992" sldId="2147481808"/>
            <ac:spMk id="4" creationId="{34C2C954-D9C3-5C10-24A5-D2F4EC2828AB}"/>
          </ac:spMkLst>
        </pc:spChg>
        <pc:spChg chg="add del">
          <ac:chgData name="Prabhat Swain" userId="S::prabhat.swain@sigmasoft.ai::807f03e4-6949-4ac6-b94b-e982470d84bd" providerId="AD" clId="Web-{3A700048-EC97-795F-1276-F79E2D7E7BA4}" dt="2025-10-22T09:11:39.004" v="526"/>
          <ac:spMkLst>
            <pc:docMk/>
            <pc:sldMk cId="3354838992" sldId="2147481808"/>
            <ac:spMk id="5" creationId="{E31B8C5C-9549-DE8C-C5BB-E98347792A83}"/>
          </ac:spMkLst>
        </pc:spChg>
        <pc:spChg chg="add del">
          <ac:chgData name="Prabhat Swain" userId="S::prabhat.swain@sigmasoft.ai::807f03e4-6949-4ac6-b94b-e982470d84bd" providerId="AD" clId="Web-{3A700048-EC97-795F-1276-F79E2D7E7BA4}" dt="2025-10-22T09:11:39.004" v="527"/>
          <ac:spMkLst>
            <pc:docMk/>
            <pc:sldMk cId="3354838992" sldId="2147481808"/>
            <ac:spMk id="6" creationId="{D0393B54-3B81-2112-C807-B1BA92868DC5}"/>
          </ac:spMkLst>
        </pc:spChg>
        <pc:spChg chg="add del">
          <ac:chgData name="Prabhat Swain" userId="S::prabhat.swain@sigmasoft.ai::807f03e4-6949-4ac6-b94b-e982470d84bd" providerId="AD" clId="Web-{3A700048-EC97-795F-1276-F79E2D7E7BA4}" dt="2025-10-22T09:11:39.004" v="528"/>
          <ac:spMkLst>
            <pc:docMk/>
            <pc:sldMk cId="3354838992" sldId="2147481808"/>
            <ac:spMk id="7" creationId="{2B142686-8E5C-300D-ECE5-1E1FF18D7E6A}"/>
          </ac:spMkLst>
        </pc:spChg>
        <pc:spChg chg="add del">
          <ac:chgData name="Prabhat Swain" userId="S::prabhat.swain@sigmasoft.ai::807f03e4-6949-4ac6-b94b-e982470d84bd" providerId="AD" clId="Web-{3A700048-EC97-795F-1276-F79E2D7E7BA4}" dt="2025-10-22T09:11:39.004" v="529"/>
          <ac:spMkLst>
            <pc:docMk/>
            <pc:sldMk cId="3354838992" sldId="2147481808"/>
            <ac:spMk id="8" creationId="{C101C49D-2ECA-3C35-278B-5A73FE314E71}"/>
          </ac:spMkLst>
        </pc:spChg>
        <pc:spChg chg="add del">
          <ac:chgData name="Prabhat Swain" userId="S::prabhat.swain@sigmasoft.ai::807f03e4-6949-4ac6-b94b-e982470d84bd" providerId="AD" clId="Web-{3A700048-EC97-795F-1276-F79E2D7E7BA4}" dt="2025-10-22T09:11:39.004" v="530"/>
          <ac:spMkLst>
            <pc:docMk/>
            <pc:sldMk cId="3354838992" sldId="2147481808"/>
            <ac:spMk id="9" creationId="{3FCE4945-4EDF-106C-E215-76649ABCAD41}"/>
          </ac:spMkLst>
        </pc:spChg>
        <pc:spChg chg="add del">
          <ac:chgData name="Prabhat Swain" userId="S::prabhat.swain@sigmasoft.ai::807f03e4-6949-4ac6-b94b-e982470d84bd" providerId="AD" clId="Web-{3A700048-EC97-795F-1276-F79E2D7E7BA4}" dt="2025-10-22T09:11:39.004" v="512"/>
          <ac:spMkLst>
            <pc:docMk/>
            <pc:sldMk cId="3354838992" sldId="2147481808"/>
            <ac:spMk id="228" creationId="{146E8267-83FB-7890-6FA2-E18D8102AD6A}"/>
          </ac:spMkLst>
        </pc:spChg>
        <pc:grpChg chg="add del">
          <ac:chgData name="Prabhat Swain" userId="S::prabhat.swain@sigmasoft.ai::807f03e4-6949-4ac6-b94b-e982470d84bd" providerId="AD" clId="Web-{3A700048-EC97-795F-1276-F79E2D7E7BA4}" dt="2025-10-22T09:11:39.004" v="513"/>
          <ac:grpSpMkLst>
            <pc:docMk/>
            <pc:sldMk cId="3354838992" sldId="2147481808"/>
            <ac:grpSpMk id="99" creationId="{CB207FB9-774C-3845-8F02-C204E12A2C2D}"/>
          </ac:grpSpMkLst>
        </pc:grpChg>
        <pc:grpChg chg="add del">
          <ac:chgData name="Prabhat Swain" userId="S::prabhat.swain@sigmasoft.ai::807f03e4-6949-4ac6-b94b-e982470d84bd" providerId="AD" clId="Web-{3A700048-EC97-795F-1276-F79E2D7E7BA4}" dt="2025-10-22T09:11:39.004" v="518"/>
          <ac:grpSpMkLst>
            <pc:docMk/>
            <pc:sldMk cId="3354838992" sldId="2147481808"/>
            <ac:grpSpMk id="100" creationId="{5D127575-E271-11B7-A317-94B0513811E8}"/>
          </ac:grpSpMkLst>
        </pc:grpChg>
        <pc:grpChg chg="add del">
          <ac:chgData name="Prabhat Swain" userId="S::prabhat.swain@sigmasoft.ai::807f03e4-6949-4ac6-b94b-e982470d84bd" providerId="AD" clId="Web-{3A700048-EC97-795F-1276-F79E2D7E7BA4}" dt="2025-10-22T09:11:39.004" v="514"/>
          <ac:grpSpMkLst>
            <pc:docMk/>
            <pc:sldMk cId="3354838992" sldId="2147481808"/>
            <ac:grpSpMk id="101" creationId="{069B851A-D14F-E4C5-ACD9-1F5C72AAFE07}"/>
          </ac:grpSpMkLst>
        </pc:grpChg>
        <pc:grpChg chg="add del">
          <ac:chgData name="Prabhat Swain" userId="S::prabhat.swain@sigmasoft.ai::807f03e4-6949-4ac6-b94b-e982470d84bd" providerId="AD" clId="Web-{3A700048-EC97-795F-1276-F79E2D7E7BA4}" dt="2025-10-22T09:11:39.004" v="515"/>
          <ac:grpSpMkLst>
            <pc:docMk/>
            <pc:sldMk cId="3354838992" sldId="2147481808"/>
            <ac:grpSpMk id="102" creationId="{427DE367-6F84-27EA-1949-391CF34EA04A}"/>
          </ac:grpSpMkLst>
        </pc:grpChg>
        <pc:grpChg chg="add del">
          <ac:chgData name="Prabhat Swain" userId="S::prabhat.swain@sigmasoft.ai::807f03e4-6949-4ac6-b94b-e982470d84bd" providerId="AD" clId="Web-{3A700048-EC97-795F-1276-F79E2D7E7BA4}" dt="2025-10-22T09:11:39.004" v="516"/>
          <ac:grpSpMkLst>
            <pc:docMk/>
            <pc:sldMk cId="3354838992" sldId="2147481808"/>
            <ac:grpSpMk id="103" creationId="{44019E57-89DD-087C-9938-513A6911E5C9}"/>
          </ac:grpSpMkLst>
        </pc:grpChg>
        <pc:grpChg chg="add del">
          <ac:chgData name="Prabhat Swain" userId="S::prabhat.swain@sigmasoft.ai::807f03e4-6949-4ac6-b94b-e982470d84bd" providerId="AD" clId="Web-{3A700048-EC97-795F-1276-F79E2D7E7BA4}" dt="2025-10-22T09:11:39.004" v="517"/>
          <ac:grpSpMkLst>
            <pc:docMk/>
            <pc:sldMk cId="3354838992" sldId="2147481808"/>
            <ac:grpSpMk id="104" creationId="{D1E1FC2D-9BB6-B58F-8EC2-DEC9EB21B1C0}"/>
          </ac:grpSpMkLst>
        </pc:grpChg>
        <pc:grpChg chg="add del">
          <ac:chgData name="Prabhat Swain" userId="S::prabhat.swain@sigmasoft.ai::807f03e4-6949-4ac6-b94b-e982470d84bd" providerId="AD" clId="Web-{3A700048-EC97-795F-1276-F79E2D7E7BA4}" dt="2025-10-22T09:11:39.004" v="522"/>
          <ac:grpSpMkLst>
            <pc:docMk/>
            <pc:sldMk cId="3354838992" sldId="2147481808"/>
            <ac:grpSpMk id="105" creationId="{A7F0685D-520E-708C-F0F7-E70FFE2BF749}"/>
          </ac:grpSpMkLst>
        </pc:grpChg>
        <pc:grpChg chg="add del">
          <ac:chgData name="Prabhat Swain" userId="S::prabhat.swain@sigmasoft.ai::807f03e4-6949-4ac6-b94b-e982470d84bd" providerId="AD" clId="Web-{3A700048-EC97-795F-1276-F79E2D7E7BA4}" dt="2025-10-22T09:11:39.004" v="523"/>
          <ac:grpSpMkLst>
            <pc:docMk/>
            <pc:sldMk cId="3354838992" sldId="2147481808"/>
            <ac:grpSpMk id="108" creationId="{14767613-5643-5E3B-894E-869494306D11}"/>
          </ac:grpSpMkLst>
        </pc:grpChg>
        <pc:grpChg chg="add del">
          <ac:chgData name="Prabhat Swain" userId="S::prabhat.swain@sigmasoft.ai::807f03e4-6949-4ac6-b94b-e982470d84bd" providerId="AD" clId="Web-{3A700048-EC97-795F-1276-F79E2D7E7BA4}" dt="2025-10-22T09:11:39.004" v="524"/>
          <ac:grpSpMkLst>
            <pc:docMk/>
            <pc:sldMk cId="3354838992" sldId="2147481808"/>
            <ac:grpSpMk id="111" creationId="{6F272172-45A4-AAD3-62F9-D8A61F3289D0}"/>
          </ac:grpSpMkLst>
        </pc:grpChg>
        <pc:grpChg chg="add del">
          <ac:chgData name="Prabhat Swain" userId="S::prabhat.swain@sigmasoft.ai::807f03e4-6949-4ac6-b94b-e982470d84bd" providerId="AD" clId="Web-{3A700048-EC97-795F-1276-F79E2D7E7BA4}" dt="2025-10-22T09:11:39.004" v="519"/>
          <ac:grpSpMkLst>
            <pc:docMk/>
            <pc:sldMk cId="3354838992" sldId="2147481808"/>
            <ac:grpSpMk id="280" creationId="{E74A9435-E0AA-C17A-0CDA-B4118221C0EB}"/>
          </ac:grpSpMkLst>
        </pc:grpChg>
        <pc:grpChg chg="add del">
          <ac:chgData name="Prabhat Swain" userId="S::prabhat.swain@sigmasoft.ai::807f03e4-6949-4ac6-b94b-e982470d84bd" providerId="AD" clId="Web-{3A700048-EC97-795F-1276-F79E2D7E7BA4}" dt="2025-10-22T09:11:39.004" v="520"/>
          <ac:grpSpMkLst>
            <pc:docMk/>
            <pc:sldMk cId="3354838992" sldId="2147481808"/>
            <ac:grpSpMk id="283" creationId="{EF86B637-F314-376B-1DCE-F969AD21EE39}"/>
          </ac:grpSpMkLst>
        </pc:grpChg>
        <pc:grpChg chg="add del">
          <ac:chgData name="Prabhat Swain" userId="S::prabhat.swain@sigmasoft.ai::807f03e4-6949-4ac6-b94b-e982470d84bd" providerId="AD" clId="Web-{3A700048-EC97-795F-1276-F79E2D7E7BA4}" dt="2025-10-22T09:11:39.004" v="521"/>
          <ac:grpSpMkLst>
            <pc:docMk/>
            <pc:sldMk cId="3354838992" sldId="2147481808"/>
            <ac:grpSpMk id="286" creationId="{0B40AE85-428E-7257-00DD-C54A27B5F7D7}"/>
          </ac:grpSpMkLst>
        </pc:grpChg>
      </pc:sldChg>
      <pc:sldChg chg="mod modShow">
        <pc:chgData name="Prabhat Swain" userId="S::prabhat.swain@sigmasoft.ai::807f03e4-6949-4ac6-b94b-e982470d84bd" providerId="AD" clId="Web-{3A700048-EC97-795F-1276-F79E2D7E7BA4}" dt="2025-10-22T09:11:07.207" v="487"/>
        <pc:sldMkLst>
          <pc:docMk/>
          <pc:sldMk cId="1309814763" sldId="2147481809"/>
        </pc:sldMkLst>
      </pc:sldChg>
      <pc:sldChg chg="addSp delSp modSp">
        <pc:chgData name="Prabhat Swain" userId="S::prabhat.swain@sigmasoft.ai::807f03e4-6949-4ac6-b94b-e982470d84bd" providerId="AD" clId="Web-{3A700048-EC97-795F-1276-F79E2D7E7BA4}" dt="2025-10-22T09:05:00.866" v="274" actId="14100"/>
        <pc:sldMkLst>
          <pc:docMk/>
          <pc:sldMk cId="699275039" sldId="2147481810"/>
        </pc:sldMkLst>
        <pc:spChg chg="del">
          <ac:chgData name="Prabhat Swain" userId="S::prabhat.swain@sigmasoft.ai::807f03e4-6949-4ac6-b94b-e982470d84bd" providerId="AD" clId="Web-{3A700048-EC97-795F-1276-F79E2D7E7BA4}" dt="2025-10-22T09:04:48.272" v="269"/>
          <ac:spMkLst>
            <pc:docMk/>
            <pc:sldMk cId="699275039" sldId="2147481810"/>
            <ac:spMk id="2" creationId="{4BF0687A-2AB2-C548-02E7-E7F90F683218}"/>
          </ac:spMkLst>
        </pc:spChg>
        <pc:spChg chg="mod">
          <ac:chgData name="Prabhat Swain" userId="S::prabhat.swain@sigmasoft.ai::807f03e4-6949-4ac6-b94b-e982470d84bd" providerId="AD" clId="Web-{3A700048-EC97-795F-1276-F79E2D7E7BA4}" dt="2025-10-22T09:03:08.754" v="242" actId="20577"/>
          <ac:spMkLst>
            <pc:docMk/>
            <pc:sldMk cId="699275039" sldId="2147481810"/>
            <ac:spMk id="3" creationId="{6734F073-3C0D-08FC-6687-E6AB2370E941}"/>
          </ac:spMkLst>
        </pc:spChg>
        <pc:spChg chg="del">
          <ac:chgData name="Prabhat Swain" userId="S::prabhat.swain@sigmasoft.ai::807f03e4-6949-4ac6-b94b-e982470d84bd" providerId="AD" clId="Web-{3A700048-EC97-795F-1276-F79E2D7E7BA4}" dt="2025-10-22T09:04:48.272" v="266"/>
          <ac:spMkLst>
            <pc:docMk/>
            <pc:sldMk cId="699275039" sldId="2147481810"/>
            <ac:spMk id="4" creationId="{7E960584-5BA8-1569-FBFE-AB4D06CBC949}"/>
          </ac:spMkLst>
        </pc:spChg>
        <pc:spChg chg="del">
          <ac:chgData name="Prabhat Swain" userId="S::prabhat.swain@sigmasoft.ai::807f03e4-6949-4ac6-b94b-e982470d84bd" providerId="AD" clId="Web-{3A700048-EC97-795F-1276-F79E2D7E7BA4}" dt="2025-10-22T09:04:48.272" v="268"/>
          <ac:spMkLst>
            <pc:docMk/>
            <pc:sldMk cId="699275039" sldId="2147481810"/>
            <ac:spMk id="8" creationId="{CECD010B-B025-90C7-D778-7CD972DBE814}"/>
          </ac:spMkLst>
        </pc:spChg>
        <pc:spChg chg="add mod">
          <ac:chgData name="Prabhat Swain" userId="S::prabhat.swain@sigmasoft.ai::807f03e4-6949-4ac6-b94b-e982470d84bd" providerId="AD" clId="Web-{3A700048-EC97-795F-1276-F79E2D7E7BA4}" dt="2025-10-22T09:05:00.866" v="274" actId="14100"/>
          <ac:spMkLst>
            <pc:docMk/>
            <pc:sldMk cId="699275039" sldId="2147481810"/>
            <ac:spMk id="9" creationId="{6A79E968-010B-1591-6D15-99AFBFFF400A}"/>
          </ac:spMkLst>
        </pc:spChg>
        <pc:spChg chg="del">
          <ac:chgData name="Prabhat Swain" userId="S::prabhat.swain@sigmasoft.ai::807f03e4-6949-4ac6-b94b-e982470d84bd" providerId="AD" clId="Web-{3A700048-EC97-795F-1276-F79E2D7E7BA4}" dt="2025-10-22T09:04:48.272" v="267"/>
          <ac:spMkLst>
            <pc:docMk/>
            <pc:sldMk cId="699275039" sldId="2147481810"/>
            <ac:spMk id="37" creationId="{3D76CA03-FB08-996E-BA2C-FA44DB1318FA}"/>
          </ac:spMkLst>
        </pc:spChg>
        <pc:spChg chg="del">
          <ac:chgData name="Prabhat Swain" userId="S::prabhat.swain@sigmasoft.ai::807f03e4-6949-4ac6-b94b-e982470d84bd" providerId="AD" clId="Web-{3A700048-EC97-795F-1276-F79E2D7E7BA4}" dt="2025-10-22T09:04:48.272" v="261"/>
          <ac:spMkLst>
            <pc:docMk/>
            <pc:sldMk cId="699275039" sldId="2147481810"/>
            <ac:spMk id="241" creationId="{3C953B3A-202E-560E-CA98-B51105BA3FC1}"/>
          </ac:spMkLst>
        </pc:spChg>
        <pc:spChg chg="del">
          <ac:chgData name="Prabhat Swain" userId="S::prabhat.swain@sigmasoft.ai::807f03e4-6949-4ac6-b94b-e982470d84bd" providerId="AD" clId="Web-{3A700048-EC97-795F-1276-F79E2D7E7BA4}" dt="2025-10-22T09:04:48.272" v="259"/>
          <ac:spMkLst>
            <pc:docMk/>
            <pc:sldMk cId="699275039" sldId="2147481810"/>
            <ac:spMk id="244" creationId="{715C80E5-1FBE-8188-C1A0-080470A1DFD4}"/>
          </ac:spMkLst>
        </pc:spChg>
        <pc:spChg chg="del">
          <ac:chgData name="Prabhat Swain" userId="S::prabhat.swain@sigmasoft.ai::807f03e4-6949-4ac6-b94b-e982470d84bd" providerId="AD" clId="Web-{3A700048-EC97-795F-1276-F79E2D7E7BA4}" dt="2025-10-22T09:04:48.272" v="258"/>
          <ac:spMkLst>
            <pc:docMk/>
            <pc:sldMk cId="699275039" sldId="2147481810"/>
            <ac:spMk id="245" creationId="{9FC2839C-F68D-2AFC-32CD-7DF27936DA29}"/>
          </ac:spMkLst>
        </pc:spChg>
        <pc:spChg chg="del">
          <ac:chgData name="Prabhat Swain" userId="S::prabhat.swain@sigmasoft.ai::807f03e4-6949-4ac6-b94b-e982470d84bd" providerId="AD" clId="Web-{3A700048-EC97-795F-1276-F79E2D7E7BA4}" dt="2025-10-22T09:04:48.272" v="257"/>
          <ac:spMkLst>
            <pc:docMk/>
            <pc:sldMk cId="699275039" sldId="2147481810"/>
            <ac:spMk id="246" creationId="{0EDD1061-2CAE-E51F-9CEF-D6B59B754F1E}"/>
          </ac:spMkLst>
        </pc:spChg>
        <pc:spChg chg="del">
          <ac:chgData name="Prabhat Swain" userId="S::prabhat.swain@sigmasoft.ai::807f03e4-6949-4ac6-b94b-e982470d84bd" providerId="AD" clId="Web-{3A700048-EC97-795F-1276-F79E2D7E7BA4}" dt="2025-10-22T09:04:48.272" v="256"/>
          <ac:spMkLst>
            <pc:docMk/>
            <pc:sldMk cId="699275039" sldId="2147481810"/>
            <ac:spMk id="247" creationId="{2CAD60BD-E780-0232-43EE-D12C878DC553}"/>
          </ac:spMkLst>
        </pc:spChg>
        <pc:spChg chg="del">
          <ac:chgData name="Prabhat Swain" userId="S::prabhat.swain@sigmasoft.ai::807f03e4-6949-4ac6-b94b-e982470d84bd" providerId="AD" clId="Web-{3A700048-EC97-795F-1276-F79E2D7E7BA4}" dt="2025-10-22T09:04:48.272" v="255"/>
          <ac:spMkLst>
            <pc:docMk/>
            <pc:sldMk cId="699275039" sldId="2147481810"/>
            <ac:spMk id="248" creationId="{FDF2E86B-493E-DA98-D916-776727907C29}"/>
          </ac:spMkLst>
        </pc:spChg>
        <pc:spChg chg="del">
          <ac:chgData name="Prabhat Swain" userId="S::prabhat.swain@sigmasoft.ai::807f03e4-6949-4ac6-b94b-e982470d84bd" providerId="AD" clId="Web-{3A700048-EC97-795F-1276-F79E2D7E7BA4}" dt="2025-10-22T09:04:48.272" v="254"/>
          <ac:spMkLst>
            <pc:docMk/>
            <pc:sldMk cId="699275039" sldId="2147481810"/>
            <ac:spMk id="249" creationId="{BFE5585A-FA0B-ADD3-5264-828223CE0E40}"/>
          </ac:spMkLst>
        </pc:spChg>
        <pc:spChg chg="del">
          <ac:chgData name="Prabhat Swain" userId="S::prabhat.swain@sigmasoft.ai::807f03e4-6949-4ac6-b94b-e982470d84bd" providerId="AD" clId="Web-{3A700048-EC97-795F-1276-F79E2D7E7BA4}" dt="2025-10-22T09:04:48.272" v="253"/>
          <ac:spMkLst>
            <pc:docMk/>
            <pc:sldMk cId="699275039" sldId="2147481810"/>
            <ac:spMk id="250" creationId="{050021AF-1665-9C3D-88BE-051CB8D13A07}"/>
          </ac:spMkLst>
        </pc:spChg>
        <pc:spChg chg="del">
          <ac:chgData name="Prabhat Swain" userId="S::prabhat.swain@sigmasoft.ai::807f03e4-6949-4ac6-b94b-e982470d84bd" providerId="AD" clId="Web-{3A700048-EC97-795F-1276-F79E2D7E7BA4}" dt="2025-10-22T09:04:48.272" v="252"/>
          <ac:spMkLst>
            <pc:docMk/>
            <pc:sldMk cId="699275039" sldId="2147481810"/>
            <ac:spMk id="251" creationId="{8F22C73D-A0FE-1BCB-E892-3A1C112D9F27}"/>
          </ac:spMkLst>
        </pc:spChg>
        <pc:spChg chg="del">
          <ac:chgData name="Prabhat Swain" userId="S::prabhat.swain@sigmasoft.ai::807f03e4-6949-4ac6-b94b-e982470d84bd" providerId="AD" clId="Web-{3A700048-EC97-795F-1276-F79E2D7E7BA4}" dt="2025-10-22T09:04:48.272" v="251"/>
          <ac:spMkLst>
            <pc:docMk/>
            <pc:sldMk cId="699275039" sldId="2147481810"/>
            <ac:spMk id="252" creationId="{CA6FB175-883B-0900-ED2C-03A7EAB80A00}"/>
          </ac:spMkLst>
        </pc:spChg>
        <pc:spChg chg="del">
          <ac:chgData name="Prabhat Swain" userId="S::prabhat.swain@sigmasoft.ai::807f03e4-6949-4ac6-b94b-e982470d84bd" providerId="AD" clId="Web-{3A700048-EC97-795F-1276-F79E2D7E7BA4}" dt="2025-10-22T09:04:48.272" v="250"/>
          <ac:spMkLst>
            <pc:docMk/>
            <pc:sldMk cId="699275039" sldId="2147481810"/>
            <ac:spMk id="253" creationId="{1D522187-4CBA-9C9A-AC5E-3941EA1969D8}"/>
          </ac:spMkLst>
        </pc:spChg>
        <pc:grpChg chg="del">
          <ac:chgData name="Prabhat Swain" userId="S::prabhat.swain@sigmasoft.ai::807f03e4-6949-4ac6-b94b-e982470d84bd" providerId="AD" clId="Web-{3A700048-EC97-795F-1276-F79E2D7E7BA4}" dt="2025-10-22T09:04:48.272" v="265"/>
          <ac:grpSpMkLst>
            <pc:docMk/>
            <pc:sldMk cId="699275039" sldId="2147481810"/>
            <ac:grpSpMk id="223" creationId="{60A4681F-EEE8-E7E9-A390-45DB1F3274A3}"/>
          </ac:grpSpMkLst>
        </pc:grpChg>
        <pc:grpChg chg="del">
          <ac:chgData name="Prabhat Swain" userId="S::prabhat.swain@sigmasoft.ai::807f03e4-6949-4ac6-b94b-e982470d84bd" providerId="AD" clId="Web-{3A700048-EC97-795F-1276-F79E2D7E7BA4}" dt="2025-10-22T09:04:48.272" v="264"/>
          <ac:grpSpMkLst>
            <pc:docMk/>
            <pc:sldMk cId="699275039" sldId="2147481810"/>
            <ac:grpSpMk id="226" creationId="{991F384E-1404-8E7A-2F00-55843127D9D9}"/>
          </ac:grpSpMkLst>
        </pc:grpChg>
        <pc:grpChg chg="del">
          <ac:chgData name="Prabhat Swain" userId="S::prabhat.swain@sigmasoft.ai::807f03e4-6949-4ac6-b94b-e982470d84bd" providerId="AD" clId="Web-{3A700048-EC97-795F-1276-F79E2D7E7BA4}" dt="2025-10-22T09:04:48.272" v="263"/>
          <ac:grpSpMkLst>
            <pc:docMk/>
            <pc:sldMk cId="699275039" sldId="2147481810"/>
            <ac:grpSpMk id="229" creationId="{9AED851F-DFBE-8E65-96EC-BFCC096F7156}"/>
          </ac:grpSpMkLst>
        </pc:grpChg>
        <pc:grpChg chg="del">
          <ac:chgData name="Prabhat Swain" userId="S::prabhat.swain@sigmasoft.ai::807f03e4-6949-4ac6-b94b-e982470d84bd" providerId="AD" clId="Web-{3A700048-EC97-795F-1276-F79E2D7E7BA4}" dt="2025-10-22T09:04:48.272" v="262"/>
          <ac:grpSpMkLst>
            <pc:docMk/>
            <pc:sldMk cId="699275039" sldId="2147481810"/>
            <ac:grpSpMk id="232" creationId="{2EF726D0-6F4B-F967-1AA6-E10CFBD1259D}"/>
          </ac:grpSpMkLst>
        </pc:grpChg>
        <pc:grpChg chg="del">
          <ac:chgData name="Prabhat Swain" userId="S::prabhat.swain@sigmasoft.ai::807f03e4-6949-4ac6-b94b-e982470d84bd" providerId="AD" clId="Web-{3A700048-EC97-795F-1276-F79E2D7E7BA4}" dt="2025-10-22T09:04:48.272" v="260"/>
          <ac:grpSpMkLst>
            <pc:docMk/>
            <pc:sldMk cId="699275039" sldId="2147481810"/>
            <ac:grpSpMk id="256" creationId="{694114A8-1133-37FA-0BC5-963CD83F665C}"/>
          </ac:grpSpMkLst>
        </pc:grpChg>
        <pc:picChg chg="del">
          <ac:chgData name="Prabhat Swain" userId="S::prabhat.swain@sigmasoft.ai::807f03e4-6949-4ac6-b94b-e982470d84bd" providerId="AD" clId="Web-{3A700048-EC97-795F-1276-F79E2D7E7BA4}" dt="2025-10-22T09:03:17.473" v="243"/>
          <ac:picMkLst>
            <pc:docMk/>
            <pc:sldMk cId="699275039" sldId="2147481810"/>
            <ac:picMk id="130" creationId="{8E8F31D5-1A30-0804-ACAA-12561292E3DB}"/>
          </ac:picMkLst>
        </pc:picChg>
        <pc:picChg chg="del">
          <ac:chgData name="Prabhat Swain" userId="S::prabhat.swain@sigmasoft.ai::807f03e4-6949-4ac6-b94b-e982470d84bd" providerId="AD" clId="Web-{3A700048-EC97-795F-1276-F79E2D7E7BA4}" dt="2025-10-22T09:04:48.272" v="249"/>
          <ac:picMkLst>
            <pc:docMk/>
            <pc:sldMk cId="699275039" sldId="2147481810"/>
            <ac:picMk id="255" creationId="{49F8CBC8-D2E7-169D-1EEC-A99617BD1DC4}"/>
          </ac:picMkLst>
        </pc:picChg>
        <pc:picChg chg="del">
          <ac:chgData name="Prabhat Swain" userId="S::prabhat.swain@sigmasoft.ai::807f03e4-6949-4ac6-b94b-e982470d84bd" providerId="AD" clId="Web-{3A700048-EC97-795F-1276-F79E2D7E7BA4}" dt="2025-10-22T09:04:48.272" v="248"/>
          <ac:picMkLst>
            <pc:docMk/>
            <pc:sldMk cId="699275039" sldId="2147481810"/>
            <ac:picMk id="258" creationId="{B405C180-8C8D-5D00-B5C8-18619D63FFE4}"/>
          </ac:picMkLst>
        </pc:picChg>
        <pc:picChg chg="del">
          <ac:chgData name="Prabhat Swain" userId="S::prabhat.swain@sigmasoft.ai::807f03e4-6949-4ac6-b94b-e982470d84bd" providerId="AD" clId="Web-{3A700048-EC97-795F-1276-F79E2D7E7BA4}" dt="2025-10-22T09:04:48.272" v="247"/>
          <ac:picMkLst>
            <pc:docMk/>
            <pc:sldMk cId="699275039" sldId="2147481810"/>
            <ac:picMk id="260" creationId="{7250069B-4CFA-B7B2-E2FC-D2E2ACDFBEEA}"/>
          </ac:picMkLst>
        </pc:picChg>
        <pc:picChg chg="del">
          <ac:chgData name="Prabhat Swain" userId="S::prabhat.swain@sigmasoft.ai::807f03e4-6949-4ac6-b94b-e982470d84bd" providerId="AD" clId="Web-{3A700048-EC97-795F-1276-F79E2D7E7BA4}" dt="2025-10-22T09:04:48.272" v="246"/>
          <ac:picMkLst>
            <pc:docMk/>
            <pc:sldMk cId="699275039" sldId="2147481810"/>
            <ac:picMk id="262" creationId="{7B4A6C7B-1D34-6A98-C456-A98491A91F92}"/>
          </ac:picMkLst>
        </pc:picChg>
        <pc:picChg chg="del">
          <ac:chgData name="Prabhat Swain" userId="S::prabhat.swain@sigmasoft.ai::807f03e4-6949-4ac6-b94b-e982470d84bd" providerId="AD" clId="Web-{3A700048-EC97-795F-1276-F79E2D7E7BA4}" dt="2025-10-22T09:04:48.272" v="245"/>
          <ac:picMkLst>
            <pc:docMk/>
            <pc:sldMk cId="699275039" sldId="2147481810"/>
            <ac:picMk id="264" creationId="{0711E96F-8E6F-F0E6-C123-955DD5D6F063}"/>
          </ac:picMkLst>
        </pc:picChg>
        <pc:picChg chg="del">
          <ac:chgData name="Prabhat Swain" userId="S::prabhat.swain@sigmasoft.ai::807f03e4-6949-4ac6-b94b-e982470d84bd" providerId="AD" clId="Web-{3A700048-EC97-795F-1276-F79E2D7E7BA4}" dt="2025-10-22T09:04:48.272" v="244"/>
          <ac:picMkLst>
            <pc:docMk/>
            <pc:sldMk cId="699275039" sldId="2147481810"/>
            <ac:picMk id="266" creationId="{9600A597-C3B7-619D-FEB4-7EED8222CB91}"/>
          </ac:picMkLst>
        </pc:picChg>
      </pc:sldChg>
      <pc:sldChg chg="modSp">
        <pc:chgData name="Prabhat Swain" userId="S::prabhat.swain@sigmasoft.ai::807f03e4-6949-4ac6-b94b-e982470d84bd" providerId="AD" clId="Web-{3A700048-EC97-795F-1276-F79E2D7E7BA4}" dt="2025-10-22T08:57:56.272" v="59" actId="14100"/>
        <pc:sldMkLst>
          <pc:docMk/>
          <pc:sldMk cId="3777725114" sldId="2147481813"/>
        </pc:sldMkLst>
        <pc:spChg chg="mod">
          <ac:chgData name="Prabhat Swain" userId="S::prabhat.swain@sigmasoft.ai::807f03e4-6949-4ac6-b94b-e982470d84bd" providerId="AD" clId="Web-{3A700048-EC97-795F-1276-F79E2D7E7BA4}" dt="2025-10-22T08:57:56.272" v="59" actId="14100"/>
          <ac:spMkLst>
            <pc:docMk/>
            <pc:sldMk cId="3777725114" sldId="2147481813"/>
            <ac:spMk id="10" creationId="{958735A2-8703-D9AC-B3F0-C2A042F2C6DB}"/>
          </ac:spMkLst>
        </pc:spChg>
        <pc:spChg chg="mod">
          <ac:chgData name="Prabhat Swain" userId="S::prabhat.swain@sigmasoft.ai::807f03e4-6949-4ac6-b94b-e982470d84bd" providerId="AD" clId="Web-{3A700048-EC97-795F-1276-F79E2D7E7BA4}" dt="2025-10-22T08:56:55.225" v="47" actId="14100"/>
          <ac:spMkLst>
            <pc:docMk/>
            <pc:sldMk cId="3777725114" sldId="2147481813"/>
            <ac:spMk id="32" creationId="{B8C852EC-6A9A-9B47-D14B-2D9469067353}"/>
          </ac:spMkLst>
        </pc:spChg>
        <pc:spChg chg="mod">
          <ac:chgData name="Prabhat Swain" userId="S::prabhat.swain@sigmasoft.ai::807f03e4-6949-4ac6-b94b-e982470d84bd" providerId="AD" clId="Web-{3A700048-EC97-795F-1276-F79E2D7E7BA4}" dt="2025-10-22T08:57:34.194" v="53" actId="14100"/>
          <ac:spMkLst>
            <pc:docMk/>
            <pc:sldMk cId="3777725114" sldId="2147481813"/>
            <ac:spMk id="34" creationId="{1CEA5ABF-5207-346F-0C1A-6A713809E956}"/>
          </ac:spMkLst>
        </pc:spChg>
        <pc:spChg chg="mod">
          <ac:chgData name="Prabhat Swain" userId="S::prabhat.swain@sigmasoft.ai::807f03e4-6949-4ac6-b94b-e982470d84bd" providerId="AD" clId="Web-{3A700048-EC97-795F-1276-F79E2D7E7BA4}" dt="2025-10-22T08:57:51.741" v="58" actId="14100"/>
          <ac:spMkLst>
            <pc:docMk/>
            <pc:sldMk cId="3777725114" sldId="2147481813"/>
            <ac:spMk id="35" creationId="{18C540EE-0789-1042-A05B-5BD155CEAD03}"/>
          </ac:spMkLst>
        </pc:spChg>
      </pc:sldChg>
      <pc:sldChg chg="mod modShow">
        <pc:chgData name="Prabhat Swain" userId="S::prabhat.swain@sigmasoft.ai::807f03e4-6949-4ac6-b94b-e982470d84bd" providerId="AD" clId="Web-{3A700048-EC97-795F-1276-F79E2D7E7BA4}" dt="2025-10-22T09:11:04.785" v="486"/>
        <pc:sldMkLst>
          <pc:docMk/>
          <pc:sldMk cId="250214455" sldId="2147481927"/>
        </pc:sldMkLst>
      </pc:sldChg>
      <pc:sldChg chg="mod modShow">
        <pc:chgData name="Prabhat Swain" userId="S::prabhat.swain@sigmasoft.ai::807f03e4-6949-4ac6-b94b-e982470d84bd" providerId="AD" clId="Web-{3A700048-EC97-795F-1276-F79E2D7E7BA4}" dt="2025-10-22T09:11:13.019" v="488"/>
        <pc:sldMkLst>
          <pc:docMk/>
          <pc:sldMk cId="2098850030" sldId="2147481930"/>
        </pc:sldMkLst>
      </pc:sldChg>
      <pc:sldChg chg="delSp modSp del">
        <pc:chgData name="Prabhat Swain" userId="S::prabhat.swain@sigmasoft.ai::807f03e4-6949-4ac6-b94b-e982470d84bd" providerId="AD" clId="Web-{3A700048-EC97-795F-1276-F79E2D7E7BA4}" dt="2025-10-22T09:07:32.390" v="411"/>
        <pc:sldMkLst>
          <pc:docMk/>
          <pc:sldMk cId="184991813" sldId="2147481933"/>
        </pc:sldMkLst>
        <pc:spChg chg="del">
          <ac:chgData name="Prabhat Swain" userId="S::prabhat.swain@sigmasoft.ai::807f03e4-6949-4ac6-b94b-e982470d84bd" providerId="AD" clId="Web-{3A700048-EC97-795F-1276-F79E2D7E7BA4}" dt="2025-10-22T09:07:03.951" v="408"/>
          <ac:spMkLst>
            <pc:docMk/>
            <pc:sldMk cId="184991813" sldId="2147481933"/>
            <ac:spMk id="2" creationId="{A9FA2826-BD16-0A31-E893-B7C9B5FFA379}"/>
          </ac:spMkLst>
        </pc:spChg>
        <pc:spChg chg="del">
          <ac:chgData name="Prabhat Swain" userId="S::prabhat.swain@sigmasoft.ai::807f03e4-6949-4ac6-b94b-e982470d84bd" providerId="AD" clId="Web-{3A700048-EC97-795F-1276-F79E2D7E7BA4}" dt="2025-10-22T09:07:03.951" v="407"/>
          <ac:spMkLst>
            <pc:docMk/>
            <pc:sldMk cId="184991813" sldId="2147481933"/>
            <ac:spMk id="5" creationId="{F93F4D7B-A444-0D3A-B0AA-CE7A9E763825}"/>
          </ac:spMkLst>
        </pc:spChg>
        <pc:spChg chg="del">
          <ac:chgData name="Prabhat Swain" userId="S::prabhat.swain@sigmasoft.ai::807f03e4-6949-4ac6-b94b-e982470d84bd" providerId="AD" clId="Web-{3A700048-EC97-795F-1276-F79E2D7E7BA4}" dt="2025-10-22T09:07:03.951" v="403"/>
          <ac:spMkLst>
            <pc:docMk/>
            <pc:sldMk cId="184991813" sldId="2147481933"/>
            <ac:spMk id="1033" creationId="{60BB6119-CF0D-3BBF-038B-DE038B965D61}"/>
          </ac:spMkLst>
        </pc:spChg>
        <pc:spChg chg="del">
          <ac:chgData name="Prabhat Swain" userId="S::prabhat.swain@sigmasoft.ai::807f03e4-6949-4ac6-b94b-e982470d84bd" providerId="AD" clId="Web-{3A700048-EC97-795F-1276-F79E2D7E7BA4}" dt="2025-10-22T09:07:03.951" v="401"/>
          <ac:spMkLst>
            <pc:docMk/>
            <pc:sldMk cId="184991813" sldId="2147481933"/>
            <ac:spMk id="1035" creationId="{A7254626-7281-574D-89AA-5C15156077E5}"/>
          </ac:spMkLst>
        </pc:spChg>
        <pc:spChg chg="del">
          <ac:chgData name="Prabhat Swain" userId="S::prabhat.swain@sigmasoft.ai::807f03e4-6949-4ac6-b94b-e982470d84bd" providerId="AD" clId="Web-{3A700048-EC97-795F-1276-F79E2D7E7BA4}" dt="2025-10-22T09:07:03.951" v="400"/>
          <ac:spMkLst>
            <pc:docMk/>
            <pc:sldMk cId="184991813" sldId="2147481933"/>
            <ac:spMk id="1036" creationId="{5DCC8F28-46A0-709E-2B5F-50887652BAF5}"/>
          </ac:spMkLst>
        </pc:spChg>
        <pc:spChg chg="del">
          <ac:chgData name="Prabhat Swain" userId="S::prabhat.swain@sigmasoft.ai::807f03e4-6949-4ac6-b94b-e982470d84bd" providerId="AD" clId="Web-{3A700048-EC97-795F-1276-F79E2D7E7BA4}" dt="2025-10-22T09:07:03.951" v="399"/>
          <ac:spMkLst>
            <pc:docMk/>
            <pc:sldMk cId="184991813" sldId="2147481933"/>
            <ac:spMk id="1037" creationId="{69336196-3127-F53B-F94E-13ADE29C0CB9}"/>
          </ac:spMkLst>
        </pc:spChg>
        <pc:spChg chg="del">
          <ac:chgData name="Prabhat Swain" userId="S::prabhat.swain@sigmasoft.ai::807f03e4-6949-4ac6-b94b-e982470d84bd" providerId="AD" clId="Web-{3A700048-EC97-795F-1276-F79E2D7E7BA4}" dt="2025-10-22T09:07:03.951" v="398"/>
          <ac:spMkLst>
            <pc:docMk/>
            <pc:sldMk cId="184991813" sldId="2147481933"/>
            <ac:spMk id="1038" creationId="{815058D8-4D0E-87E3-5D51-29EE9851591A}"/>
          </ac:spMkLst>
        </pc:spChg>
        <pc:spChg chg="del">
          <ac:chgData name="Prabhat Swain" userId="S::prabhat.swain@sigmasoft.ai::807f03e4-6949-4ac6-b94b-e982470d84bd" providerId="AD" clId="Web-{3A700048-EC97-795F-1276-F79E2D7E7BA4}" dt="2025-10-22T09:07:03.951" v="397"/>
          <ac:spMkLst>
            <pc:docMk/>
            <pc:sldMk cId="184991813" sldId="2147481933"/>
            <ac:spMk id="1039" creationId="{A750152E-089D-179E-06C2-E5FC56BD15D9}"/>
          </ac:spMkLst>
        </pc:spChg>
        <pc:spChg chg="del">
          <ac:chgData name="Prabhat Swain" userId="S::prabhat.swain@sigmasoft.ai::807f03e4-6949-4ac6-b94b-e982470d84bd" providerId="AD" clId="Web-{3A700048-EC97-795F-1276-F79E2D7E7BA4}" dt="2025-10-22T09:07:03.951" v="396"/>
          <ac:spMkLst>
            <pc:docMk/>
            <pc:sldMk cId="184991813" sldId="2147481933"/>
            <ac:spMk id="1040" creationId="{74669039-5602-E148-5ACC-5730A1021641}"/>
          </ac:spMkLst>
        </pc:spChg>
        <pc:spChg chg="del">
          <ac:chgData name="Prabhat Swain" userId="S::prabhat.swain@sigmasoft.ai::807f03e4-6949-4ac6-b94b-e982470d84bd" providerId="AD" clId="Web-{3A700048-EC97-795F-1276-F79E2D7E7BA4}" dt="2025-10-22T09:07:03.951" v="395"/>
          <ac:spMkLst>
            <pc:docMk/>
            <pc:sldMk cId="184991813" sldId="2147481933"/>
            <ac:spMk id="1041" creationId="{E6D275BD-578A-FB22-DFD4-ECE7650525A0}"/>
          </ac:spMkLst>
        </pc:spChg>
        <pc:spChg chg="del">
          <ac:chgData name="Prabhat Swain" userId="S::prabhat.swain@sigmasoft.ai::807f03e4-6949-4ac6-b94b-e982470d84bd" providerId="AD" clId="Web-{3A700048-EC97-795F-1276-F79E2D7E7BA4}" dt="2025-10-22T09:07:03.951" v="391"/>
          <ac:spMkLst>
            <pc:docMk/>
            <pc:sldMk cId="184991813" sldId="2147481933"/>
            <ac:spMk id="1045" creationId="{15C6556C-71CA-BD42-0DE5-2CD7DCE24D19}"/>
          </ac:spMkLst>
        </pc:spChg>
        <pc:spChg chg="del">
          <ac:chgData name="Prabhat Swain" userId="S::prabhat.swain@sigmasoft.ai::807f03e4-6949-4ac6-b94b-e982470d84bd" providerId="AD" clId="Web-{3A700048-EC97-795F-1276-F79E2D7E7BA4}" dt="2025-10-22T09:07:03.951" v="389"/>
          <ac:spMkLst>
            <pc:docMk/>
            <pc:sldMk cId="184991813" sldId="2147481933"/>
            <ac:spMk id="1047" creationId="{19A3A26D-8248-6DC9-8B7C-16E41E96D1D0}"/>
          </ac:spMkLst>
        </pc:spChg>
        <pc:spChg chg="del">
          <ac:chgData name="Prabhat Swain" userId="S::prabhat.swain@sigmasoft.ai::807f03e4-6949-4ac6-b94b-e982470d84bd" providerId="AD" clId="Web-{3A700048-EC97-795F-1276-F79E2D7E7BA4}" dt="2025-10-22T09:07:03.951" v="388"/>
          <ac:spMkLst>
            <pc:docMk/>
            <pc:sldMk cId="184991813" sldId="2147481933"/>
            <ac:spMk id="1048" creationId="{44F9778E-ACCB-2234-6A9C-A2AF5C565A1F}"/>
          </ac:spMkLst>
        </pc:spChg>
        <pc:spChg chg="del">
          <ac:chgData name="Prabhat Swain" userId="S::prabhat.swain@sigmasoft.ai::807f03e4-6949-4ac6-b94b-e982470d84bd" providerId="AD" clId="Web-{3A700048-EC97-795F-1276-F79E2D7E7BA4}" dt="2025-10-22T09:07:03.935" v="385"/>
          <ac:spMkLst>
            <pc:docMk/>
            <pc:sldMk cId="184991813" sldId="2147481933"/>
            <ac:spMk id="1051" creationId="{68913F88-4397-F494-E194-5B40E1018925}"/>
          </ac:spMkLst>
        </pc:spChg>
        <pc:spChg chg="del">
          <ac:chgData name="Prabhat Swain" userId="S::prabhat.swain@sigmasoft.ai::807f03e4-6949-4ac6-b94b-e982470d84bd" providerId="AD" clId="Web-{3A700048-EC97-795F-1276-F79E2D7E7BA4}" dt="2025-10-22T09:07:03.935" v="383"/>
          <ac:spMkLst>
            <pc:docMk/>
            <pc:sldMk cId="184991813" sldId="2147481933"/>
            <ac:spMk id="1061" creationId="{9133E524-B01B-70B0-76DE-25D1771D977E}"/>
          </ac:spMkLst>
        </pc:spChg>
        <pc:spChg chg="del">
          <ac:chgData name="Prabhat Swain" userId="S::prabhat.swain@sigmasoft.ai::807f03e4-6949-4ac6-b94b-e982470d84bd" providerId="AD" clId="Web-{3A700048-EC97-795F-1276-F79E2D7E7BA4}" dt="2025-10-22T09:07:03.935" v="381"/>
          <ac:spMkLst>
            <pc:docMk/>
            <pc:sldMk cId="184991813" sldId="2147481933"/>
            <ac:spMk id="1063" creationId="{B69DD25E-64BA-9EE3-5418-7E93CB3F315B}"/>
          </ac:spMkLst>
        </pc:spChg>
        <pc:spChg chg="del">
          <ac:chgData name="Prabhat Swain" userId="S::prabhat.swain@sigmasoft.ai::807f03e4-6949-4ac6-b94b-e982470d84bd" providerId="AD" clId="Web-{3A700048-EC97-795F-1276-F79E2D7E7BA4}" dt="2025-10-22T09:07:03.935" v="379"/>
          <ac:spMkLst>
            <pc:docMk/>
            <pc:sldMk cId="184991813" sldId="2147481933"/>
            <ac:spMk id="1065" creationId="{10F289BB-589C-B037-D1BD-69461F997B1D}"/>
          </ac:spMkLst>
        </pc:spChg>
        <pc:spChg chg="del">
          <ac:chgData name="Prabhat Swain" userId="S::prabhat.swain@sigmasoft.ai::807f03e4-6949-4ac6-b94b-e982470d84bd" providerId="AD" clId="Web-{3A700048-EC97-795F-1276-F79E2D7E7BA4}" dt="2025-10-22T09:07:03.935" v="378"/>
          <ac:spMkLst>
            <pc:docMk/>
            <pc:sldMk cId="184991813" sldId="2147481933"/>
            <ac:spMk id="1066" creationId="{94FF3612-DE60-9AA8-0D32-9A0F0CEF8DA4}"/>
          </ac:spMkLst>
        </pc:spChg>
        <pc:spChg chg="del">
          <ac:chgData name="Prabhat Swain" userId="S::prabhat.swain@sigmasoft.ai::807f03e4-6949-4ac6-b94b-e982470d84bd" providerId="AD" clId="Web-{3A700048-EC97-795F-1276-F79E2D7E7BA4}" dt="2025-10-22T09:07:03.935" v="377"/>
          <ac:spMkLst>
            <pc:docMk/>
            <pc:sldMk cId="184991813" sldId="2147481933"/>
            <ac:spMk id="1067" creationId="{44F0C8A5-2177-57F1-B457-07E330FF2FB5}"/>
          </ac:spMkLst>
        </pc:spChg>
        <pc:spChg chg="del">
          <ac:chgData name="Prabhat Swain" userId="S::prabhat.swain@sigmasoft.ai::807f03e4-6949-4ac6-b94b-e982470d84bd" providerId="AD" clId="Web-{3A700048-EC97-795F-1276-F79E2D7E7BA4}" dt="2025-10-22T09:07:03.935" v="374"/>
          <ac:spMkLst>
            <pc:docMk/>
            <pc:sldMk cId="184991813" sldId="2147481933"/>
            <ac:spMk id="1080" creationId="{05840AF9-D362-0485-07E8-23A9012732A1}"/>
          </ac:spMkLst>
        </pc:spChg>
        <pc:spChg chg="del">
          <ac:chgData name="Prabhat Swain" userId="S::prabhat.swain@sigmasoft.ai::807f03e4-6949-4ac6-b94b-e982470d84bd" providerId="AD" clId="Web-{3A700048-EC97-795F-1276-F79E2D7E7BA4}" dt="2025-10-22T09:07:03.935" v="373"/>
          <ac:spMkLst>
            <pc:docMk/>
            <pc:sldMk cId="184991813" sldId="2147481933"/>
            <ac:spMk id="1081" creationId="{0EF21A26-E669-98C6-858B-925BE89E9810}"/>
          </ac:spMkLst>
        </pc:spChg>
        <pc:spChg chg="del">
          <ac:chgData name="Prabhat Swain" userId="S::prabhat.swain@sigmasoft.ai::807f03e4-6949-4ac6-b94b-e982470d84bd" providerId="AD" clId="Web-{3A700048-EC97-795F-1276-F79E2D7E7BA4}" dt="2025-10-22T09:07:03.935" v="370"/>
          <ac:spMkLst>
            <pc:docMk/>
            <pc:sldMk cId="184991813" sldId="2147481933"/>
            <ac:spMk id="1084" creationId="{882B510E-AD05-A0CE-966C-981429CBA895}"/>
          </ac:spMkLst>
        </pc:spChg>
        <pc:spChg chg="del">
          <ac:chgData name="Prabhat Swain" userId="S::prabhat.swain@sigmasoft.ai::807f03e4-6949-4ac6-b94b-e982470d84bd" providerId="AD" clId="Web-{3A700048-EC97-795F-1276-F79E2D7E7BA4}" dt="2025-10-22T09:07:03.935" v="369"/>
          <ac:spMkLst>
            <pc:docMk/>
            <pc:sldMk cId="184991813" sldId="2147481933"/>
            <ac:spMk id="1085" creationId="{0926279E-42D2-45B3-6639-15D9D7075555}"/>
          </ac:spMkLst>
        </pc:spChg>
        <pc:spChg chg="del">
          <ac:chgData name="Prabhat Swain" userId="S::prabhat.swain@sigmasoft.ai::807f03e4-6949-4ac6-b94b-e982470d84bd" providerId="AD" clId="Web-{3A700048-EC97-795F-1276-F79E2D7E7BA4}" dt="2025-10-22T09:07:03.935" v="366"/>
          <ac:spMkLst>
            <pc:docMk/>
            <pc:sldMk cId="184991813" sldId="2147481933"/>
            <ac:spMk id="1092" creationId="{A4B6EEE8-5E11-5F4B-B68D-D29F0EAED93D}"/>
          </ac:spMkLst>
        </pc:spChg>
        <pc:spChg chg="mod">
          <ac:chgData name="Prabhat Swain" userId="S::prabhat.swain@sigmasoft.ai::807f03e4-6949-4ac6-b94b-e982470d84bd" providerId="AD" clId="Web-{3A700048-EC97-795F-1276-F79E2D7E7BA4}" dt="2025-10-22T09:06:57.591" v="354" actId="20577"/>
          <ac:spMkLst>
            <pc:docMk/>
            <pc:sldMk cId="184991813" sldId="2147481933"/>
            <ac:spMk id="1104" creationId="{F2ACF66F-E36E-0662-3EDF-90155A7BD632}"/>
          </ac:spMkLst>
        </pc:spChg>
        <pc:spChg chg="del">
          <ac:chgData name="Prabhat Swain" userId="S::prabhat.swain@sigmasoft.ai::807f03e4-6949-4ac6-b94b-e982470d84bd" providerId="AD" clId="Web-{3A700048-EC97-795F-1276-F79E2D7E7BA4}" dt="2025-10-22T09:07:03.935" v="357"/>
          <ac:spMkLst>
            <pc:docMk/>
            <pc:sldMk cId="184991813" sldId="2147481933"/>
            <ac:spMk id="1115" creationId="{F5D274E0-3D23-F244-59B9-0339310938FF}"/>
          </ac:spMkLst>
        </pc:spChg>
        <pc:spChg chg="del">
          <ac:chgData name="Prabhat Swain" userId="S::prabhat.swain@sigmasoft.ai::807f03e4-6949-4ac6-b94b-e982470d84bd" providerId="AD" clId="Web-{3A700048-EC97-795F-1276-F79E2D7E7BA4}" dt="2025-10-22T09:07:03.935" v="355"/>
          <ac:spMkLst>
            <pc:docMk/>
            <pc:sldMk cId="184991813" sldId="2147481933"/>
            <ac:spMk id="1119" creationId="{543894B6-A872-77C0-E786-0D4AC930951C}"/>
          </ac:spMkLst>
        </pc:spChg>
        <pc:grpChg chg="del">
          <ac:chgData name="Prabhat Swain" userId="S::prabhat.swain@sigmasoft.ai::807f03e4-6949-4ac6-b94b-e982470d84bd" providerId="AD" clId="Web-{3A700048-EC97-795F-1276-F79E2D7E7BA4}" dt="2025-10-22T09:07:03.951" v="404"/>
          <ac:grpSpMkLst>
            <pc:docMk/>
            <pc:sldMk cId="184991813" sldId="2147481933"/>
            <ac:grpSpMk id="21" creationId="{2E3475A5-6FD7-112E-51A1-098918CDC6A6}"/>
          </ac:grpSpMkLst>
        </pc:grpChg>
        <pc:grpChg chg="del">
          <ac:chgData name="Prabhat Swain" userId="S::prabhat.swain@sigmasoft.ai::807f03e4-6949-4ac6-b94b-e982470d84bd" providerId="AD" clId="Web-{3A700048-EC97-795F-1276-F79E2D7E7BA4}" dt="2025-10-22T09:07:03.951" v="405"/>
          <ac:grpSpMkLst>
            <pc:docMk/>
            <pc:sldMk cId="184991813" sldId="2147481933"/>
            <ac:grpSpMk id="22" creationId="{C29E0BBA-0421-B2FD-1711-C1805E230E0D}"/>
          </ac:grpSpMkLst>
        </pc:grpChg>
        <pc:grpChg chg="del">
          <ac:chgData name="Prabhat Swain" userId="S::prabhat.swain@sigmasoft.ai::807f03e4-6949-4ac6-b94b-e982470d84bd" providerId="AD" clId="Web-{3A700048-EC97-795F-1276-F79E2D7E7BA4}" dt="2025-10-22T09:07:03.935" v="384"/>
          <ac:grpSpMkLst>
            <pc:docMk/>
            <pc:sldMk cId="184991813" sldId="2147481933"/>
            <ac:grpSpMk id="1052" creationId="{1E6A84E3-E9E5-8446-A910-9A3A8CBA444B}"/>
          </ac:grpSpMkLst>
        </pc:grpChg>
        <pc:grpChg chg="del">
          <ac:chgData name="Prabhat Swain" userId="S::prabhat.swain@sigmasoft.ai::807f03e4-6949-4ac6-b94b-e982470d84bd" providerId="AD" clId="Web-{3A700048-EC97-795F-1276-F79E2D7E7BA4}" dt="2025-10-22T09:07:03.935" v="376"/>
          <ac:grpSpMkLst>
            <pc:docMk/>
            <pc:sldMk cId="184991813" sldId="2147481933"/>
            <ac:grpSpMk id="1068" creationId="{579B45DA-0AF5-FEA4-1B09-F6713361FA82}"/>
          </ac:grpSpMkLst>
        </pc:grpChg>
        <pc:grpChg chg="del">
          <ac:chgData name="Prabhat Swain" userId="S::prabhat.swain@sigmasoft.ai::807f03e4-6949-4ac6-b94b-e982470d84bd" providerId="AD" clId="Web-{3A700048-EC97-795F-1276-F79E2D7E7BA4}" dt="2025-10-22T09:07:03.935" v="375"/>
          <ac:grpSpMkLst>
            <pc:docMk/>
            <pc:sldMk cId="184991813" sldId="2147481933"/>
            <ac:grpSpMk id="1074" creationId="{AA30F43E-0253-B63F-8946-65BEE7B462F6}"/>
          </ac:grpSpMkLst>
        </pc:grpChg>
        <pc:picChg chg="del">
          <ac:chgData name="Prabhat Swain" userId="S::prabhat.swain@sigmasoft.ai::807f03e4-6949-4ac6-b94b-e982470d84bd" providerId="AD" clId="Web-{3A700048-EC97-795F-1276-F79E2D7E7BA4}" dt="2025-10-22T09:07:03.951" v="406"/>
          <ac:picMkLst>
            <pc:docMk/>
            <pc:sldMk cId="184991813" sldId="2147481933"/>
            <ac:picMk id="6" creationId="{FD68435A-2F38-C079-5A9A-381DC3D694B3}"/>
          </ac:picMkLst>
        </pc:picChg>
        <pc:picChg chg="del">
          <ac:chgData name="Prabhat Swain" userId="S::prabhat.swain@sigmasoft.ai::807f03e4-6949-4ac6-b94b-e982470d84bd" providerId="AD" clId="Web-{3A700048-EC97-795F-1276-F79E2D7E7BA4}" dt="2025-10-22T09:07:03.951" v="394"/>
          <ac:picMkLst>
            <pc:docMk/>
            <pc:sldMk cId="184991813" sldId="2147481933"/>
            <ac:picMk id="1042" creationId="{E0A5F4B7-1D07-3A49-EBA8-A81C008E40ED}"/>
          </ac:picMkLst>
        </pc:picChg>
        <pc:picChg chg="del">
          <ac:chgData name="Prabhat Swain" userId="S::prabhat.swain@sigmasoft.ai::807f03e4-6949-4ac6-b94b-e982470d84bd" providerId="AD" clId="Web-{3A700048-EC97-795F-1276-F79E2D7E7BA4}" dt="2025-10-22T09:07:03.951" v="393"/>
          <ac:picMkLst>
            <pc:docMk/>
            <pc:sldMk cId="184991813" sldId="2147481933"/>
            <ac:picMk id="1043" creationId="{659A015F-574B-B568-5C18-D2C768762139}"/>
          </ac:picMkLst>
        </pc:picChg>
        <pc:picChg chg="del">
          <ac:chgData name="Prabhat Swain" userId="S::prabhat.swain@sigmasoft.ai::807f03e4-6949-4ac6-b94b-e982470d84bd" providerId="AD" clId="Web-{3A700048-EC97-795F-1276-F79E2D7E7BA4}" dt="2025-10-22T09:07:03.951" v="392"/>
          <ac:picMkLst>
            <pc:docMk/>
            <pc:sldMk cId="184991813" sldId="2147481933"/>
            <ac:picMk id="1044" creationId="{4EF0B8E2-22D1-E584-6D0F-CA50D5A6B7F8}"/>
          </ac:picMkLst>
        </pc:picChg>
        <pc:picChg chg="del">
          <ac:chgData name="Prabhat Swain" userId="S::prabhat.swain@sigmasoft.ai::807f03e4-6949-4ac6-b94b-e982470d84bd" providerId="AD" clId="Web-{3A700048-EC97-795F-1276-F79E2D7E7BA4}" dt="2025-10-22T09:07:03.951" v="390"/>
          <ac:picMkLst>
            <pc:docMk/>
            <pc:sldMk cId="184991813" sldId="2147481933"/>
            <ac:picMk id="1046" creationId="{0C777D95-E9D8-333E-4B3D-3B1C18011DA3}"/>
          </ac:picMkLst>
        </pc:picChg>
        <pc:picChg chg="del">
          <ac:chgData name="Prabhat Swain" userId="S::prabhat.swain@sigmasoft.ai::807f03e4-6949-4ac6-b94b-e982470d84bd" providerId="AD" clId="Web-{3A700048-EC97-795F-1276-F79E2D7E7BA4}" dt="2025-10-22T09:07:03.951" v="387"/>
          <ac:picMkLst>
            <pc:docMk/>
            <pc:sldMk cId="184991813" sldId="2147481933"/>
            <ac:picMk id="1049" creationId="{9C4AC991-3794-0609-AF6F-FE3A12ED2897}"/>
          </ac:picMkLst>
        </pc:picChg>
        <pc:picChg chg="del">
          <ac:chgData name="Prabhat Swain" userId="S::prabhat.swain@sigmasoft.ai::807f03e4-6949-4ac6-b94b-e982470d84bd" providerId="AD" clId="Web-{3A700048-EC97-795F-1276-F79E2D7E7BA4}" dt="2025-10-22T09:07:03.935" v="382"/>
          <ac:picMkLst>
            <pc:docMk/>
            <pc:sldMk cId="184991813" sldId="2147481933"/>
            <ac:picMk id="1062" creationId="{07140434-34F8-CB2D-26AE-E8C0B5B9051C}"/>
          </ac:picMkLst>
        </pc:picChg>
        <pc:picChg chg="del">
          <ac:chgData name="Prabhat Swain" userId="S::prabhat.swain@sigmasoft.ai::807f03e4-6949-4ac6-b94b-e982470d84bd" providerId="AD" clId="Web-{3A700048-EC97-795F-1276-F79E2D7E7BA4}" dt="2025-10-22T09:07:03.935" v="367"/>
          <ac:picMkLst>
            <pc:docMk/>
            <pc:sldMk cId="184991813" sldId="2147481933"/>
            <ac:picMk id="1087" creationId="{6D96693F-EFA6-4D13-0976-DAA1CCAE6843}"/>
          </ac:picMkLst>
        </pc:picChg>
        <pc:picChg chg="del">
          <ac:chgData name="Prabhat Swain" userId="S::prabhat.swain@sigmasoft.ai::807f03e4-6949-4ac6-b94b-e982470d84bd" providerId="AD" clId="Web-{3A700048-EC97-795F-1276-F79E2D7E7BA4}" dt="2025-10-22T09:07:03.935" v="365"/>
          <ac:picMkLst>
            <pc:docMk/>
            <pc:sldMk cId="184991813" sldId="2147481933"/>
            <ac:picMk id="1093" creationId="{6F6559FB-73AE-1A69-4D69-E332EC194822}"/>
          </ac:picMkLst>
        </pc:picChg>
        <pc:picChg chg="del">
          <ac:chgData name="Prabhat Swain" userId="S::prabhat.swain@sigmasoft.ai::807f03e4-6949-4ac6-b94b-e982470d84bd" providerId="AD" clId="Web-{3A700048-EC97-795F-1276-F79E2D7E7BA4}" dt="2025-10-22T09:07:03.935" v="360"/>
          <ac:picMkLst>
            <pc:docMk/>
            <pc:sldMk cId="184991813" sldId="2147481933"/>
            <ac:picMk id="1108" creationId="{69B2EB1D-72F2-BF13-C8C2-0C4D99F2CE2E}"/>
          </ac:picMkLst>
        </pc:picChg>
        <pc:picChg chg="del">
          <ac:chgData name="Prabhat Swain" userId="S::prabhat.swain@sigmasoft.ai::807f03e4-6949-4ac6-b94b-e982470d84bd" providerId="AD" clId="Web-{3A700048-EC97-795F-1276-F79E2D7E7BA4}" dt="2025-10-22T09:07:03.935" v="356"/>
          <ac:picMkLst>
            <pc:docMk/>
            <pc:sldMk cId="184991813" sldId="2147481933"/>
            <ac:picMk id="1118" creationId="{D9C53529-4F65-05A2-9CDB-01DACFE64334}"/>
          </ac:picMkLst>
        </pc:picChg>
        <pc:cxnChg chg="del">
          <ac:chgData name="Prabhat Swain" userId="S::prabhat.swain@sigmasoft.ai::807f03e4-6949-4ac6-b94b-e982470d84bd" providerId="AD" clId="Web-{3A700048-EC97-795F-1276-F79E2D7E7BA4}" dt="2025-10-22T09:07:03.951" v="402"/>
          <ac:cxnSpMkLst>
            <pc:docMk/>
            <pc:sldMk cId="184991813" sldId="2147481933"/>
            <ac:cxnSpMk id="1034" creationId="{E221B882-769C-44FE-3A72-3A6A7F5E4821}"/>
          </ac:cxnSpMkLst>
        </pc:cxnChg>
        <pc:cxnChg chg="del mod">
          <ac:chgData name="Prabhat Swain" userId="S::prabhat.swain@sigmasoft.ai::807f03e4-6949-4ac6-b94b-e982470d84bd" providerId="AD" clId="Web-{3A700048-EC97-795F-1276-F79E2D7E7BA4}" dt="2025-10-22T09:07:03.951" v="386"/>
          <ac:cxnSpMkLst>
            <pc:docMk/>
            <pc:sldMk cId="184991813" sldId="2147481933"/>
            <ac:cxnSpMk id="1050" creationId="{C42F3CA3-0E33-F7DB-5F75-645BE5815A9A}"/>
          </ac:cxnSpMkLst>
        </pc:cxnChg>
        <pc:cxnChg chg="del">
          <ac:chgData name="Prabhat Swain" userId="S::prabhat.swain@sigmasoft.ai::807f03e4-6949-4ac6-b94b-e982470d84bd" providerId="AD" clId="Web-{3A700048-EC97-795F-1276-F79E2D7E7BA4}" dt="2025-10-22T09:07:03.935" v="380"/>
          <ac:cxnSpMkLst>
            <pc:docMk/>
            <pc:sldMk cId="184991813" sldId="2147481933"/>
            <ac:cxnSpMk id="1064" creationId="{994ABCFA-29C2-E134-EF78-6BEC917E8B1F}"/>
          </ac:cxnSpMkLst>
        </pc:cxnChg>
        <pc:cxnChg chg="del">
          <ac:chgData name="Prabhat Swain" userId="S::prabhat.swain@sigmasoft.ai::807f03e4-6949-4ac6-b94b-e982470d84bd" providerId="AD" clId="Web-{3A700048-EC97-795F-1276-F79E2D7E7BA4}" dt="2025-10-22T09:07:03.935" v="372"/>
          <ac:cxnSpMkLst>
            <pc:docMk/>
            <pc:sldMk cId="184991813" sldId="2147481933"/>
            <ac:cxnSpMk id="1082" creationId="{11233909-EB57-5093-7BC7-0FEF89061363}"/>
          </ac:cxnSpMkLst>
        </pc:cxnChg>
        <pc:cxnChg chg="del">
          <ac:chgData name="Prabhat Swain" userId="S::prabhat.swain@sigmasoft.ai::807f03e4-6949-4ac6-b94b-e982470d84bd" providerId="AD" clId="Web-{3A700048-EC97-795F-1276-F79E2D7E7BA4}" dt="2025-10-22T09:07:03.935" v="371"/>
          <ac:cxnSpMkLst>
            <pc:docMk/>
            <pc:sldMk cId="184991813" sldId="2147481933"/>
            <ac:cxnSpMk id="1083" creationId="{37FF97D1-A57A-6319-0F60-114A94DBD0E8}"/>
          </ac:cxnSpMkLst>
        </pc:cxnChg>
        <pc:cxnChg chg="del">
          <ac:chgData name="Prabhat Swain" userId="S::prabhat.swain@sigmasoft.ai::807f03e4-6949-4ac6-b94b-e982470d84bd" providerId="AD" clId="Web-{3A700048-EC97-795F-1276-F79E2D7E7BA4}" dt="2025-10-22T09:07:03.935" v="368"/>
          <ac:cxnSpMkLst>
            <pc:docMk/>
            <pc:sldMk cId="184991813" sldId="2147481933"/>
            <ac:cxnSpMk id="1086" creationId="{BB0623F0-C161-D8A7-31EF-C7723D928B1B}"/>
          </ac:cxnSpMkLst>
        </pc:cxnChg>
        <pc:cxnChg chg="del">
          <ac:chgData name="Prabhat Swain" userId="S::prabhat.swain@sigmasoft.ai::807f03e4-6949-4ac6-b94b-e982470d84bd" providerId="AD" clId="Web-{3A700048-EC97-795F-1276-F79E2D7E7BA4}" dt="2025-10-22T09:07:03.935" v="364"/>
          <ac:cxnSpMkLst>
            <pc:docMk/>
            <pc:sldMk cId="184991813" sldId="2147481933"/>
            <ac:cxnSpMk id="1094" creationId="{B47E1A28-BA6F-4E9E-26C4-0A4B5860E5FF}"/>
          </ac:cxnSpMkLst>
        </pc:cxnChg>
        <pc:cxnChg chg="del">
          <ac:chgData name="Prabhat Swain" userId="S::prabhat.swain@sigmasoft.ai::807f03e4-6949-4ac6-b94b-e982470d84bd" providerId="AD" clId="Web-{3A700048-EC97-795F-1276-F79E2D7E7BA4}" dt="2025-10-22T09:07:03.935" v="363"/>
          <ac:cxnSpMkLst>
            <pc:docMk/>
            <pc:sldMk cId="184991813" sldId="2147481933"/>
            <ac:cxnSpMk id="1096" creationId="{09A04EC3-9E0A-DFED-3FC1-1515CDC52419}"/>
          </ac:cxnSpMkLst>
        </pc:cxnChg>
        <pc:cxnChg chg="del">
          <ac:chgData name="Prabhat Swain" userId="S::prabhat.swain@sigmasoft.ai::807f03e4-6949-4ac6-b94b-e982470d84bd" providerId="AD" clId="Web-{3A700048-EC97-795F-1276-F79E2D7E7BA4}" dt="2025-10-22T09:07:03.935" v="362"/>
          <ac:cxnSpMkLst>
            <pc:docMk/>
            <pc:sldMk cId="184991813" sldId="2147481933"/>
            <ac:cxnSpMk id="1097" creationId="{5B01A562-B775-E96B-5059-F7D956A00CE9}"/>
          </ac:cxnSpMkLst>
        </pc:cxnChg>
        <pc:cxnChg chg="del">
          <ac:chgData name="Prabhat Swain" userId="S::prabhat.swain@sigmasoft.ai::807f03e4-6949-4ac6-b94b-e982470d84bd" providerId="AD" clId="Web-{3A700048-EC97-795F-1276-F79E2D7E7BA4}" dt="2025-10-22T09:07:03.935" v="361"/>
          <ac:cxnSpMkLst>
            <pc:docMk/>
            <pc:sldMk cId="184991813" sldId="2147481933"/>
            <ac:cxnSpMk id="1102" creationId="{2619A4C2-42DC-A1D8-D4D1-FA8125F21B05}"/>
          </ac:cxnSpMkLst>
        </pc:cxnChg>
        <pc:cxnChg chg="del">
          <ac:chgData name="Prabhat Swain" userId="S::prabhat.swain@sigmasoft.ai::807f03e4-6949-4ac6-b94b-e982470d84bd" providerId="AD" clId="Web-{3A700048-EC97-795F-1276-F79E2D7E7BA4}" dt="2025-10-22T09:07:03.935" v="359"/>
          <ac:cxnSpMkLst>
            <pc:docMk/>
            <pc:sldMk cId="184991813" sldId="2147481933"/>
            <ac:cxnSpMk id="1109" creationId="{1B53FEC6-68C8-F44F-9E99-AA7FF7349D04}"/>
          </ac:cxnSpMkLst>
        </pc:cxnChg>
        <pc:cxnChg chg="del">
          <ac:chgData name="Prabhat Swain" userId="S::prabhat.swain@sigmasoft.ai::807f03e4-6949-4ac6-b94b-e982470d84bd" providerId="AD" clId="Web-{3A700048-EC97-795F-1276-F79E2D7E7BA4}" dt="2025-10-22T09:07:03.935" v="358"/>
          <ac:cxnSpMkLst>
            <pc:docMk/>
            <pc:sldMk cId="184991813" sldId="2147481933"/>
            <ac:cxnSpMk id="1110" creationId="{BE0B3CB9-0CAA-D5FC-0027-EAF539464361}"/>
          </ac:cxnSpMkLst>
        </pc:cxnChg>
      </pc:sldChg>
      <pc:sldChg chg="addSp delSp modSp">
        <pc:chgData name="Prabhat Swain" userId="S::prabhat.swain@sigmasoft.ai::807f03e4-6949-4ac6-b94b-e982470d84bd" providerId="AD" clId="Web-{3A700048-EC97-795F-1276-F79E2D7E7BA4}" dt="2025-10-22T09:02:49.660" v="217" actId="20577"/>
        <pc:sldMkLst>
          <pc:docMk/>
          <pc:sldMk cId="3396310219" sldId="2147481934"/>
        </pc:sldMkLst>
        <pc:spChg chg="del mod">
          <ac:chgData name="Prabhat Swain" userId="S::prabhat.swain@sigmasoft.ai::807f03e4-6949-4ac6-b94b-e982470d84bd" providerId="AD" clId="Web-{3A700048-EC97-795F-1276-F79E2D7E7BA4}" dt="2025-10-22T08:58:27.835" v="105"/>
          <ac:spMkLst>
            <pc:docMk/>
            <pc:sldMk cId="3396310219" sldId="2147481934"/>
            <ac:spMk id="2" creationId="{7D746A8A-A9FF-47D6-6FAF-642E3AE1E9BE}"/>
          </ac:spMkLst>
        </pc:spChg>
        <pc:spChg chg="mod">
          <ac:chgData name="Prabhat Swain" userId="S::prabhat.swain@sigmasoft.ai::807f03e4-6949-4ac6-b94b-e982470d84bd" providerId="AD" clId="Web-{3A700048-EC97-795F-1276-F79E2D7E7BA4}" dt="2025-10-22T08:58:14.397" v="61" actId="20577"/>
          <ac:spMkLst>
            <pc:docMk/>
            <pc:sldMk cId="3396310219" sldId="2147481934"/>
            <ac:spMk id="3" creationId="{DA2A8C07-2A12-4212-1092-27B77B6B3DEF}"/>
          </ac:spMkLst>
        </pc:spChg>
        <pc:spChg chg="del">
          <ac:chgData name="Prabhat Swain" userId="S::prabhat.swain@sigmasoft.ai::807f03e4-6949-4ac6-b94b-e982470d84bd" providerId="AD" clId="Web-{3A700048-EC97-795F-1276-F79E2D7E7BA4}" dt="2025-10-22T08:58:29.850" v="106"/>
          <ac:spMkLst>
            <pc:docMk/>
            <pc:sldMk cId="3396310219" sldId="2147481934"/>
            <ac:spMk id="8" creationId="{BED6F1D7-0B94-111F-426C-C81AB66968ED}"/>
          </ac:spMkLst>
        </pc:spChg>
        <pc:spChg chg="add mod">
          <ac:chgData name="Prabhat Swain" userId="S::prabhat.swain@sigmasoft.ai::807f03e4-6949-4ac6-b94b-e982470d84bd" providerId="AD" clId="Web-{3A700048-EC97-795F-1276-F79E2D7E7BA4}" dt="2025-10-22T09:02:49.660" v="217" actId="20577"/>
          <ac:spMkLst>
            <pc:docMk/>
            <pc:sldMk cId="3396310219" sldId="2147481934"/>
            <ac:spMk id="9" creationId="{76359DDC-F194-A06E-B6F3-AA242F420CC7}"/>
          </ac:spMkLst>
        </pc:spChg>
        <pc:spChg chg="add mod">
          <ac:chgData name="Prabhat Swain" userId="S::prabhat.swain@sigmasoft.ai::807f03e4-6949-4ac6-b94b-e982470d84bd" providerId="AD" clId="Web-{3A700048-EC97-795F-1276-F79E2D7E7BA4}" dt="2025-10-22T09:02:41.598" v="215" actId="20577"/>
          <ac:spMkLst>
            <pc:docMk/>
            <pc:sldMk cId="3396310219" sldId="2147481934"/>
            <ac:spMk id="10" creationId="{A7B7711D-9B33-64A6-0E71-3C54E8A0B5BA}"/>
          </ac:spMkLst>
        </pc:spChg>
        <pc:spChg chg="del">
          <ac:chgData name="Prabhat Swain" userId="S::prabhat.swain@sigmasoft.ai::807f03e4-6949-4ac6-b94b-e982470d84bd" providerId="AD" clId="Web-{3A700048-EC97-795F-1276-F79E2D7E7BA4}" dt="2025-10-22T08:58:21.553" v="101"/>
          <ac:spMkLst>
            <pc:docMk/>
            <pc:sldMk cId="3396310219" sldId="2147481934"/>
            <ac:spMk id="16" creationId="{58FBFF14-C969-F90A-5D64-9DF4AE79C8AC}"/>
          </ac:spMkLst>
        </pc:spChg>
        <pc:spChg chg="del">
          <ac:chgData name="Prabhat Swain" userId="S::prabhat.swain@sigmasoft.ai::807f03e4-6949-4ac6-b94b-e982470d84bd" providerId="AD" clId="Web-{3A700048-EC97-795F-1276-F79E2D7E7BA4}" dt="2025-10-22T08:58:21.553" v="99"/>
          <ac:spMkLst>
            <pc:docMk/>
            <pc:sldMk cId="3396310219" sldId="2147481934"/>
            <ac:spMk id="20" creationId="{A1AC55FC-6D34-8D38-346F-9BEECC5DCE66}"/>
          </ac:spMkLst>
        </pc:spChg>
        <pc:spChg chg="del">
          <ac:chgData name="Prabhat Swain" userId="S::prabhat.swain@sigmasoft.ai::807f03e4-6949-4ac6-b94b-e982470d84bd" providerId="AD" clId="Web-{3A700048-EC97-795F-1276-F79E2D7E7BA4}" dt="2025-10-22T08:58:21.553" v="97"/>
          <ac:spMkLst>
            <pc:docMk/>
            <pc:sldMk cId="3396310219" sldId="2147481934"/>
            <ac:spMk id="24" creationId="{D3F0A8E9-361E-0681-8FE5-E0D28E31B6EA}"/>
          </ac:spMkLst>
        </pc:spChg>
        <pc:spChg chg="del">
          <ac:chgData name="Prabhat Swain" userId="S::prabhat.swain@sigmasoft.ai::807f03e4-6949-4ac6-b94b-e982470d84bd" providerId="AD" clId="Web-{3A700048-EC97-795F-1276-F79E2D7E7BA4}" dt="2025-10-22T08:58:21.553" v="95"/>
          <ac:spMkLst>
            <pc:docMk/>
            <pc:sldMk cId="3396310219" sldId="2147481934"/>
            <ac:spMk id="28" creationId="{B1FA4CCB-706B-485E-55AB-5D85863D4EF4}"/>
          </ac:spMkLst>
        </pc:spChg>
        <pc:spChg chg="del">
          <ac:chgData name="Prabhat Swain" userId="S::prabhat.swain@sigmasoft.ai::807f03e4-6949-4ac6-b94b-e982470d84bd" providerId="AD" clId="Web-{3A700048-EC97-795F-1276-F79E2D7E7BA4}" dt="2025-10-22T08:58:21.553" v="93"/>
          <ac:spMkLst>
            <pc:docMk/>
            <pc:sldMk cId="3396310219" sldId="2147481934"/>
            <ac:spMk id="352" creationId="{995B3BCB-BFF2-1901-B3EF-5800588A6930}"/>
          </ac:spMkLst>
        </pc:spChg>
        <pc:spChg chg="del">
          <ac:chgData name="Prabhat Swain" userId="S::prabhat.swain@sigmasoft.ai::807f03e4-6949-4ac6-b94b-e982470d84bd" providerId="AD" clId="Web-{3A700048-EC97-795F-1276-F79E2D7E7BA4}" dt="2025-10-22T08:58:21.553" v="86"/>
          <ac:spMkLst>
            <pc:docMk/>
            <pc:sldMk cId="3396310219" sldId="2147481934"/>
            <ac:spMk id="375" creationId="{7F5DC2AE-842B-567B-D1A5-8ACD12EB6D15}"/>
          </ac:spMkLst>
        </pc:spChg>
        <pc:spChg chg="del">
          <ac:chgData name="Prabhat Swain" userId="S::prabhat.swain@sigmasoft.ai::807f03e4-6949-4ac6-b94b-e982470d84bd" providerId="AD" clId="Web-{3A700048-EC97-795F-1276-F79E2D7E7BA4}" dt="2025-10-22T08:58:21.553" v="85"/>
          <ac:spMkLst>
            <pc:docMk/>
            <pc:sldMk cId="3396310219" sldId="2147481934"/>
            <ac:spMk id="376" creationId="{D3A29C81-AA5A-20BB-9B13-87F51D56C516}"/>
          </ac:spMkLst>
        </pc:spChg>
        <pc:spChg chg="del">
          <ac:chgData name="Prabhat Swain" userId="S::prabhat.swain@sigmasoft.ai::807f03e4-6949-4ac6-b94b-e982470d84bd" providerId="AD" clId="Web-{3A700048-EC97-795F-1276-F79E2D7E7BA4}" dt="2025-10-22T08:58:21.553" v="84"/>
          <ac:spMkLst>
            <pc:docMk/>
            <pc:sldMk cId="3396310219" sldId="2147481934"/>
            <ac:spMk id="377" creationId="{15A826A8-184A-EA5A-5643-2601B351D3FF}"/>
          </ac:spMkLst>
        </pc:spChg>
        <pc:spChg chg="del">
          <ac:chgData name="Prabhat Swain" userId="S::prabhat.swain@sigmasoft.ai::807f03e4-6949-4ac6-b94b-e982470d84bd" providerId="AD" clId="Web-{3A700048-EC97-795F-1276-F79E2D7E7BA4}" dt="2025-10-22T08:58:21.553" v="83"/>
          <ac:spMkLst>
            <pc:docMk/>
            <pc:sldMk cId="3396310219" sldId="2147481934"/>
            <ac:spMk id="378" creationId="{AACAFC84-2BE7-0069-7F81-DC7CC655C3A4}"/>
          </ac:spMkLst>
        </pc:spChg>
        <pc:spChg chg="del">
          <ac:chgData name="Prabhat Swain" userId="S::prabhat.swain@sigmasoft.ai::807f03e4-6949-4ac6-b94b-e982470d84bd" providerId="AD" clId="Web-{3A700048-EC97-795F-1276-F79E2D7E7BA4}" dt="2025-10-22T08:58:21.553" v="82"/>
          <ac:spMkLst>
            <pc:docMk/>
            <pc:sldMk cId="3396310219" sldId="2147481934"/>
            <ac:spMk id="379" creationId="{62CB5119-E294-23CF-292F-DF75AE2CAC13}"/>
          </ac:spMkLst>
        </pc:spChg>
        <pc:spChg chg="del">
          <ac:chgData name="Prabhat Swain" userId="S::prabhat.swain@sigmasoft.ai::807f03e4-6949-4ac6-b94b-e982470d84bd" providerId="AD" clId="Web-{3A700048-EC97-795F-1276-F79E2D7E7BA4}" dt="2025-10-22T08:58:21.553" v="81"/>
          <ac:spMkLst>
            <pc:docMk/>
            <pc:sldMk cId="3396310219" sldId="2147481934"/>
            <ac:spMk id="380" creationId="{09CDA2D9-55A4-32AC-CED3-7AAA46C604E2}"/>
          </ac:spMkLst>
        </pc:spChg>
        <pc:spChg chg="del">
          <ac:chgData name="Prabhat Swain" userId="S::prabhat.swain@sigmasoft.ai::807f03e4-6949-4ac6-b94b-e982470d84bd" providerId="AD" clId="Web-{3A700048-EC97-795F-1276-F79E2D7E7BA4}" dt="2025-10-22T08:58:21.553" v="80"/>
          <ac:spMkLst>
            <pc:docMk/>
            <pc:sldMk cId="3396310219" sldId="2147481934"/>
            <ac:spMk id="381" creationId="{77AE1E5D-B939-EC63-D6DF-546271664878}"/>
          </ac:spMkLst>
        </pc:spChg>
        <pc:spChg chg="del">
          <ac:chgData name="Prabhat Swain" userId="S::prabhat.swain@sigmasoft.ai::807f03e4-6949-4ac6-b94b-e982470d84bd" providerId="AD" clId="Web-{3A700048-EC97-795F-1276-F79E2D7E7BA4}" dt="2025-10-22T08:58:21.553" v="79"/>
          <ac:spMkLst>
            <pc:docMk/>
            <pc:sldMk cId="3396310219" sldId="2147481934"/>
            <ac:spMk id="382" creationId="{6B2898CE-C62D-3C44-721E-49C0F8463E7E}"/>
          </ac:spMkLst>
        </pc:spChg>
        <pc:spChg chg="del">
          <ac:chgData name="Prabhat Swain" userId="S::prabhat.swain@sigmasoft.ai::807f03e4-6949-4ac6-b94b-e982470d84bd" providerId="AD" clId="Web-{3A700048-EC97-795F-1276-F79E2D7E7BA4}" dt="2025-10-22T08:58:21.553" v="78"/>
          <ac:spMkLst>
            <pc:docMk/>
            <pc:sldMk cId="3396310219" sldId="2147481934"/>
            <ac:spMk id="383" creationId="{602E4981-FD67-3EFF-1C9C-66CBA38B230A}"/>
          </ac:spMkLst>
        </pc:spChg>
        <pc:spChg chg="del">
          <ac:chgData name="Prabhat Swain" userId="S::prabhat.swain@sigmasoft.ai::807f03e4-6949-4ac6-b94b-e982470d84bd" providerId="AD" clId="Web-{3A700048-EC97-795F-1276-F79E2D7E7BA4}" dt="2025-10-22T08:58:21.553" v="77"/>
          <ac:spMkLst>
            <pc:docMk/>
            <pc:sldMk cId="3396310219" sldId="2147481934"/>
            <ac:spMk id="384" creationId="{96115E30-C666-D43D-9B53-F465AAC924F2}"/>
          </ac:spMkLst>
        </pc:spChg>
        <pc:spChg chg="del">
          <ac:chgData name="Prabhat Swain" userId="S::prabhat.swain@sigmasoft.ai::807f03e4-6949-4ac6-b94b-e982470d84bd" providerId="AD" clId="Web-{3A700048-EC97-795F-1276-F79E2D7E7BA4}" dt="2025-10-22T08:58:21.553" v="91"/>
          <ac:spMkLst>
            <pc:docMk/>
            <pc:sldMk cId="3396310219" sldId="2147481934"/>
            <ac:spMk id="392" creationId="{5D038C90-E6D8-AF1A-0EBD-AC7FA1FC5CD9}"/>
          </ac:spMkLst>
        </pc:spChg>
        <pc:spChg chg="del">
          <ac:chgData name="Prabhat Swain" userId="S::prabhat.swain@sigmasoft.ai::807f03e4-6949-4ac6-b94b-e982470d84bd" providerId="AD" clId="Web-{3A700048-EC97-795F-1276-F79E2D7E7BA4}" dt="2025-10-22T08:58:21.553" v="89"/>
          <ac:spMkLst>
            <pc:docMk/>
            <pc:sldMk cId="3396310219" sldId="2147481934"/>
            <ac:spMk id="396" creationId="{61564C96-E21D-4101-1AB4-7AE8235874F0}"/>
          </ac:spMkLst>
        </pc:spChg>
        <pc:spChg chg="del">
          <ac:chgData name="Prabhat Swain" userId="S::prabhat.swain@sigmasoft.ai::807f03e4-6949-4ac6-b94b-e982470d84bd" providerId="AD" clId="Web-{3A700048-EC97-795F-1276-F79E2D7E7BA4}" dt="2025-10-22T08:58:21.538" v="71"/>
          <ac:spMkLst>
            <pc:docMk/>
            <pc:sldMk cId="3396310219" sldId="2147481934"/>
            <ac:spMk id="402" creationId="{4484666C-B43E-870A-FD69-B4CEA940CBD8}"/>
          </ac:spMkLst>
        </pc:spChg>
        <pc:spChg chg="del">
          <ac:chgData name="Prabhat Swain" userId="S::prabhat.swain@sigmasoft.ai::807f03e4-6949-4ac6-b94b-e982470d84bd" providerId="AD" clId="Web-{3A700048-EC97-795F-1276-F79E2D7E7BA4}" dt="2025-10-22T08:58:21.538" v="70"/>
          <ac:spMkLst>
            <pc:docMk/>
            <pc:sldMk cId="3396310219" sldId="2147481934"/>
            <ac:spMk id="403" creationId="{D1E319C7-B04F-BFD1-8D6D-593A97D30A33}"/>
          </ac:spMkLst>
        </pc:spChg>
        <pc:spChg chg="del">
          <ac:chgData name="Prabhat Swain" userId="S::prabhat.swain@sigmasoft.ai::807f03e4-6949-4ac6-b94b-e982470d84bd" providerId="AD" clId="Web-{3A700048-EC97-795F-1276-F79E2D7E7BA4}" dt="2025-10-22T08:58:21.553" v="87"/>
          <ac:spMkLst>
            <pc:docMk/>
            <pc:sldMk cId="3396310219" sldId="2147481934"/>
            <ac:spMk id="406" creationId="{12BA2B4B-0C23-D629-D688-2FDD5C1A7B0A}"/>
          </ac:spMkLst>
        </pc:spChg>
        <pc:spChg chg="del">
          <ac:chgData name="Prabhat Swain" userId="S::prabhat.swain@sigmasoft.ai::807f03e4-6949-4ac6-b94b-e982470d84bd" providerId="AD" clId="Web-{3A700048-EC97-795F-1276-F79E2D7E7BA4}" dt="2025-10-22T08:58:21.538" v="68"/>
          <ac:spMkLst>
            <pc:docMk/>
            <pc:sldMk cId="3396310219" sldId="2147481934"/>
            <ac:spMk id="413" creationId="{D6C9CFB7-0DDA-A3F5-C689-A49BA8053930}"/>
          </ac:spMkLst>
        </pc:spChg>
        <pc:spChg chg="del">
          <ac:chgData name="Prabhat Swain" userId="S::prabhat.swain@sigmasoft.ai::807f03e4-6949-4ac6-b94b-e982470d84bd" providerId="AD" clId="Web-{3A700048-EC97-795F-1276-F79E2D7E7BA4}" dt="2025-10-22T08:58:21.538" v="67"/>
          <ac:spMkLst>
            <pc:docMk/>
            <pc:sldMk cId="3396310219" sldId="2147481934"/>
            <ac:spMk id="414" creationId="{2A3ACF21-9985-B190-6040-3A8B71D2AD9D}"/>
          </ac:spMkLst>
        </pc:spChg>
        <pc:spChg chg="del">
          <ac:chgData name="Prabhat Swain" userId="S::prabhat.swain@sigmasoft.ai::807f03e4-6949-4ac6-b94b-e982470d84bd" providerId="AD" clId="Web-{3A700048-EC97-795F-1276-F79E2D7E7BA4}" dt="2025-10-22T08:58:21.538" v="65"/>
          <ac:spMkLst>
            <pc:docMk/>
            <pc:sldMk cId="3396310219" sldId="2147481934"/>
            <ac:spMk id="423" creationId="{8F0EE76E-85CF-B9D1-4AD6-447842C8C075}"/>
          </ac:spMkLst>
        </pc:spChg>
        <pc:spChg chg="del">
          <ac:chgData name="Prabhat Swain" userId="S::prabhat.swain@sigmasoft.ai::807f03e4-6949-4ac6-b94b-e982470d84bd" providerId="AD" clId="Web-{3A700048-EC97-795F-1276-F79E2D7E7BA4}" dt="2025-10-22T08:58:21.538" v="64"/>
          <ac:spMkLst>
            <pc:docMk/>
            <pc:sldMk cId="3396310219" sldId="2147481934"/>
            <ac:spMk id="424" creationId="{FADCE82C-3EA7-0FB7-5ED6-FB3C4C47072D}"/>
          </ac:spMkLst>
        </pc:spChg>
        <pc:spChg chg="del">
          <ac:chgData name="Prabhat Swain" userId="S::prabhat.swain@sigmasoft.ai::807f03e4-6949-4ac6-b94b-e982470d84bd" providerId="AD" clId="Web-{3A700048-EC97-795F-1276-F79E2D7E7BA4}" dt="2025-10-22T08:58:21.538" v="62"/>
          <ac:spMkLst>
            <pc:docMk/>
            <pc:sldMk cId="3396310219" sldId="2147481934"/>
            <ac:spMk id="430" creationId="{6A33BDAB-14D0-FC1C-B8E9-4664D9847F0C}"/>
          </ac:spMkLst>
        </pc:spChg>
        <pc:grpChg chg="del">
          <ac:chgData name="Prabhat Swain" userId="S::prabhat.swain@sigmasoft.ai::807f03e4-6949-4ac6-b94b-e982470d84bd" providerId="AD" clId="Web-{3A700048-EC97-795F-1276-F79E2D7E7BA4}" dt="2025-10-22T08:58:21.553" v="102"/>
          <ac:grpSpMkLst>
            <pc:docMk/>
            <pc:sldMk cId="3396310219" sldId="2147481934"/>
            <ac:grpSpMk id="13" creationId="{80188AB1-D410-D4F4-C0E1-0AE6CB00A723}"/>
          </ac:grpSpMkLst>
        </pc:grpChg>
        <pc:grpChg chg="del">
          <ac:chgData name="Prabhat Swain" userId="S::prabhat.swain@sigmasoft.ai::807f03e4-6949-4ac6-b94b-e982470d84bd" providerId="AD" clId="Web-{3A700048-EC97-795F-1276-F79E2D7E7BA4}" dt="2025-10-22T08:58:21.553" v="100"/>
          <ac:grpSpMkLst>
            <pc:docMk/>
            <pc:sldMk cId="3396310219" sldId="2147481934"/>
            <ac:grpSpMk id="17" creationId="{788AAFD6-045F-3558-E041-DE5547DA1CEC}"/>
          </ac:grpSpMkLst>
        </pc:grpChg>
        <pc:grpChg chg="del">
          <ac:chgData name="Prabhat Swain" userId="S::prabhat.swain@sigmasoft.ai::807f03e4-6949-4ac6-b94b-e982470d84bd" providerId="AD" clId="Web-{3A700048-EC97-795F-1276-F79E2D7E7BA4}" dt="2025-10-22T08:58:21.553" v="98"/>
          <ac:grpSpMkLst>
            <pc:docMk/>
            <pc:sldMk cId="3396310219" sldId="2147481934"/>
            <ac:grpSpMk id="21" creationId="{973A3415-C160-985D-82DF-70FBD552AEDB}"/>
          </ac:grpSpMkLst>
        </pc:grpChg>
        <pc:grpChg chg="del">
          <ac:chgData name="Prabhat Swain" userId="S::prabhat.swain@sigmasoft.ai::807f03e4-6949-4ac6-b94b-e982470d84bd" providerId="AD" clId="Web-{3A700048-EC97-795F-1276-F79E2D7E7BA4}" dt="2025-10-22T08:58:21.553" v="96"/>
          <ac:grpSpMkLst>
            <pc:docMk/>
            <pc:sldMk cId="3396310219" sldId="2147481934"/>
            <ac:grpSpMk id="25" creationId="{DBC172A4-1BF6-2CF1-8055-A35C8778C063}"/>
          </ac:grpSpMkLst>
        </pc:grpChg>
        <pc:grpChg chg="del">
          <ac:chgData name="Prabhat Swain" userId="S::prabhat.swain@sigmasoft.ai::807f03e4-6949-4ac6-b94b-e982470d84bd" providerId="AD" clId="Web-{3A700048-EC97-795F-1276-F79E2D7E7BA4}" dt="2025-10-22T08:58:21.553" v="94"/>
          <ac:grpSpMkLst>
            <pc:docMk/>
            <pc:sldMk cId="3396310219" sldId="2147481934"/>
            <ac:grpSpMk id="29" creationId="{B295F5F3-398F-9667-9D06-4B72A5EF16B5}"/>
          </ac:grpSpMkLst>
        </pc:grpChg>
        <pc:grpChg chg="del">
          <ac:chgData name="Prabhat Swain" userId="S::prabhat.swain@sigmasoft.ai::807f03e4-6949-4ac6-b94b-e982470d84bd" providerId="AD" clId="Web-{3A700048-EC97-795F-1276-F79E2D7E7BA4}" dt="2025-10-22T08:58:21.553" v="92"/>
          <ac:grpSpMkLst>
            <pc:docMk/>
            <pc:sldMk cId="3396310219" sldId="2147481934"/>
            <ac:grpSpMk id="353" creationId="{0BD1813D-9294-4E25-90C5-5BC2289CC5CB}"/>
          </ac:grpSpMkLst>
        </pc:grpChg>
        <pc:grpChg chg="del">
          <ac:chgData name="Prabhat Swain" userId="S::prabhat.swain@sigmasoft.ai::807f03e4-6949-4ac6-b94b-e982470d84bd" providerId="AD" clId="Web-{3A700048-EC97-795F-1276-F79E2D7E7BA4}" dt="2025-10-22T08:58:21.553" v="90"/>
          <ac:grpSpMkLst>
            <pc:docMk/>
            <pc:sldMk cId="3396310219" sldId="2147481934"/>
            <ac:grpSpMk id="393" creationId="{73679886-E7AB-250D-10CA-EFFCC2677BC3}"/>
          </ac:grpSpMkLst>
        </pc:grpChg>
        <pc:grpChg chg="del">
          <ac:chgData name="Prabhat Swain" userId="S::prabhat.swain@sigmasoft.ai::807f03e4-6949-4ac6-b94b-e982470d84bd" providerId="AD" clId="Web-{3A700048-EC97-795F-1276-F79E2D7E7BA4}" dt="2025-10-22T08:58:21.553" v="88"/>
          <ac:grpSpMkLst>
            <pc:docMk/>
            <pc:sldMk cId="3396310219" sldId="2147481934"/>
            <ac:grpSpMk id="401" creationId="{D37FD8F6-F2D2-80A1-4B18-5CB195A39A1C}"/>
          </ac:grpSpMkLst>
        </pc:grpChg>
        <pc:picChg chg="del">
          <ac:chgData name="Prabhat Swain" userId="S::prabhat.swain@sigmasoft.ai::807f03e4-6949-4ac6-b94b-e982470d84bd" providerId="AD" clId="Web-{3A700048-EC97-795F-1276-F79E2D7E7BA4}" dt="2025-10-22T08:58:21.538" v="76"/>
          <ac:picMkLst>
            <pc:docMk/>
            <pc:sldMk cId="3396310219" sldId="2147481934"/>
            <ac:picMk id="385" creationId="{C5F701C4-80C6-B18D-841A-834FFB44E958}"/>
          </ac:picMkLst>
        </pc:picChg>
        <pc:picChg chg="del">
          <ac:chgData name="Prabhat Swain" userId="S::prabhat.swain@sigmasoft.ai::807f03e4-6949-4ac6-b94b-e982470d84bd" providerId="AD" clId="Web-{3A700048-EC97-795F-1276-F79E2D7E7BA4}" dt="2025-10-22T08:58:21.538" v="75"/>
          <ac:picMkLst>
            <pc:docMk/>
            <pc:sldMk cId="3396310219" sldId="2147481934"/>
            <ac:picMk id="386" creationId="{E4D4650B-33B7-CDED-CD80-3093E07387AA}"/>
          </ac:picMkLst>
        </pc:picChg>
        <pc:picChg chg="del">
          <ac:chgData name="Prabhat Swain" userId="S::prabhat.swain@sigmasoft.ai::807f03e4-6949-4ac6-b94b-e982470d84bd" providerId="AD" clId="Web-{3A700048-EC97-795F-1276-F79E2D7E7BA4}" dt="2025-10-22T08:58:21.538" v="74"/>
          <ac:picMkLst>
            <pc:docMk/>
            <pc:sldMk cId="3396310219" sldId="2147481934"/>
            <ac:picMk id="387" creationId="{3D4B0B5D-72BF-7A2E-DFBD-A3EC78D9DD38}"/>
          </ac:picMkLst>
        </pc:picChg>
        <pc:picChg chg="del">
          <ac:chgData name="Prabhat Swain" userId="S::prabhat.swain@sigmasoft.ai::807f03e4-6949-4ac6-b94b-e982470d84bd" providerId="AD" clId="Web-{3A700048-EC97-795F-1276-F79E2D7E7BA4}" dt="2025-10-22T08:58:21.538" v="73"/>
          <ac:picMkLst>
            <pc:docMk/>
            <pc:sldMk cId="3396310219" sldId="2147481934"/>
            <ac:picMk id="388" creationId="{9F48057D-C644-75F6-6DB0-769861585F47}"/>
          </ac:picMkLst>
        </pc:picChg>
        <pc:picChg chg="del">
          <ac:chgData name="Prabhat Swain" userId="S::prabhat.swain@sigmasoft.ai::807f03e4-6949-4ac6-b94b-e982470d84bd" providerId="AD" clId="Web-{3A700048-EC97-795F-1276-F79E2D7E7BA4}" dt="2025-10-22T08:58:21.538" v="72"/>
          <ac:picMkLst>
            <pc:docMk/>
            <pc:sldMk cId="3396310219" sldId="2147481934"/>
            <ac:picMk id="389" creationId="{D82F8A9F-7E75-0588-BF7D-B63FEB101AFB}"/>
          </ac:picMkLst>
        </pc:picChg>
        <pc:picChg chg="del">
          <ac:chgData name="Prabhat Swain" userId="S::prabhat.swain@sigmasoft.ai::807f03e4-6949-4ac6-b94b-e982470d84bd" providerId="AD" clId="Web-{3A700048-EC97-795F-1276-F79E2D7E7BA4}" dt="2025-10-22T08:58:21.538" v="69"/>
          <ac:picMkLst>
            <pc:docMk/>
            <pc:sldMk cId="3396310219" sldId="2147481934"/>
            <ac:picMk id="407" creationId="{AA51F4F3-3857-E44B-E93D-0858C2DA86A1}"/>
          </ac:picMkLst>
        </pc:picChg>
        <pc:picChg chg="del">
          <ac:chgData name="Prabhat Swain" userId="S::prabhat.swain@sigmasoft.ai::807f03e4-6949-4ac6-b94b-e982470d84bd" providerId="AD" clId="Web-{3A700048-EC97-795F-1276-F79E2D7E7BA4}" dt="2025-10-22T08:58:21.538" v="66"/>
          <ac:picMkLst>
            <pc:docMk/>
            <pc:sldMk cId="3396310219" sldId="2147481934"/>
            <ac:picMk id="417" creationId="{7776DED3-7751-4981-65C2-7725BC76E625}"/>
          </ac:picMkLst>
        </pc:picChg>
        <pc:picChg chg="del">
          <ac:chgData name="Prabhat Swain" userId="S::prabhat.swain@sigmasoft.ai::807f03e4-6949-4ac6-b94b-e982470d84bd" providerId="AD" clId="Web-{3A700048-EC97-795F-1276-F79E2D7E7BA4}" dt="2025-10-22T08:58:21.538" v="63"/>
          <ac:picMkLst>
            <pc:docMk/>
            <pc:sldMk cId="3396310219" sldId="2147481934"/>
            <ac:picMk id="428" creationId="{4E517E8B-3B3D-3BBD-ED0C-524B7DEF54F0}"/>
          </ac:picMkLst>
        </pc:picChg>
      </pc:sldChg>
      <pc:sldChg chg="addSp delSp modSp add ord replId">
        <pc:chgData name="Prabhat Swain" userId="S::prabhat.swain@sigmasoft.ai::807f03e4-6949-4ac6-b94b-e982470d84bd" providerId="AD" clId="Web-{3A700048-EC97-795F-1276-F79E2D7E7BA4}" dt="2025-10-22T09:08:58.690" v="444" actId="14100"/>
        <pc:sldMkLst>
          <pc:docMk/>
          <pc:sldMk cId="1970009436" sldId="2147481935"/>
        </pc:sldMkLst>
        <pc:spChg chg="add mod">
          <ac:chgData name="Prabhat Swain" userId="S::prabhat.swain@sigmasoft.ai::807f03e4-6949-4ac6-b94b-e982470d84bd" providerId="AD" clId="Web-{3A700048-EC97-795F-1276-F79E2D7E7BA4}" dt="2025-10-22T09:08:58.690" v="444" actId="14100"/>
          <ac:spMkLst>
            <pc:docMk/>
            <pc:sldMk cId="1970009436" sldId="2147481935"/>
            <ac:spMk id="2" creationId="{DD6B3829-C6B5-FCE1-3C59-6ECD19978238}"/>
          </ac:spMkLst>
        </pc:spChg>
        <pc:spChg chg="mod">
          <ac:chgData name="Prabhat Swain" userId="S::prabhat.swain@sigmasoft.ai::807f03e4-6949-4ac6-b94b-e982470d84bd" providerId="AD" clId="Web-{3A700048-EC97-795F-1276-F79E2D7E7BA4}" dt="2025-10-22T09:07:42.234" v="435" actId="20577"/>
          <ac:spMkLst>
            <pc:docMk/>
            <pc:sldMk cId="1970009436" sldId="2147481935"/>
            <ac:spMk id="3" creationId="{242A01EC-E32C-B519-7346-8367811605A1}"/>
          </ac:spMkLst>
        </pc:spChg>
        <pc:spChg chg="del mod">
          <ac:chgData name="Prabhat Swain" userId="S::prabhat.swain@sigmasoft.ai::807f03e4-6949-4ac6-b94b-e982470d84bd" providerId="AD" clId="Web-{3A700048-EC97-795F-1276-F79E2D7E7BA4}" dt="2025-10-22T09:07:49.156" v="440"/>
          <ac:spMkLst>
            <pc:docMk/>
            <pc:sldMk cId="1970009436" sldId="2147481935"/>
            <ac:spMk id="9" creationId="{F4BCA3EC-B7F4-82E4-74FF-7AD916165863}"/>
          </ac:spMkLst>
        </pc:spChg>
      </pc:sldChg>
      <pc:sldChg chg="addSp delSp modSp add replId">
        <pc:chgData name="Prabhat Swain" userId="S::prabhat.swain@sigmasoft.ai::807f03e4-6949-4ac6-b94b-e982470d84bd" providerId="AD" clId="Web-{3A700048-EC97-795F-1276-F79E2D7E7BA4}" dt="2025-10-22T09:25:28.593" v="876"/>
        <pc:sldMkLst>
          <pc:docMk/>
          <pc:sldMk cId="3910779576" sldId="2147481936"/>
        </pc:sldMkLst>
        <pc:spChg chg="del mod">
          <ac:chgData name="Prabhat Swain" userId="S::prabhat.swain@sigmasoft.ai::807f03e4-6949-4ac6-b94b-e982470d84bd" providerId="AD" clId="Web-{3A700048-EC97-795F-1276-F79E2D7E7BA4}" dt="2025-10-22T09:10:01.425" v="476"/>
          <ac:spMkLst>
            <pc:docMk/>
            <pc:sldMk cId="3910779576" sldId="2147481936"/>
            <ac:spMk id="2" creationId="{2A9DEB35-F22C-85EB-8DDA-E5290D470D6A}"/>
          </ac:spMkLst>
        </pc:spChg>
        <pc:spChg chg="mod">
          <ac:chgData name="Prabhat Swain" userId="S::prabhat.swain@sigmasoft.ai::807f03e4-6949-4ac6-b94b-e982470d84bd" providerId="AD" clId="Web-{3A700048-EC97-795F-1276-F79E2D7E7BA4}" dt="2025-10-22T09:09:56.284" v="473" actId="20577"/>
          <ac:spMkLst>
            <pc:docMk/>
            <pc:sldMk cId="3910779576" sldId="2147481936"/>
            <ac:spMk id="3" creationId="{F954073C-DDD3-78C2-3A0C-346A4A0C9A20}"/>
          </ac:spMkLst>
        </pc:spChg>
        <pc:graphicFrameChg chg="add mod modGraphic">
          <ac:chgData name="Prabhat Swain" userId="S::prabhat.swain@sigmasoft.ai::807f03e4-6949-4ac6-b94b-e982470d84bd" providerId="AD" clId="Web-{3A700048-EC97-795F-1276-F79E2D7E7BA4}" dt="2025-10-22T09:25:28.593" v="876"/>
          <ac:graphicFrameMkLst>
            <pc:docMk/>
            <pc:sldMk cId="3910779576" sldId="2147481936"/>
            <ac:graphicFrameMk id="8" creationId="{E8A5A0D8-A36B-CA66-0232-5C7C21504CB9}"/>
          </ac:graphicFrameMkLst>
        </pc:graphicFrameChg>
      </pc:sldChg>
      <pc:sldChg chg="addSp delSp modSp add replId">
        <pc:chgData name="Prabhat Swain" userId="S::prabhat.swain@sigmasoft.ai::807f03e4-6949-4ac6-b94b-e982470d84bd" providerId="AD" clId="Web-{3A700048-EC97-795F-1276-F79E2D7E7BA4}" dt="2025-10-22T09:33:59.393" v="906"/>
        <pc:sldMkLst>
          <pc:docMk/>
          <pc:sldMk cId="572014146" sldId="2147481937"/>
        </pc:sldMkLst>
        <pc:spChg chg="mod">
          <ac:chgData name="Prabhat Swain" userId="S::prabhat.swain@sigmasoft.ai::807f03e4-6949-4ac6-b94b-e982470d84bd" providerId="AD" clId="Web-{3A700048-EC97-795F-1276-F79E2D7E7BA4}" dt="2025-10-22T09:11:52.348" v="546" actId="20577"/>
          <ac:spMkLst>
            <pc:docMk/>
            <pc:sldMk cId="572014146" sldId="2147481937"/>
            <ac:spMk id="3" creationId="{692C083D-2667-A918-3550-7540FB9B2FE9}"/>
          </ac:spMkLst>
        </pc:spChg>
        <pc:graphicFrameChg chg="add del mod modGraphic">
          <ac:chgData name="Prabhat Swain" userId="S::prabhat.swain@sigmasoft.ai::807f03e4-6949-4ac6-b94b-e982470d84bd" providerId="AD" clId="Web-{3A700048-EC97-795F-1276-F79E2D7E7BA4}" dt="2025-10-22T09:33:22.204" v="877"/>
          <ac:graphicFrameMkLst>
            <pc:docMk/>
            <pc:sldMk cId="572014146" sldId="2147481937"/>
            <ac:graphicFrameMk id="4" creationId="{80C5407F-E0A4-5A2E-F023-C2A9C20A4236}"/>
          </ac:graphicFrameMkLst>
        </pc:graphicFrameChg>
        <pc:graphicFrameChg chg="del">
          <ac:chgData name="Prabhat Swain" userId="S::prabhat.swain@sigmasoft.ai::807f03e4-6949-4ac6-b94b-e982470d84bd" providerId="AD" clId="Web-{3A700048-EC97-795F-1276-F79E2D7E7BA4}" dt="2025-10-22T09:11:55.410" v="547"/>
          <ac:graphicFrameMkLst>
            <pc:docMk/>
            <pc:sldMk cId="572014146" sldId="2147481937"/>
            <ac:graphicFrameMk id="8" creationId="{536BDEE9-7CE2-24C5-4A6C-853EC0100CAB}"/>
          </ac:graphicFrameMkLst>
        </pc:graphicFrameChg>
        <pc:graphicFrameChg chg="add mod modGraphic">
          <ac:chgData name="Prabhat Swain" userId="S::prabhat.swain@sigmasoft.ai::807f03e4-6949-4ac6-b94b-e982470d84bd" providerId="AD" clId="Web-{3A700048-EC97-795F-1276-F79E2D7E7BA4}" dt="2025-10-22T09:33:59.393" v="906"/>
          <ac:graphicFrameMkLst>
            <pc:docMk/>
            <pc:sldMk cId="572014146" sldId="2147481937"/>
            <ac:graphicFrameMk id="12" creationId="{47CA2B37-B39F-7FBE-6C81-C4D8D0845C6D}"/>
          </ac:graphicFrameMkLst>
        </pc:graphicFrameChg>
      </pc:sldChg>
    </pc:docChg>
  </pc:docChgLst>
</pc:chgInfo>
</file>

<file path=ppt/diagrams/_rels/data3.xml.rels><?xml version="1.0" encoding="UTF-8" standalone="yes"?>
<Relationships xmlns="http://schemas.openxmlformats.org/package/2006/relationships"><Relationship Id="rId1" Type="http://schemas.openxmlformats.org/officeDocument/2006/relationships/image" Target="../media/image90.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90.jpe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D88B51-45E4-42B2-A118-46A7A9028F1E}"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IN"/>
        </a:p>
      </dgm:t>
    </dgm:pt>
    <dgm:pt modelId="{C5B7D88D-0938-47B0-8977-791449354EA7}">
      <dgm:prSet custT="1"/>
      <dgm:spPr/>
      <dgm:t>
        <a:bodyPr/>
        <a:lstStyle/>
        <a:p>
          <a:pPr rtl="0"/>
          <a:r>
            <a:rPr lang="en-IN" sz="1600" b="1" dirty="0">
              <a:latin typeface="Arial"/>
            </a:rPr>
            <a:t>Project Precision </a:t>
          </a:r>
          <a:r>
            <a:rPr lang="en-IN" sz="1600" b="1" dirty="0"/>
            <a:t>: </a:t>
          </a:r>
          <a:r>
            <a:rPr lang="en-IN" sz="1600" b="1" dirty="0">
              <a:latin typeface="Arial"/>
            </a:rPr>
            <a:t>Overview</a:t>
          </a:r>
          <a:endParaRPr lang="en-IN" sz="1600" b="1" dirty="0"/>
        </a:p>
      </dgm:t>
    </dgm:pt>
    <dgm:pt modelId="{CF356161-B34B-4F3F-B30B-585BD3636C19}" type="parTrans" cxnId="{EDC31075-F523-423C-8863-371E3A73B76A}">
      <dgm:prSet/>
      <dgm:spPr/>
      <dgm:t>
        <a:bodyPr/>
        <a:lstStyle/>
        <a:p>
          <a:endParaRPr lang="en-IN" sz="1200"/>
        </a:p>
      </dgm:t>
    </dgm:pt>
    <dgm:pt modelId="{30E8BA92-78D2-45A0-9E42-457B67B1C4B4}" type="sibTrans" cxnId="{EDC31075-F523-423C-8863-371E3A73B76A}">
      <dgm:prSet/>
      <dgm:spPr/>
      <dgm:t>
        <a:bodyPr/>
        <a:lstStyle/>
        <a:p>
          <a:endParaRPr lang="en-IN" sz="1200"/>
        </a:p>
      </dgm:t>
    </dgm:pt>
    <dgm:pt modelId="{502D8744-2F58-4828-AE84-3092DCD3383F}">
      <dgm:prSet custT="1"/>
      <dgm:spPr/>
      <dgm:t>
        <a:bodyPr/>
        <a:lstStyle/>
        <a:p>
          <a:pPr rtl="0"/>
          <a:r>
            <a:rPr lang="en-IN" sz="1600" b="1" dirty="0">
              <a:latin typeface="Arial"/>
            </a:rPr>
            <a:t>Project Scope</a:t>
          </a:r>
        </a:p>
      </dgm:t>
    </dgm:pt>
    <dgm:pt modelId="{CB140B80-D934-4DA8-80E0-B7781E542C5E}" type="parTrans" cxnId="{3B2A4E8F-AEEA-431B-AD99-48572B915E94}">
      <dgm:prSet/>
      <dgm:spPr/>
      <dgm:t>
        <a:bodyPr/>
        <a:lstStyle/>
        <a:p>
          <a:endParaRPr lang="en-IN" sz="1200"/>
        </a:p>
      </dgm:t>
    </dgm:pt>
    <dgm:pt modelId="{7D507223-62E0-4FC7-912E-1A1FE574AF5E}" type="sibTrans" cxnId="{3B2A4E8F-AEEA-431B-AD99-48572B915E94}">
      <dgm:prSet/>
      <dgm:spPr/>
      <dgm:t>
        <a:bodyPr/>
        <a:lstStyle/>
        <a:p>
          <a:endParaRPr lang="en-IN" sz="1200"/>
        </a:p>
      </dgm:t>
    </dgm:pt>
    <dgm:pt modelId="{4D39DED8-3D44-4968-83D7-A1F48C8B7071}">
      <dgm:prSet custT="1"/>
      <dgm:spPr/>
      <dgm:t>
        <a:bodyPr/>
        <a:lstStyle/>
        <a:p>
          <a:pPr rtl="0"/>
          <a:r>
            <a:rPr lang="en-IN" sz="1600" b="1" dirty="0">
              <a:latin typeface="Arial"/>
            </a:rPr>
            <a:t>Workflow Architecture</a:t>
          </a:r>
          <a:endParaRPr lang="en-IN" sz="1600" b="1" dirty="0"/>
        </a:p>
      </dgm:t>
    </dgm:pt>
    <dgm:pt modelId="{366EDF97-3D67-46F6-9A4B-3CB184DED8AB}" type="parTrans" cxnId="{48626A64-0D59-44EB-A55A-632E8ED14466}">
      <dgm:prSet/>
      <dgm:spPr/>
      <dgm:t>
        <a:bodyPr/>
        <a:lstStyle/>
        <a:p>
          <a:endParaRPr lang="en-IN" sz="1200"/>
        </a:p>
      </dgm:t>
    </dgm:pt>
    <dgm:pt modelId="{50D7121B-FA46-46A5-8E22-F624EBF6C904}" type="sibTrans" cxnId="{48626A64-0D59-44EB-A55A-632E8ED14466}">
      <dgm:prSet/>
      <dgm:spPr/>
      <dgm:t>
        <a:bodyPr/>
        <a:lstStyle/>
        <a:p>
          <a:endParaRPr lang="en-IN" sz="1200"/>
        </a:p>
      </dgm:t>
    </dgm:pt>
    <dgm:pt modelId="{9434E994-C8E7-4082-8C2C-38CC911094EF}">
      <dgm:prSet custT="1"/>
      <dgm:spPr/>
      <dgm:t>
        <a:bodyPr/>
        <a:lstStyle/>
        <a:p>
          <a:pPr rtl="0"/>
          <a:r>
            <a:rPr lang="en-IN" sz="1600" b="1" dirty="0">
              <a:latin typeface="Arial"/>
            </a:rPr>
            <a:t>Clarifications</a:t>
          </a:r>
          <a:r>
            <a:rPr lang="en-IN" sz="1600" b="1" dirty="0"/>
            <a:t> </a:t>
          </a:r>
          <a:r>
            <a:rPr lang="en-IN" sz="1600" b="1" dirty="0">
              <a:latin typeface="Arial"/>
            </a:rPr>
            <a:t>Needed </a:t>
          </a:r>
          <a:endParaRPr lang="en-IN" sz="1600" b="1" dirty="0"/>
        </a:p>
      </dgm:t>
    </dgm:pt>
    <dgm:pt modelId="{A6C989AF-6966-47B4-B28F-116F2035274C}" type="parTrans" cxnId="{F311F0BF-C8E4-4EE1-A2AC-2BE75D0759F3}">
      <dgm:prSet/>
      <dgm:spPr/>
      <dgm:t>
        <a:bodyPr/>
        <a:lstStyle/>
        <a:p>
          <a:endParaRPr lang="en-IN" sz="1200"/>
        </a:p>
      </dgm:t>
    </dgm:pt>
    <dgm:pt modelId="{00EE02BC-ED5A-4150-8BE5-37EC7EB3EBEA}" type="sibTrans" cxnId="{F311F0BF-C8E4-4EE1-A2AC-2BE75D0759F3}">
      <dgm:prSet/>
      <dgm:spPr/>
      <dgm:t>
        <a:bodyPr/>
        <a:lstStyle/>
        <a:p>
          <a:endParaRPr lang="en-IN" sz="1200"/>
        </a:p>
      </dgm:t>
    </dgm:pt>
    <dgm:pt modelId="{E2B9D3CF-BABA-4941-9BE3-5A1984C470FB}">
      <dgm:prSet custT="1"/>
      <dgm:spPr/>
      <dgm:t>
        <a:bodyPr/>
        <a:lstStyle/>
        <a:p>
          <a:pPr rtl="0"/>
          <a:r>
            <a:rPr lang="en-IN" sz="1600" b="1" dirty="0"/>
            <a:t>Project </a:t>
          </a:r>
          <a:r>
            <a:rPr lang="en-IN" sz="1600" b="1" dirty="0">
              <a:latin typeface="Arial"/>
            </a:rPr>
            <a:t>High Level Plan</a:t>
          </a:r>
          <a:endParaRPr lang="en-IN" sz="1600" b="1" dirty="0"/>
        </a:p>
      </dgm:t>
    </dgm:pt>
    <dgm:pt modelId="{016A98CD-104D-4670-BB88-1AA5F8873095}" type="parTrans" cxnId="{6B43466D-941D-4C96-8AE0-1CDD59D38056}">
      <dgm:prSet/>
      <dgm:spPr/>
      <dgm:t>
        <a:bodyPr/>
        <a:lstStyle/>
        <a:p>
          <a:endParaRPr lang="en-IN" sz="1200"/>
        </a:p>
      </dgm:t>
    </dgm:pt>
    <dgm:pt modelId="{038D3F2F-FC27-4E39-B93F-B7364168BEC6}" type="sibTrans" cxnId="{6B43466D-941D-4C96-8AE0-1CDD59D38056}">
      <dgm:prSet/>
      <dgm:spPr/>
      <dgm:t>
        <a:bodyPr/>
        <a:lstStyle/>
        <a:p>
          <a:endParaRPr lang="en-IN" sz="1200"/>
        </a:p>
      </dgm:t>
    </dgm:pt>
    <dgm:pt modelId="{1792AC82-0884-4746-9AB2-B4B94FB1DDB6}">
      <dgm:prSet phldr="0"/>
      <dgm:spPr/>
      <dgm:t>
        <a:bodyPr/>
        <a:lstStyle/>
        <a:p>
          <a:pPr rtl="0"/>
          <a:r>
            <a:rPr lang="en-US" sz="1600" b="1" dirty="0">
              <a:latin typeface="Arial"/>
              <a:ea typeface="Calibri"/>
              <a:cs typeface="Arial"/>
            </a:rPr>
            <a:t>Our Understanding</a:t>
          </a:r>
          <a:endParaRPr lang="en-IN" sz="1600" b="1" dirty="0"/>
        </a:p>
      </dgm:t>
    </dgm:pt>
    <dgm:pt modelId="{CA7D77E9-A7B9-4168-99B0-AB4E4FE57CE0}" type="parTrans" cxnId="{88FAAAE6-BFCA-4B36-92F2-19E4DB135EB9}">
      <dgm:prSet/>
      <dgm:spPr/>
    </dgm:pt>
    <dgm:pt modelId="{8E2CC2C8-9591-404F-81BA-D77B84675272}" type="sibTrans" cxnId="{88FAAAE6-BFCA-4B36-92F2-19E4DB135EB9}">
      <dgm:prSet/>
      <dgm:spPr/>
    </dgm:pt>
    <dgm:pt modelId="{B3E0EC77-D52E-4917-93D1-47E32EA6C479}">
      <dgm:prSet phldr="0"/>
      <dgm:spPr/>
      <dgm:t>
        <a:bodyPr/>
        <a:lstStyle/>
        <a:p>
          <a:r>
            <a:rPr lang="en-IN" sz="1600" b="1" dirty="0">
              <a:latin typeface="Arial"/>
            </a:rPr>
            <a:t>Costing</a:t>
          </a:r>
        </a:p>
      </dgm:t>
    </dgm:pt>
    <dgm:pt modelId="{D6C61CF3-80B1-4D69-9A9F-4439393AC92F}" type="parTrans" cxnId="{9061E862-63E0-4BF8-B397-2B4DF59E385A}">
      <dgm:prSet/>
      <dgm:spPr/>
    </dgm:pt>
    <dgm:pt modelId="{88B97A9B-755F-432A-806F-F057288B82AF}" type="sibTrans" cxnId="{9061E862-63E0-4BF8-B397-2B4DF59E385A}">
      <dgm:prSet/>
      <dgm:spPr/>
    </dgm:pt>
    <dgm:pt modelId="{87049028-04B9-4437-94A1-3653C6FDB9EB}" type="pres">
      <dgm:prSet presAssocID="{20D88B51-45E4-42B2-A118-46A7A9028F1E}" presName="Name0" presStyleCnt="0">
        <dgm:presLayoutVars>
          <dgm:chMax val="7"/>
          <dgm:chPref val="7"/>
          <dgm:dir/>
        </dgm:presLayoutVars>
      </dgm:prSet>
      <dgm:spPr/>
    </dgm:pt>
    <dgm:pt modelId="{FF159477-E684-4080-9A86-36083791074B}" type="pres">
      <dgm:prSet presAssocID="{20D88B51-45E4-42B2-A118-46A7A9028F1E}" presName="Name1" presStyleCnt="0"/>
      <dgm:spPr/>
    </dgm:pt>
    <dgm:pt modelId="{08179442-F5D5-40C4-AA16-87F93928E5F4}" type="pres">
      <dgm:prSet presAssocID="{20D88B51-45E4-42B2-A118-46A7A9028F1E}" presName="cycle" presStyleCnt="0"/>
      <dgm:spPr/>
    </dgm:pt>
    <dgm:pt modelId="{B8758C24-4D0C-40DD-99C4-16847C5D6CEF}" type="pres">
      <dgm:prSet presAssocID="{20D88B51-45E4-42B2-A118-46A7A9028F1E}" presName="srcNode" presStyleLbl="node1" presStyleIdx="0" presStyleCnt="7"/>
      <dgm:spPr/>
    </dgm:pt>
    <dgm:pt modelId="{62881E61-E0FE-45EF-98A9-B3E5D24A2B6A}" type="pres">
      <dgm:prSet presAssocID="{20D88B51-45E4-42B2-A118-46A7A9028F1E}" presName="conn" presStyleLbl="parChTrans1D2" presStyleIdx="0" presStyleCnt="1"/>
      <dgm:spPr/>
    </dgm:pt>
    <dgm:pt modelId="{1DCB981D-E5F7-4580-B4DE-E71E68B527FC}" type="pres">
      <dgm:prSet presAssocID="{20D88B51-45E4-42B2-A118-46A7A9028F1E}" presName="extraNode" presStyleLbl="node1" presStyleIdx="0" presStyleCnt="7"/>
      <dgm:spPr/>
    </dgm:pt>
    <dgm:pt modelId="{33EC9BF1-4152-4788-B5EA-8B6BD59E2D7E}" type="pres">
      <dgm:prSet presAssocID="{20D88B51-45E4-42B2-A118-46A7A9028F1E}" presName="dstNode" presStyleLbl="node1" presStyleIdx="0" presStyleCnt="7"/>
      <dgm:spPr/>
    </dgm:pt>
    <dgm:pt modelId="{A2C32794-EC80-45DD-B140-9589750AE552}" type="pres">
      <dgm:prSet presAssocID="{C5B7D88D-0938-47B0-8977-791449354EA7}" presName="text_1" presStyleLbl="node1" presStyleIdx="0" presStyleCnt="7">
        <dgm:presLayoutVars>
          <dgm:bulletEnabled val="1"/>
        </dgm:presLayoutVars>
      </dgm:prSet>
      <dgm:spPr/>
    </dgm:pt>
    <dgm:pt modelId="{72CF63B2-D45B-479A-9E0F-7756E80D7133}" type="pres">
      <dgm:prSet presAssocID="{C5B7D88D-0938-47B0-8977-791449354EA7}" presName="accent_1" presStyleCnt="0"/>
      <dgm:spPr/>
    </dgm:pt>
    <dgm:pt modelId="{33485AAB-C405-4AC1-B5D1-8F708A26FB02}" type="pres">
      <dgm:prSet presAssocID="{C5B7D88D-0938-47B0-8977-791449354EA7}" presName="accentRepeatNode" presStyleLbl="solidFgAcc1" presStyleIdx="0" presStyleCnt="7"/>
      <dgm:spPr/>
    </dgm:pt>
    <dgm:pt modelId="{8AE3B896-D2B9-4314-ADD9-E8C866C6D016}" type="pres">
      <dgm:prSet presAssocID="{502D8744-2F58-4828-AE84-3092DCD3383F}" presName="text_2" presStyleLbl="node1" presStyleIdx="1" presStyleCnt="7">
        <dgm:presLayoutVars>
          <dgm:bulletEnabled val="1"/>
        </dgm:presLayoutVars>
      </dgm:prSet>
      <dgm:spPr/>
    </dgm:pt>
    <dgm:pt modelId="{0F8D04BE-0851-42D9-ADC7-893052E6DA77}" type="pres">
      <dgm:prSet presAssocID="{502D8744-2F58-4828-AE84-3092DCD3383F}" presName="accent_2" presStyleCnt="0"/>
      <dgm:spPr/>
    </dgm:pt>
    <dgm:pt modelId="{8EA8B1FA-AD0B-486E-BD39-9DF2CEA791CB}" type="pres">
      <dgm:prSet presAssocID="{502D8744-2F58-4828-AE84-3092DCD3383F}" presName="accentRepeatNode" presStyleLbl="solidFgAcc1" presStyleIdx="1" presStyleCnt="7"/>
      <dgm:spPr/>
    </dgm:pt>
    <dgm:pt modelId="{40069A56-C856-4C2E-AC58-42128FEBC69F}" type="pres">
      <dgm:prSet presAssocID="{1792AC82-0884-4746-9AB2-B4B94FB1DDB6}" presName="text_3" presStyleLbl="node1" presStyleIdx="2" presStyleCnt="7">
        <dgm:presLayoutVars>
          <dgm:bulletEnabled val="1"/>
        </dgm:presLayoutVars>
      </dgm:prSet>
      <dgm:spPr/>
    </dgm:pt>
    <dgm:pt modelId="{472B5775-8B48-427E-B1C4-904DFFB40881}" type="pres">
      <dgm:prSet presAssocID="{1792AC82-0884-4746-9AB2-B4B94FB1DDB6}" presName="accent_3" presStyleCnt="0"/>
      <dgm:spPr/>
    </dgm:pt>
    <dgm:pt modelId="{D06D0E61-A2DE-49E3-9864-2EEAD8BAD6D6}" type="pres">
      <dgm:prSet presAssocID="{1792AC82-0884-4746-9AB2-B4B94FB1DDB6}" presName="accentRepeatNode" presStyleLbl="solidFgAcc1" presStyleIdx="2" presStyleCnt="7"/>
      <dgm:spPr/>
    </dgm:pt>
    <dgm:pt modelId="{29A9C81F-31C1-411E-9B23-8D0139ABF19D}" type="pres">
      <dgm:prSet presAssocID="{4D39DED8-3D44-4968-83D7-A1F48C8B7071}" presName="text_4" presStyleLbl="node1" presStyleIdx="3" presStyleCnt="7">
        <dgm:presLayoutVars>
          <dgm:bulletEnabled val="1"/>
        </dgm:presLayoutVars>
      </dgm:prSet>
      <dgm:spPr/>
    </dgm:pt>
    <dgm:pt modelId="{C670FC7A-172F-4177-9240-36BB3B201ED0}" type="pres">
      <dgm:prSet presAssocID="{4D39DED8-3D44-4968-83D7-A1F48C8B7071}" presName="accent_4" presStyleCnt="0"/>
      <dgm:spPr/>
    </dgm:pt>
    <dgm:pt modelId="{241C745A-59FC-45EC-9211-C2B6C8267FC7}" type="pres">
      <dgm:prSet presAssocID="{4D39DED8-3D44-4968-83D7-A1F48C8B7071}" presName="accentRepeatNode" presStyleLbl="solidFgAcc1" presStyleIdx="3" presStyleCnt="7"/>
      <dgm:spPr/>
    </dgm:pt>
    <dgm:pt modelId="{60AFEE25-3EFD-4500-937C-8952B5962B22}" type="pres">
      <dgm:prSet presAssocID="{9434E994-C8E7-4082-8C2C-38CC911094EF}" presName="text_5" presStyleLbl="node1" presStyleIdx="4" presStyleCnt="7">
        <dgm:presLayoutVars>
          <dgm:bulletEnabled val="1"/>
        </dgm:presLayoutVars>
      </dgm:prSet>
      <dgm:spPr/>
    </dgm:pt>
    <dgm:pt modelId="{3C503B05-2FD5-4D64-ABC9-8C3D48AE734D}" type="pres">
      <dgm:prSet presAssocID="{9434E994-C8E7-4082-8C2C-38CC911094EF}" presName="accent_5" presStyleCnt="0"/>
      <dgm:spPr/>
    </dgm:pt>
    <dgm:pt modelId="{7F709509-D3AB-4D48-B919-BDFC306BAB95}" type="pres">
      <dgm:prSet presAssocID="{9434E994-C8E7-4082-8C2C-38CC911094EF}" presName="accentRepeatNode" presStyleLbl="solidFgAcc1" presStyleIdx="4" presStyleCnt="7"/>
      <dgm:spPr/>
    </dgm:pt>
    <dgm:pt modelId="{424E878C-7887-4973-BEE2-5C6FAE096097}" type="pres">
      <dgm:prSet presAssocID="{E2B9D3CF-BABA-4941-9BE3-5A1984C470FB}" presName="text_6" presStyleLbl="node1" presStyleIdx="5" presStyleCnt="7">
        <dgm:presLayoutVars>
          <dgm:bulletEnabled val="1"/>
        </dgm:presLayoutVars>
      </dgm:prSet>
      <dgm:spPr/>
    </dgm:pt>
    <dgm:pt modelId="{66060FBD-56B6-402E-90F7-70D76C36ECCA}" type="pres">
      <dgm:prSet presAssocID="{E2B9D3CF-BABA-4941-9BE3-5A1984C470FB}" presName="accent_6" presStyleCnt="0"/>
      <dgm:spPr/>
    </dgm:pt>
    <dgm:pt modelId="{A8382B41-6C35-4C4C-A703-EE41F97B9562}" type="pres">
      <dgm:prSet presAssocID="{E2B9D3CF-BABA-4941-9BE3-5A1984C470FB}" presName="accentRepeatNode" presStyleLbl="solidFgAcc1" presStyleIdx="5" presStyleCnt="7"/>
      <dgm:spPr/>
    </dgm:pt>
    <dgm:pt modelId="{8D3B7B5A-D4F5-4734-98E2-35215DAA4E33}" type="pres">
      <dgm:prSet presAssocID="{B3E0EC77-D52E-4917-93D1-47E32EA6C479}" presName="text_7" presStyleLbl="node1" presStyleIdx="6" presStyleCnt="7">
        <dgm:presLayoutVars>
          <dgm:bulletEnabled val="1"/>
        </dgm:presLayoutVars>
      </dgm:prSet>
      <dgm:spPr/>
    </dgm:pt>
    <dgm:pt modelId="{E4A41D60-C8B3-4CAF-AE8E-517B40FB90C7}" type="pres">
      <dgm:prSet presAssocID="{B3E0EC77-D52E-4917-93D1-47E32EA6C479}" presName="accent_7" presStyleCnt="0"/>
      <dgm:spPr/>
    </dgm:pt>
    <dgm:pt modelId="{F2C4801E-0E1A-4733-AEF6-91299BA12631}" type="pres">
      <dgm:prSet presAssocID="{B3E0EC77-D52E-4917-93D1-47E32EA6C479}" presName="accentRepeatNode" presStyleLbl="solidFgAcc1" presStyleIdx="6" presStyleCnt="7"/>
      <dgm:spPr/>
    </dgm:pt>
  </dgm:ptLst>
  <dgm:cxnLst>
    <dgm:cxn modelId="{01093804-F5B5-49CE-9B13-5D44595E1F96}" type="presOf" srcId="{4D39DED8-3D44-4968-83D7-A1F48C8B7071}" destId="{29A9C81F-31C1-411E-9B23-8D0139ABF19D}" srcOrd="0" destOrd="0" presId="urn:microsoft.com/office/officeart/2008/layout/VerticalCurvedList"/>
    <dgm:cxn modelId="{E05D7727-F898-4233-BACC-9B06C9C434F9}" type="presOf" srcId="{B3E0EC77-D52E-4917-93D1-47E32EA6C479}" destId="{8D3B7B5A-D4F5-4734-98E2-35215DAA4E33}" srcOrd="0" destOrd="0" presId="urn:microsoft.com/office/officeart/2008/layout/VerticalCurvedList"/>
    <dgm:cxn modelId="{81A0263F-0B62-48B0-A7C1-20732531A3A7}" type="presOf" srcId="{30E8BA92-78D2-45A0-9E42-457B67B1C4B4}" destId="{62881E61-E0FE-45EF-98A9-B3E5D24A2B6A}" srcOrd="0" destOrd="0" presId="urn:microsoft.com/office/officeart/2008/layout/VerticalCurvedList"/>
    <dgm:cxn modelId="{B72B7442-964E-4577-9512-C602C079B2EE}" type="presOf" srcId="{C5B7D88D-0938-47B0-8977-791449354EA7}" destId="{A2C32794-EC80-45DD-B140-9589750AE552}" srcOrd="0" destOrd="0" presId="urn:microsoft.com/office/officeart/2008/layout/VerticalCurvedList"/>
    <dgm:cxn modelId="{9061E862-63E0-4BF8-B397-2B4DF59E385A}" srcId="{20D88B51-45E4-42B2-A118-46A7A9028F1E}" destId="{B3E0EC77-D52E-4917-93D1-47E32EA6C479}" srcOrd="6" destOrd="0" parTransId="{D6C61CF3-80B1-4D69-9A9F-4439393AC92F}" sibTransId="{88B97A9B-755F-432A-806F-F057288B82AF}"/>
    <dgm:cxn modelId="{48626A64-0D59-44EB-A55A-632E8ED14466}" srcId="{20D88B51-45E4-42B2-A118-46A7A9028F1E}" destId="{4D39DED8-3D44-4968-83D7-A1F48C8B7071}" srcOrd="3" destOrd="0" parTransId="{366EDF97-3D67-46F6-9A4B-3CB184DED8AB}" sibTransId="{50D7121B-FA46-46A5-8E22-F624EBF6C904}"/>
    <dgm:cxn modelId="{6B43466D-941D-4C96-8AE0-1CDD59D38056}" srcId="{20D88B51-45E4-42B2-A118-46A7A9028F1E}" destId="{E2B9D3CF-BABA-4941-9BE3-5A1984C470FB}" srcOrd="5" destOrd="0" parTransId="{016A98CD-104D-4670-BB88-1AA5F8873095}" sibTransId="{038D3F2F-FC27-4E39-B93F-B7364168BEC6}"/>
    <dgm:cxn modelId="{EDC31075-F523-423C-8863-371E3A73B76A}" srcId="{20D88B51-45E4-42B2-A118-46A7A9028F1E}" destId="{C5B7D88D-0938-47B0-8977-791449354EA7}" srcOrd="0" destOrd="0" parTransId="{CF356161-B34B-4F3F-B30B-585BD3636C19}" sibTransId="{30E8BA92-78D2-45A0-9E42-457B67B1C4B4}"/>
    <dgm:cxn modelId="{6F66618B-43ED-496B-97D6-7FE7ADE57F43}" type="presOf" srcId="{9434E994-C8E7-4082-8C2C-38CC911094EF}" destId="{60AFEE25-3EFD-4500-937C-8952B5962B22}" srcOrd="0" destOrd="0" presId="urn:microsoft.com/office/officeart/2008/layout/VerticalCurvedList"/>
    <dgm:cxn modelId="{FB318C8D-59FE-4164-A409-E2A230215293}" type="presOf" srcId="{20D88B51-45E4-42B2-A118-46A7A9028F1E}" destId="{87049028-04B9-4437-94A1-3653C6FDB9EB}" srcOrd="0" destOrd="0" presId="urn:microsoft.com/office/officeart/2008/layout/VerticalCurvedList"/>
    <dgm:cxn modelId="{3B2A4E8F-AEEA-431B-AD99-48572B915E94}" srcId="{20D88B51-45E4-42B2-A118-46A7A9028F1E}" destId="{502D8744-2F58-4828-AE84-3092DCD3383F}" srcOrd="1" destOrd="0" parTransId="{CB140B80-D934-4DA8-80E0-B7781E542C5E}" sibTransId="{7D507223-62E0-4FC7-912E-1A1FE574AF5E}"/>
    <dgm:cxn modelId="{73F933B8-2AA9-4772-86C2-84AE5683F55D}" type="presOf" srcId="{E2B9D3CF-BABA-4941-9BE3-5A1984C470FB}" destId="{424E878C-7887-4973-BEE2-5C6FAE096097}" srcOrd="0" destOrd="0" presId="urn:microsoft.com/office/officeart/2008/layout/VerticalCurvedList"/>
    <dgm:cxn modelId="{996D0ABF-E417-4C5F-A860-1ECFDAC89DCF}" type="presOf" srcId="{1792AC82-0884-4746-9AB2-B4B94FB1DDB6}" destId="{40069A56-C856-4C2E-AC58-42128FEBC69F}" srcOrd="0" destOrd="0" presId="urn:microsoft.com/office/officeart/2008/layout/VerticalCurvedList"/>
    <dgm:cxn modelId="{F311F0BF-C8E4-4EE1-A2AC-2BE75D0759F3}" srcId="{20D88B51-45E4-42B2-A118-46A7A9028F1E}" destId="{9434E994-C8E7-4082-8C2C-38CC911094EF}" srcOrd="4" destOrd="0" parTransId="{A6C989AF-6966-47B4-B28F-116F2035274C}" sibTransId="{00EE02BC-ED5A-4150-8BE5-37EC7EB3EBEA}"/>
    <dgm:cxn modelId="{88FAAAE6-BFCA-4B36-92F2-19E4DB135EB9}" srcId="{20D88B51-45E4-42B2-A118-46A7A9028F1E}" destId="{1792AC82-0884-4746-9AB2-B4B94FB1DDB6}" srcOrd="2" destOrd="0" parTransId="{CA7D77E9-A7B9-4168-99B0-AB4E4FE57CE0}" sibTransId="{8E2CC2C8-9591-404F-81BA-D77B84675272}"/>
    <dgm:cxn modelId="{E6ECA4F8-2BAE-4E4B-969E-8C8D140C7F58}" type="presOf" srcId="{502D8744-2F58-4828-AE84-3092DCD3383F}" destId="{8AE3B896-D2B9-4314-ADD9-E8C866C6D016}" srcOrd="0" destOrd="0" presId="urn:microsoft.com/office/officeart/2008/layout/VerticalCurvedList"/>
    <dgm:cxn modelId="{A83F6176-2F6F-499A-A2A1-A3CFF5E8F161}" type="presParOf" srcId="{87049028-04B9-4437-94A1-3653C6FDB9EB}" destId="{FF159477-E684-4080-9A86-36083791074B}" srcOrd="0" destOrd="0" presId="urn:microsoft.com/office/officeart/2008/layout/VerticalCurvedList"/>
    <dgm:cxn modelId="{C4C6C8CE-D1D2-4940-A9B4-6E620B53D2E3}" type="presParOf" srcId="{FF159477-E684-4080-9A86-36083791074B}" destId="{08179442-F5D5-40C4-AA16-87F93928E5F4}" srcOrd="0" destOrd="0" presId="urn:microsoft.com/office/officeart/2008/layout/VerticalCurvedList"/>
    <dgm:cxn modelId="{A07F8087-BB60-47F8-A38D-27C7F8FF66D2}" type="presParOf" srcId="{08179442-F5D5-40C4-AA16-87F93928E5F4}" destId="{B8758C24-4D0C-40DD-99C4-16847C5D6CEF}" srcOrd="0" destOrd="0" presId="urn:microsoft.com/office/officeart/2008/layout/VerticalCurvedList"/>
    <dgm:cxn modelId="{306CC759-07B0-434B-840D-CEBA436121D0}" type="presParOf" srcId="{08179442-F5D5-40C4-AA16-87F93928E5F4}" destId="{62881E61-E0FE-45EF-98A9-B3E5D24A2B6A}" srcOrd="1" destOrd="0" presId="urn:microsoft.com/office/officeart/2008/layout/VerticalCurvedList"/>
    <dgm:cxn modelId="{E6B248F0-BF52-44CB-B9A5-9F5A685EB6D5}" type="presParOf" srcId="{08179442-F5D5-40C4-AA16-87F93928E5F4}" destId="{1DCB981D-E5F7-4580-B4DE-E71E68B527FC}" srcOrd="2" destOrd="0" presId="urn:microsoft.com/office/officeart/2008/layout/VerticalCurvedList"/>
    <dgm:cxn modelId="{9AC650AA-0C3C-4B68-80FC-E9F250318AED}" type="presParOf" srcId="{08179442-F5D5-40C4-AA16-87F93928E5F4}" destId="{33EC9BF1-4152-4788-B5EA-8B6BD59E2D7E}" srcOrd="3" destOrd="0" presId="urn:microsoft.com/office/officeart/2008/layout/VerticalCurvedList"/>
    <dgm:cxn modelId="{8E9906E5-4ECA-4AF6-B238-38EE06FB30F7}" type="presParOf" srcId="{FF159477-E684-4080-9A86-36083791074B}" destId="{A2C32794-EC80-45DD-B140-9589750AE552}" srcOrd="1" destOrd="0" presId="urn:microsoft.com/office/officeart/2008/layout/VerticalCurvedList"/>
    <dgm:cxn modelId="{2F79E17B-579D-4A45-8B6A-8DA062E00B6A}" type="presParOf" srcId="{FF159477-E684-4080-9A86-36083791074B}" destId="{72CF63B2-D45B-479A-9E0F-7756E80D7133}" srcOrd="2" destOrd="0" presId="urn:microsoft.com/office/officeart/2008/layout/VerticalCurvedList"/>
    <dgm:cxn modelId="{B3D8CCEA-7645-4DBD-843A-A4AD0A77F067}" type="presParOf" srcId="{72CF63B2-D45B-479A-9E0F-7756E80D7133}" destId="{33485AAB-C405-4AC1-B5D1-8F708A26FB02}" srcOrd="0" destOrd="0" presId="urn:microsoft.com/office/officeart/2008/layout/VerticalCurvedList"/>
    <dgm:cxn modelId="{1AC234AD-B55E-4325-8C0B-571A2E34A474}" type="presParOf" srcId="{FF159477-E684-4080-9A86-36083791074B}" destId="{8AE3B896-D2B9-4314-ADD9-E8C866C6D016}" srcOrd="3" destOrd="0" presId="urn:microsoft.com/office/officeart/2008/layout/VerticalCurvedList"/>
    <dgm:cxn modelId="{1B3BDE91-86B3-4555-A396-AB7ECA0C1E69}" type="presParOf" srcId="{FF159477-E684-4080-9A86-36083791074B}" destId="{0F8D04BE-0851-42D9-ADC7-893052E6DA77}" srcOrd="4" destOrd="0" presId="urn:microsoft.com/office/officeart/2008/layout/VerticalCurvedList"/>
    <dgm:cxn modelId="{707E3271-738C-4C3C-BDC5-3EEBFAD84DF3}" type="presParOf" srcId="{0F8D04BE-0851-42D9-ADC7-893052E6DA77}" destId="{8EA8B1FA-AD0B-486E-BD39-9DF2CEA791CB}" srcOrd="0" destOrd="0" presId="urn:microsoft.com/office/officeart/2008/layout/VerticalCurvedList"/>
    <dgm:cxn modelId="{2A901B72-D3D3-494C-A5CC-FB8057012F05}" type="presParOf" srcId="{FF159477-E684-4080-9A86-36083791074B}" destId="{40069A56-C856-4C2E-AC58-42128FEBC69F}" srcOrd="5" destOrd="0" presId="urn:microsoft.com/office/officeart/2008/layout/VerticalCurvedList"/>
    <dgm:cxn modelId="{593022B7-8D81-4A27-8598-FD33B62EDC04}" type="presParOf" srcId="{FF159477-E684-4080-9A86-36083791074B}" destId="{472B5775-8B48-427E-B1C4-904DFFB40881}" srcOrd="6" destOrd="0" presId="urn:microsoft.com/office/officeart/2008/layout/VerticalCurvedList"/>
    <dgm:cxn modelId="{BDA840B2-4F15-4496-B910-8A6B3A7C112E}" type="presParOf" srcId="{472B5775-8B48-427E-B1C4-904DFFB40881}" destId="{D06D0E61-A2DE-49E3-9864-2EEAD8BAD6D6}" srcOrd="0" destOrd="0" presId="urn:microsoft.com/office/officeart/2008/layout/VerticalCurvedList"/>
    <dgm:cxn modelId="{83852FD3-C810-4B7E-8587-C044ED268D6D}" type="presParOf" srcId="{FF159477-E684-4080-9A86-36083791074B}" destId="{29A9C81F-31C1-411E-9B23-8D0139ABF19D}" srcOrd="7" destOrd="0" presId="urn:microsoft.com/office/officeart/2008/layout/VerticalCurvedList"/>
    <dgm:cxn modelId="{951FB81F-E921-4CEF-A2E5-5CCFB5DC2A2B}" type="presParOf" srcId="{FF159477-E684-4080-9A86-36083791074B}" destId="{C670FC7A-172F-4177-9240-36BB3B201ED0}" srcOrd="8" destOrd="0" presId="urn:microsoft.com/office/officeart/2008/layout/VerticalCurvedList"/>
    <dgm:cxn modelId="{39982645-C68C-46C1-A1A5-BB643105C4B5}" type="presParOf" srcId="{C670FC7A-172F-4177-9240-36BB3B201ED0}" destId="{241C745A-59FC-45EC-9211-C2B6C8267FC7}" srcOrd="0" destOrd="0" presId="urn:microsoft.com/office/officeart/2008/layout/VerticalCurvedList"/>
    <dgm:cxn modelId="{81E43F39-070C-458E-BB94-6312EC10CCD1}" type="presParOf" srcId="{FF159477-E684-4080-9A86-36083791074B}" destId="{60AFEE25-3EFD-4500-937C-8952B5962B22}" srcOrd="9" destOrd="0" presId="urn:microsoft.com/office/officeart/2008/layout/VerticalCurvedList"/>
    <dgm:cxn modelId="{4CBD73C6-ADFC-4546-A4E6-62A169AA92DB}" type="presParOf" srcId="{FF159477-E684-4080-9A86-36083791074B}" destId="{3C503B05-2FD5-4D64-ABC9-8C3D48AE734D}" srcOrd="10" destOrd="0" presId="urn:microsoft.com/office/officeart/2008/layout/VerticalCurvedList"/>
    <dgm:cxn modelId="{C4174503-F503-4637-8509-11CD6B1382DA}" type="presParOf" srcId="{3C503B05-2FD5-4D64-ABC9-8C3D48AE734D}" destId="{7F709509-D3AB-4D48-B919-BDFC306BAB95}" srcOrd="0" destOrd="0" presId="urn:microsoft.com/office/officeart/2008/layout/VerticalCurvedList"/>
    <dgm:cxn modelId="{C43A27BF-FEB2-4C01-8105-FA2D51DECA3A}" type="presParOf" srcId="{FF159477-E684-4080-9A86-36083791074B}" destId="{424E878C-7887-4973-BEE2-5C6FAE096097}" srcOrd="11" destOrd="0" presId="urn:microsoft.com/office/officeart/2008/layout/VerticalCurvedList"/>
    <dgm:cxn modelId="{5C4B1244-0B2A-4DAF-B1D9-41FE0970CBF3}" type="presParOf" srcId="{FF159477-E684-4080-9A86-36083791074B}" destId="{66060FBD-56B6-402E-90F7-70D76C36ECCA}" srcOrd="12" destOrd="0" presId="urn:microsoft.com/office/officeart/2008/layout/VerticalCurvedList"/>
    <dgm:cxn modelId="{C4EBCD34-57E2-4CD3-9EB7-ABF9FE10630E}" type="presParOf" srcId="{66060FBD-56B6-402E-90F7-70D76C36ECCA}" destId="{A8382B41-6C35-4C4C-A703-EE41F97B9562}" srcOrd="0" destOrd="0" presId="urn:microsoft.com/office/officeart/2008/layout/VerticalCurvedList"/>
    <dgm:cxn modelId="{6591F072-E783-47E0-A4AD-5CCCAF0DB887}" type="presParOf" srcId="{FF159477-E684-4080-9A86-36083791074B}" destId="{8D3B7B5A-D4F5-4734-98E2-35215DAA4E33}" srcOrd="13" destOrd="0" presId="urn:microsoft.com/office/officeart/2008/layout/VerticalCurvedList"/>
    <dgm:cxn modelId="{8A5435D4-1E0D-4B15-9C11-33E55923FDB5}" type="presParOf" srcId="{FF159477-E684-4080-9A86-36083791074B}" destId="{E4A41D60-C8B3-4CAF-AE8E-517B40FB90C7}" srcOrd="14" destOrd="0" presId="urn:microsoft.com/office/officeart/2008/layout/VerticalCurvedList"/>
    <dgm:cxn modelId="{2F3D7C37-D109-4BA6-B9DC-38F7DDB7455A}" type="presParOf" srcId="{E4A41D60-C8B3-4CAF-AE8E-517B40FB90C7}" destId="{F2C4801E-0E1A-4733-AEF6-91299BA12631}"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41338D-8986-4693-830B-1ADF35948D48}" type="doc">
      <dgm:prSet loTypeId="urn:microsoft.com/office/officeart/2005/8/layout/hProcess6" loCatId="process" qsTypeId="urn:microsoft.com/office/officeart/2005/8/quickstyle/simple1" qsCatId="simple" csTypeId="urn:microsoft.com/office/officeart/2005/8/colors/accent1_2" csCatId="accent1" phldr="1"/>
      <dgm:spPr/>
      <dgm:t>
        <a:bodyPr/>
        <a:lstStyle/>
        <a:p>
          <a:endParaRPr lang="en-US"/>
        </a:p>
      </dgm:t>
    </dgm:pt>
    <dgm:pt modelId="{F46683CC-4D10-472D-96EB-4C1C3C667F5D}">
      <dgm:prSet phldrT="[Text]" phldr="1"/>
      <dgm:spPr/>
      <dgm:t>
        <a:bodyPr/>
        <a:lstStyle/>
        <a:p>
          <a:endParaRPr lang="en-US"/>
        </a:p>
      </dgm:t>
    </dgm:pt>
    <dgm:pt modelId="{F24606D8-0D90-460C-A94F-08B77538C03B}" type="parTrans" cxnId="{718909CD-987D-4151-9C7E-880DE7EEFC6F}">
      <dgm:prSet/>
      <dgm:spPr/>
      <dgm:t>
        <a:bodyPr/>
        <a:lstStyle/>
        <a:p>
          <a:endParaRPr lang="en-US"/>
        </a:p>
      </dgm:t>
    </dgm:pt>
    <dgm:pt modelId="{A3AFB92B-6AB4-436A-BDB2-21E81B56800E}" type="sibTrans" cxnId="{718909CD-987D-4151-9C7E-880DE7EEFC6F}">
      <dgm:prSet/>
      <dgm:spPr/>
      <dgm:t>
        <a:bodyPr/>
        <a:lstStyle/>
        <a:p>
          <a:endParaRPr lang="en-US"/>
        </a:p>
      </dgm:t>
    </dgm:pt>
    <dgm:pt modelId="{32CC26E4-43E1-4A5C-8F9E-3604169A8DA1}">
      <dgm:prSet phldrT="[Text]" phldr="1"/>
      <dgm:spPr/>
      <dgm:t>
        <a:bodyPr/>
        <a:lstStyle/>
        <a:p>
          <a:endParaRPr lang="en-US"/>
        </a:p>
      </dgm:t>
    </dgm:pt>
    <dgm:pt modelId="{5F2225E1-6752-4E00-8966-AE4671845F18}" type="parTrans" cxnId="{1DF0D735-BF58-4215-9598-E35B33A13A66}">
      <dgm:prSet/>
      <dgm:spPr/>
      <dgm:t>
        <a:bodyPr/>
        <a:lstStyle/>
        <a:p>
          <a:endParaRPr lang="en-US"/>
        </a:p>
      </dgm:t>
    </dgm:pt>
    <dgm:pt modelId="{A4A83ED4-FC6C-4B4C-A052-303D69D13796}" type="sibTrans" cxnId="{1DF0D735-BF58-4215-9598-E35B33A13A66}">
      <dgm:prSet/>
      <dgm:spPr/>
      <dgm:t>
        <a:bodyPr/>
        <a:lstStyle/>
        <a:p>
          <a:endParaRPr lang="en-US"/>
        </a:p>
      </dgm:t>
    </dgm:pt>
    <dgm:pt modelId="{D5D2A0D8-AADB-469F-AB94-E57D6B2E63E2}">
      <dgm:prSet phldrT="[Text]" phldr="1"/>
      <dgm:spPr/>
      <dgm:t>
        <a:bodyPr/>
        <a:lstStyle/>
        <a:p>
          <a:endParaRPr lang="en-US"/>
        </a:p>
      </dgm:t>
    </dgm:pt>
    <dgm:pt modelId="{28896137-DD38-45ED-8A4A-1F1E3BFD9DC4}" type="parTrans" cxnId="{2B78EE48-367A-49B5-9596-1B55F8C138C4}">
      <dgm:prSet/>
      <dgm:spPr/>
      <dgm:t>
        <a:bodyPr/>
        <a:lstStyle/>
        <a:p>
          <a:endParaRPr lang="en-US"/>
        </a:p>
      </dgm:t>
    </dgm:pt>
    <dgm:pt modelId="{36A38275-D2AA-4652-8DB2-C9DFFC153E2B}" type="sibTrans" cxnId="{2B78EE48-367A-49B5-9596-1B55F8C138C4}">
      <dgm:prSet/>
      <dgm:spPr/>
      <dgm:t>
        <a:bodyPr/>
        <a:lstStyle/>
        <a:p>
          <a:endParaRPr lang="en-US"/>
        </a:p>
      </dgm:t>
    </dgm:pt>
    <dgm:pt modelId="{65D7A8C2-F588-4E96-8C1A-B5FC98EF127F}">
      <dgm:prSet phldrT="[Text]" phldr="1"/>
      <dgm:spPr/>
      <dgm:t>
        <a:bodyPr/>
        <a:lstStyle/>
        <a:p>
          <a:endParaRPr lang="en-US"/>
        </a:p>
      </dgm:t>
    </dgm:pt>
    <dgm:pt modelId="{86720D57-6611-4045-88FC-8944A845EB0F}" type="parTrans" cxnId="{1795F15F-4B22-46CE-829C-5D22B98BCF6D}">
      <dgm:prSet/>
      <dgm:spPr/>
      <dgm:t>
        <a:bodyPr/>
        <a:lstStyle/>
        <a:p>
          <a:endParaRPr lang="en-US"/>
        </a:p>
      </dgm:t>
    </dgm:pt>
    <dgm:pt modelId="{E35FBB55-6A91-4A41-B90B-46CA6A4F6886}" type="sibTrans" cxnId="{1795F15F-4B22-46CE-829C-5D22B98BCF6D}">
      <dgm:prSet/>
      <dgm:spPr/>
      <dgm:t>
        <a:bodyPr/>
        <a:lstStyle/>
        <a:p>
          <a:endParaRPr lang="en-US"/>
        </a:p>
      </dgm:t>
    </dgm:pt>
    <dgm:pt modelId="{C3203C6C-C521-4252-BE77-D47FFC436235}">
      <dgm:prSet phldrT="[Text]" phldr="1"/>
      <dgm:spPr/>
      <dgm:t>
        <a:bodyPr/>
        <a:lstStyle/>
        <a:p>
          <a:endParaRPr lang="en-US"/>
        </a:p>
      </dgm:t>
    </dgm:pt>
    <dgm:pt modelId="{639ADD5C-6FEF-46E2-B337-2EFF03ABD96F}" type="parTrans" cxnId="{1CDE38F3-5C72-4679-9DD7-3022EB5D97E1}">
      <dgm:prSet/>
      <dgm:spPr/>
      <dgm:t>
        <a:bodyPr/>
        <a:lstStyle/>
        <a:p>
          <a:endParaRPr lang="en-US"/>
        </a:p>
      </dgm:t>
    </dgm:pt>
    <dgm:pt modelId="{2F184049-A273-423E-AD3A-9C1BB485670B}" type="sibTrans" cxnId="{1CDE38F3-5C72-4679-9DD7-3022EB5D97E1}">
      <dgm:prSet/>
      <dgm:spPr/>
      <dgm:t>
        <a:bodyPr/>
        <a:lstStyle/>
        <a:p>
          <a:endParaRPr lang="en-US"/>
        </a:p>
      </dgm:t>
    </dgm:pt>
    <dgm:pt modelId="{124261A5-92F8-4182-83A3-32994C481625}">
      <dgm:prSet phldrT="[Text]" phldr="1"/>
      <dgm:spPr/>
      <dgm:t>
        <a:bodyPr/>
        <a:lstStyle/>
        <a:p>
          <a:endParaRPr lang="en-US"/>
        </a:p>
      </dgm:t>
    </dgm:pt>
    <dgm:pt modelId="{300FC38F-B4E5-4DEA-87D3-516CE0410EA2}" type="parTrans" cxnId="{B0EEC01B-D0CD-40E8-92C3-2BAE93FD4728}">
      <dgm:prSet/>
      <dgm:spPr/>
      <dgm:t>
        <a:bodyPr/>
        <a:lstStyle/>
        <a:p>
          <a:endParaRPr lang="en-US"/>
        </a:p>
      </dgm:t>
    </dgm:pt>
    <dgm:pt modelId="{E6EE5EF2-61AC-4910-94A8-AFADFEAB7658}" type="sibTrans" cxnId="{B0EEC01B-D0CD-40E8-92C3-2BAE93FD4728}">
      <dgm:prSet/>
      <dgm:spPr/>
      <dgm:t>
        <a:bodyPr/>
        <a:lstStyle/>
        <a:p>
          <a:endParaRPr lang="en-US"/>
        </a:p>
      </dgm:t>
    </dgm:pt>
    <dgm:pt modelId="{2BEE8704-5053-4EEA-96EF-2E90450B5EB5}">
      <dgm:prSet phldrT="[Text]" phldr="1"/>
      <dgm:spPr/>
      <dgm:t>
        <a:bodyPr/>
        <a:lstStyle/>
        <a:p>
          <a:endParaRPr lang="en-US"/>
        </a:p>
      </dgm:t>
    </dgm:pt>
    <dgm:pt modelId="{76024C5F-EEF1-420D-8256-5C22CB02B290}" type="parTrans" cxnId="{7805D3B4-BE26-46B2-A667-E007159CB3B7}">
      <dgm:prSet/>
      <dgm:spPr/>
      <dgm:t>
        <a:bodyPr/>
        <a:lstStyle/>
        <a:p>
          <a:endParaRPr lang="en-US"/>
        </a:p>
      </dgm:t>
    </dgm:pt>
    <dgm:pt modelId="{FC19B057-3248-4872-A9DB-6DCB03485A06}" type="sibTrans" cxnId="{7805D3B4-BE26-46B2-A667-E007159CB3B7}">
      <dgm:prSet/>
      <dgm:spPr/>
      <dgm:t>
        <a:bodyPr/>
        <a:lstStyle/>
        <a:p>
          <a:endParaRPr lang="en-US"/>
        </a:p>
      </dgm:t>
    </dgm:pt>
    <dgm:pt modelId="{FC46C725-C5E9-4F05-B653-E6F69CAE91FB}">
      <dgm:prSet phldrT="[Text]" phldr="1"/>
      <dgm:spPr/>
      <dgm:t>
        <a:bodyPr/>
        <a:lstStyle/>
        <a:p>
          <a:endParaRPr lang="en-US"/>
        </a:p>
      </dgm:t>
    </dgm:pt>
    <dgm:pt modelId="{C9274774-0B8E-49AA-BDD4-BE5CE6F294FF}" type="parTrans" cxnId="{63062539-1629-495F-A455-92563BBB50DB}">
      <dgm:prSet/>
      <dgm:spPr/>
      <dgm:t>
        <a:bodyPr/>
        <a:lstStyle/>
        <a:p>
          <a:endParaRPr lang="en-US"/>
        </a:p>
      </dgm:t>
    </dgm:pt>
    <dgm:pt modelId="{533B3913-E513-4CDE-A6A1-D2AA68A3D65E}" type="sibTrans" cxnId="{63062539-1629-495F-A455-92563BBB50DB}">
      <dgm:prSet/>
      <dgm:spPr/>
      <dgm:t>
        <a:bodyPr/>
        <a:lstStyle/>
        <a:p>
          <a:endParaRPr lang="en-US"/>
        </a:p>
      </dgm:t>
    </dgm:pt>
    <dgm:pt modelId="{2D7586ED-2F98-48D4-B781-B0D18BF4E801}">
      <dgm:prSet phldrT="[Text]" phldr="1"/>
      <dgm:spPr/>
      <dgm:t>
        <a:bodyPr/>
        <a:lstStyle/>
        <a:p>
          <a:endParaRPr lang="en-US"/>
        </a:p>
      </dgm:t>
    </dgm:pt>
    <dgm:pt modelId="{5987F32C-1B6D-4010-AC54-797FAE0CD4E4}" type="parTrans" cxnId="{0BE2FB87-537C-43E3-9649-84E4D4CC5A53}">
      <dgm:prSet/>
      <dgm:spPr/>
      <dgm:t>
        <a:bodyPr/>
        <a:lstStyle/>
        <a:p>
          <a:endParaRPr lang="en-US"/>
        </a:p>
      </dgm:t>
    </dgm:pt>
    <dgm:pt modelId="{4FE86099-8CA2-40C8-BB49-DD520770E1D2}" type="sibTrans" cxnId="{0BE2FB87-537C-43E3-9649-84E4D4CC5A53}">
      <dgm:prSet/>
      <dgm:spPr/>
      <dgm:t>
        <a:bodyPr/>
        <a:lstStyle/>
        <a:p>
          <a:endParaRPr lang="en-US"/>
        </a:p>
      </dgm:t>
    </dgm:pt>
    <dgm:pt modelId="{300ED2A5-2853-4393-8627-132266E471C9}">
      <dgm:prSet phldr="0"/>
      <dgm:spPr/>
      <dgm:t>
        <a:bodyPr/>
        <a:lstStyle/>
        <a:p>
          <a:endParaRPr lang="en-US" sz="2200" dirty="0">
            <a:latin typeface="Arial"/>
          </a:endParaRPr>
        </a:p>
      </dgm:t>
    </dgm:pt>
    <dgm:pt modelId="{2ACFF659-E83E-45F4-B9FA-D5F4524C355A}" type="parTrans" cxnId="{4C4EC71F-C35B-4789-B4BF-20E0209AC1E1}">
      <dgm:prSet/>
      <dgm:spPr/>
    </dgm:pt>
    <dgm:pt modelId="{72726EC4-F70F-47A0-B6D6-7AAD5C0268B4}" type="sibTrans" cxnId="{4C4EC71F-C35B-4789-B4BF-20E0209AC1E1}">
      <dgm:prSet/>
      <dgm:spPr/>
    </dgm:pt>
    <dgm:pt modelId="{6E4068C9-9866-4045-B36D-2338D1E10D4C}">
      <dgm:prSet phldr="0"/>
      <dgm:spPr/>
      <dgm:t>
        <a:bodyPr/>
        <a:lstStyle/>
        <a:p>
          <a:endParaRPr lang="en-US" sz="1800" dirty="0">
            <a:latin typeface="Arial"/>
          </a:endParaRPr>
        </a:p>
      </dgm:t>
    </dgm:pt>
    <dgm:pt modelId="{E544BF4F-3F65-46EC-A079-7BCF90E8BA3A}" type="parTrans" cxnId="{9E455041-7A8D-4AB3-A5FF-DC8C3F815A89}">
      <dgm:prSet/>
      <dgm:spPr/>
    </dgm:pt>
    <dgm:pt modelId="{FBAE647A-44C1-49A9-8AA3-2183EC7FBD4D}" type="sibTrans" cxnId="{9E455041-7A8D-4AB3-A5FF-DC8C3F815A89}">
      <dgm:prSet/>
      <dgm:spPr/>
    </dgm:pt>
    <dgm:pt modelId="{F54FE048-F5AB-4151-B8D5-2305C6A1B4D9}" type="pres">
      <dgm:prSet presAssocID="{E141338D-8986-4693-830B-1ADF35948D48}" presName="theList" presStyleCnt="0">
        <dgm:presLayoutVars>
          <dgm:dir/>
          <dgm:animLvl val="lvl"/>
          <dgm:resizeHandles val="exact"/>
        </dgm:presLayoutVars>
      </dgm:prSet>
      <dgm:spPr/>
    </dgm:pt>
    <dgm:pt modelId="{D5B2AA75-5AF4-491C-8936-F024E3A513FA}" type="pres">
      <dgm:prSet presAssocID="{F46683CC-4D10-472D-96EB-4C1C3C667F5D}" presName="compNode" presStyleCnt="0"/>
      <dgm:spPr/>
    </dgm:pt>
    <dgm:pt modelId="{82FE1521-E94B-40F0-BAE2-4F0295941031}" type="pres">
      <dgm:prSet presAssocID="{F46683CC-4D10-472D-96EB-4C1C3C667F5D}" presName="noGeometry" presStyleCnt="0"/>
      <dgm:spPr/>
    </dgm:pt>
    <dgm:pt modelId="{68E4286E-A674-4951-8185-54193512F71E}" type="pres">
      <dgm:prSet presAssocID="{F46683CC-4D10-472D-96EB-4C1C3C667F5D}" presName="childTextVisible" presStyleLbl="bgAccFollowNode1" presStyleIdx="0" presStyleCnt="4">
        <dgm:presLayoutVars>
          <dgm:bulletEnabled val="1"/>
        </dgm:presLayoutVars>
      </dgm:prSet>
      <dgm:spPr/>
    </dgm:pt>
    <dgm:pt modelId="{48606F51-D986-47AD-BA8E-64950699F601}" type="pres">
      <dgm:prSet presAssocID="{F46683CC-4D10-472D-96EB-4C1C3C667F5D}" presName="childTextHidden" presStyleLbl="bgAccFollowNode1" presStyleIdx="0" presStyleCnt="4"/>
      <dgm:spPr/>
    </dgm:pt>
    <dgm:pt modelId="{BC212919-7CAD-43EC-ABDC-659146F49A8F}" type="pres">
      <dgm:prSet presAssocID="{F46683CC-4D10-472D-96EB-4C1C3C667F5D}" presName="parentText" presStyleLbl="node1" presStyleIdx="0" presStyleCnt="4">
        <dgm:presLayoutVars>
          <dgm:chMax val="1"/>
          <dgm:bulletEnabled val="1"/>
        </dgm:presLayoutVars>
      </dgm:prSet>
      <dgm:spPr/>
    </dgm:pt>
    <dgm:pt modelId="{C3296548-B185-484A-A2B3-47CE0D27FFF0}" type="pres">
      <dgm:prSet presAssocID="{F46683CC-4D10-472D-96EB-4C1C3C667F5D}" presName="aSpace" presStyleCnt="0"/>
      <dgm:spPr/>
    </dgm:pt>
    <dgm:pt modelId="{BFDA7365-9608-4DDD-830B-4C17EA0B88DC}" type="pres">
      <dgm:prSet presAssocID="{65D7A8C2-F588-4E96-8C1A-B5FC98EF127F}" presName="compNode" presStyleCnt="0"/>
      <dgm:spPr/>
    </dgm:pt>
    <dgm:pt modelId="{AA24002E-F219-4CA0-8453-3B04F07D7F88}" type="pres">
      <dgm:prSet presAssocID="{65D7A8C2-F588-4E96-8C1A-B5FC98EF127F}" presName="noGeometry" presStyleCnt="0"/>
      <dgm:spPr/>
    </dgm:pt>
    <dgm:pt modelId="{3A514AD6-C3C4-4CFB-BD83-F034F1AFFC47}" type="pres">
      <dgm:prSet presAssocID="{65D7A8C2-F588-4E96-8C1A-B5FC98EF127F}" presName="childTextVisible" presStyleLbl="bgAccFollowNode1" presStyleIdx="1" presStyleCnt="4">
        <dgm:presLayoutVars>
          <dgm:bulletEnabled val="1"/>
        </dgm:presLayoutVars>
      </dgm:prSet>
      <dgm:spPr/>
    </dgm:pt>
    <dgm:pt modelId="{2113856B-EA75-4EF2-B746-7D7359EB0DD6}" type="pres">
      <dgm:prSet presAssocID="{65D7A8C2-F588-4E96-8C1A-B5FC98EF127F}" presName="childTextHidden" presStyleLbl="bgAccFollowNode1" presStyleIdx="1" presStyleCnt="4"/>
      <dgm:spPr/>
    </dgm:pt>
    <dgm:pt modelId="{B9F15ECA-0254-4825-B3AE-D26F40DB6F76}" type="pres">
      <dgm:prSet presAssocID="{65D7A8C2-F588-4E96-8C1A-B5FC98EF127F}" presName="parentText" presStyleLbl="node1" presStyleIdx="1" presStyleCnt="4">
        <dgm:presLayoutVars>
          <dgm:chMax val="1"/>
          <dgm:bulletEnabled val="1"/>
        </dgm:presLayoutVars>
      </dgm:prSet>
      <dgm:spPr/>
    </dgm:pt>
    <dgm:pt modelId="{C8A73BD4-01CC-412C-9A89-24821E896C44}" type="pres">
      <dgm:prSet presAssocID="{65D7A8C2-F588-4E96-8C1A-B5FC98EF127F}" presName="aSpace" presStyleCnt="0"/>
      <dgm:spPr/>
    </dgm:pt>
    <dgm:pt modelId="{C5F5A566-0EDA-4EC5-8F7E-3DC081563D90}" type="pres">
      <dgm:prSet presAssocID="{2BEE8704-5053-4EEA-96EF-2E90450B5EB5}" presName="compNode" presStyleCnt="0"/>
      <dgm:spPr/>
    </dgm:pt>
    <dgm:pt modelId="{018B175E-AA55-4663-8AFC-5591EACACDFA}" type="pres">
      <dgm:prSet presAssocID="{2BEE8704-5053-4EEA-96EF-2E90450B5EB5}" presName="noGeometry" presStyleCnt="0"/>
      <dgm:spPr/>
    </dgm:pt>
    <dgm:pt modelId="{2661C0FA-09A4-411D-B763-3428E8CA7D15}" type="pres">
      <dgm:prSet presAssocID="{2BEE8704-5053-4EEA-96EF-2E90450B5EB5}" presName="childTextVisible" presStyleLbl="bgAccFollowNode1" presStyleIdx="2" presStyleCnt="4">
        <dgm:presLayoutVars>
          <dgm:bulletEnabled val="1"/>
        </dgm:presLayoutVars>
      </dgm:prSet>
      <dgm:spPr/>
    </dgm:pt>
    <dgm:pt modelId="{5936C2D6-FB5F-4C8A-9AAB-EEE3ED419450}" type="pres">
      <dgm:prSet presAssocID="{2BEE8704-5053-4EEA-96EF-2E90450B5EB5}" presName="childTextHidden" presStyleLbl="bgAccFollowNode1" presStyleIdx="2" presStyleCnt="4"/>
      <dgm:spPr/>
    </dgm:pt>
    <dgm:pt modelId="{5E9E1CDF-BDFF-4E0E-9EC0-DF8057E1E76D}" type="pres">
      <dgm:prSet presAssocID="{2BEE8704-5053-4EEA-96EF-2E90450B5EB5}" presName="parentText" presStyleLbl="node1" presStyleIdx="2" presStyleCnt="4">
        <dgm:presLayoutVars>
          <dgm:chMax val="1"/>
          <dgm:bulletEnabled val="1"/>
        </dgm:presLayoutVars>
      </dgm:prSet>
      <dgm:spPr/>
    </dgm:pt>
    <dgm:pt modelId="{9055BAD9-5419-4B22-B21F-602DD7A2CB46}" type="pres">
      <dgm:prSet presAssocID="{2BEE8704-5053-4EEA-96EF-2E90450B5EB5}" presName="aSpace" presStyleCnt="0"/>
      <dgm:spPr/>
    </dgm:pt>
    <dgm:pt modelId="{958DAB20-EAE0-4C93-A36F-16C80F2AD9CF}" type="pres">
      <dgm:prSet presAssocID="{300ED2A5-2853-4393-8627-132266E471C9}" presName="compNode" presStyleCnt="0"/>
      <dgm:spPr/>
    </dgm:pt>
    <dgm:pt modelId="{59A6089A-5910-487E-956E-BF55375B6B97}" type="pres">
      <dgm:prSet presAssocID="{300ED2A5-2853-4393-8627-132266E471C9}" presName="noGeometry" presStyleCnt="0"/>
      <dgm:spPr/>
    </dgm:pt>
    <dgm:pt modelId="{3A88BAF7-1990-4B99-B279-552328F60612}" type="pres">
      <dgm:prSet presAssocID="{300ED2A5-2853-4393-8627-132266E471C9}" presName="childTextVisible" presStyleLbl="bgAccFollowNode1" presStyleIdx="3" presStyleCnt="4">
        <dgm:presLayoutVars>
          <dgm:bulletEnabled val="1"/>
        </dgm:presLayoutVars>
      </dgm:prSet>
      <dgm:spPr/>
    </dgm:pt>
    <dgm:pt modelId="{21DEC81D-11B6-4A57-80B0-2C405C80A4ED}" type="pres">
      <dgm:prSet presAssocID="{300ED2A5-2853-4393-8627-132266E471C9}" presName="childTextHidden" presStyleLbl="bgAccFollowNode1" presStyleIdx="3" presStyleCnt="4"/>
      <dgm:spPr/>
    </dgm:pt>
    <dgm:pt modelId="{5998B21E-54EB-42DF-8936-D40898AEB643}" type="pres">
      <dgm:prSet presAssocID="{300ED2A5-2853-4393-8627-132266E471C9}" presName="parentText" presStyleLbl="node1" presStyleIdx="3" presStyleCnt="4">
        <dgm:presLayoutVars>
          <dgm:chMax val="1"/>
          <dgm:bulletEnabled val="1"/>
        </dgm:presLayoutVars>
      </dgm:prSet>
      <dgm:spPr/>
    </dgm:pt>
  </dgm:ptLst>
  <dgm:cxnLst>
    <dgm:cxn modelId="{B0EEC01B-D0CD-40E8-92C3-2BAE93FD4728}" srcId="{65D7A8C2-F588-4E96-8C1A-B5FC98EF127F}" destId="{124261A5-92F8-4182-83A3-32994C481625}" srcOrd="1" destOrd="0" parTransId="{300FC38F-B4E5-4DEA-87D3-516CE0410EA2}" sibTransId="{E6EE5EF2-61AC-4910-94A8-AFADFEAB7658}"/>
    <dgm:cxn modelId="{4C4EC71F-C35B-4789-B4BF-20E0209AC1E1}" srcId="{E141338D-8986-4693-830B-1ADF35948D48}" destId="{300ED2A5-2853-4393-8627-132266E471C9}" srcOrd="3" destOrd="0" parTransId="{2ACFF659-E83E-45F4-B9FA-D5F4524C355A}" sibTransId="{72726EC4-F70F-47A0-B6D6-7AAD5C0268B4}"/>
    <dgm:cxn modelId="{DE521E20-6E67-4EB1-8557-0CC3E493A74F}" type="presOf" srcId="{D5D2A0D8-AADB-469F-AB94-E57D6B2E63E2}" destId="{68E4286E-A674-4951-8185-54193512F71E}" srcOrd="0" destOrd="1" presId="urn:microsoft.com/office/officeart/2005/8/layout/hProcess6"/>
    <dgm:cxn modelId="{FDB08E25-B7A7-4F4E-ADDD-FE3D6A6F557E}" type="presOf" srcId="{32CC26E4-43E1-4A5C-8F9E-3604169A8DA1}" destId="{68E4286E-A674-4951-8185-54193512F71E}" srcOrd="0" destOrd="0" presId="urn:microsoft.com/office/officeart/2005/8/layout/hProcess6"/>
    <dgm:cxn modelId="{1DF0D735-BF58-4215-9598-E35B33A13A66}" srcId="{F46683CC-4D10-472D-96EB-4C1C3C667F5D}" destId="{32CC26E4-43E1-4A5C-8F9E-3604169A8DA1}" srcOrd="0" destOrd="0" parTransId="{5F2225E1-6752-4E00-8966-AE4671845F18}" sibTransId="{A4A83ED4-FC6C-4B4C-A052-303D69D13796}"/>
    <dgm:cxn modelId="{18FF3E36-B2B0-42B7-BF1F-BE3A447BB910}" type="presOf" srcId="{2BEE8704-5053-4EEA-96EF-2E90450B5EB5}" destId="{5E9E1CDF-BDFF-4E0E-9EC0-DF8057E1E76D}" srcOrd="0" destOrd="0" presId="urn:microsoft.com/office/officeart/2005/8/layout/hProcess6"/>
    <dgm:cxn modelId="{63062539-1629-495F-A455-92563BBB50DB}" srcId="{2BEE8704-5053-4EEA-96EF-2E90450B5EB5}" destId="{FC46C725-C5E9-4F05-B653-E6F69CAE91FB}" srcOrd="0" destOrd="0" parTransId="{C9274774-0B8E-49AA-BDD4-BE5CE6F294FF}" sibTransId="{533B3913-E513-4CDE-A6A1-D2AA68A3D65E}"/>
    <dgm:cxn modelId="{2983005D-92C7-4D54-952B-423299F8C4A2}" type="presOf" srcId="{6E4068C9-9866-4045-B36D-2338D1E10D4C}" destId="{21DEC81D-11B6-4A57-80B0-2C405C80A4ED}" srcOrd="1" destOrd="0" presId="urn:microsoft.com/office/officeart/2005/8/layout/hProcess6"/>
    <dgm:cxn modelId="{1795F15F-4B22-46CE-829C-5D22B98BCF6D}" srcId="{E141338D-8986-4693-830B-1ADF35948D48}" destId="{65D7A8C2-F588-4E96-8C1A-B5FC98EF127F}" srcOrd="1" destOrd="0" parTransId="{86720D57-6611-4045-88FC-8944A845EB0F}" sibTransId="{E35FBB55-6A91-4A41-B90B-46CA6A4F6886}"/>
    <dgm:cxn modelId="{9E455041-7A8D-4AB3-A5FF-DC8C3F815A89}" srcId="{300ED2A5-2853-4393-8627-132266E471C9}" destId="{6E4068C9-9866-4045-B36D-2338D1E10D4C}" srcOrd="0" destOrd="0" parTransId="{E544BF4F-3F65-46EC-A079-7BCF90E8BA3A}" sibTransId="{FBAE647A-44C1-49A9-8AA3-2183EC7FBD4D}"/>
    <dgm:cxn modelId="{FBA1EC41-2E9D-4C89-BBBD-5751C0B51230}" type="presOf" srcId="{C3203C6C-C521-4252-BE77-D47FFC436235}" destId="{3A514AD6-C3C4-4CFB-BD83-F034F1AFFC47}" srcOrd="0" destOrd="0" presId="urn:microsoft.com/office/officeart/2005/8/layout/hProcess6"/>
    <dgm:cxn modelId="{2B78EE48-367A-49B5-9596-1B55F8C138C4}" srcId="{F46683CC-4D10-472D-96EB-4C1C3C667F5D}" destId="{D5D2A0D8-AADB-469F-AB94-E57D6B2E63E2}" srcOrd="1" destOrd="0" parTransId="{28896137-DD38-45ED-8A4A-1F1E3BFD9DC4}" sibTransId="{36A38275-D2AA-4652-8DB2-C9DFFC153E2B}"/>
    <dgm:cxn modelId="{41F0D582-1877-4B27-B4F6-5F138F5D46EF}" type="presOf" srcId="{FC46C725-C5E9-4F05-B653-E6F69CAE91FB}" destId="{5936C2D6-FB5F-4C8A-9AAB-EEE3ED419450}" srcOrd="1" destOrd="0" presId="urn:microsoft.com/office/officeart/2005/8/layout/hProcess6"/>
    <dgm:cxn modelId="{B39D7B83-473A-47F3-9B0F-BC4952F6A8F6}" type="presOf" srcId="{6E4068C9-9866-4045-B36D-2338D1E10D4C}" destId="{3A88BAF7-1990-4B99-B279-552328F60612}" srcOrd="0" destOrd="0" presId="urn:microsoft.com/office/officeart/2005/8/layout/hProcess6"/>
    <dgm:cxn modelId="{0BE2FB87-537C-43E3-9649-84E4D4CC5A53}" srcId="{2BEE8704-5053-4EEA-96EF-2E90450B5EB5}" destId="{2D7586ED-2F98-48D4-B781-B0D18BF4E801}" srcOrd="1" destOrd="0" parTransId="{5987F32C-1B6D-4010-AC54-797FAE0CD4E4}" sibTransId="{4FE86099-8CA2-40C8-BB49-DD520770E1D2}"/>
    <dgm:cxn modelId="{C66F9B94-EB0B-447D-91CC-926F5BD7BC58}" type="presOf" srcId="{2D7586ED-2F98-48D4-B781-B0D18BF4E801}" destId="{2661C0FA-09A4-411D-B763-3428E8CA7D15}" srcOrd="0" destOrd="1" presId="urn:microsoft.com/office/officeart/2005/8/layout/hProcess6"/>
    <dgm:cxn modelId="{D1666FA3-7436-4098-892A-808E869F1ACF}" type="presOf" srcId="{E141338D-8986-4693-830B-1ADF35948D48}" destId="{F54FE048-F5AB-4151-B8D5-2305C6A1B4D9}" srcOrd="0" destOrd="0" presId="urn:microsoft.com/office/officeart/2005/8/layout/hProcess6"/>
    <dgm:cxn modelId="{8E3B36AC-0BBB-4950-A5BA-147596D38403}" type="presOf" srcId="{32CC26E4-43E1-4A5C-8F9E-3604169A8DA1}" destId="{48606F51-D986-47AD-BA8E-64950699F601}" srcOrd="1" destOrd="0" presId="urn:microsoft.com/office/officeart/2005/8/layout/hProcess6"/>
    <dgm:cxn modelId="{2D28B2AF-C6F4-4A94-9F87-A33835A3250D}" type="presOf" srcId="{C3203C6C-C521-4252-BE77-D47FFC436235}" destId="{2113856B-EA75-4EF2-B746-7D7359EB0DD6}" srcOrd="1" destOrd="0" presId="urn:microsoft.com/office/officeart/2005/8/layout/hProcess6"/>
    <dgm:cxn modelId="{06D4D0B2-FA56-47B4-9E25-E4CD96EE364D}" type="presOf" srcId="{2D7586ED-2F98-48D4-B781-B0D18BF4E801}" destId="{5936C2D6-FB5F-4C8A-9AAB-EEE3ED419450}" srcOrd="1" destOrd="1" presId="urn:microsoft.com/office/officeart/2005/8/layout/hProcess6"/>
    <dgm:cxn modelId="{7805D3B4-BE26-46B2-A667-E007159CB3B7}" srcId="{E141338D-8986-4693-830B-1ADF35948D48}" destId="{2BEE8704-5053-4EEA-96EF-2E90450B5EB5}" srcOrd="2" destOrd="0" parTransId="{76024C5F-EEF1-420D-8256-5C22CB02B290}" sibTransId="{FC19B057-3248-4872-A9DB-6DCB03485A06}"/>
    <dgm:cxn modelId="{467680C4-38F3-45A4-BAB5-A8697D721BDB}" type="presOf" srcId="{124261A5-92F8-4182-83A3-32994C481625}" destId="{2113856B-EA75-4EF2-B746-7D7359EB0DD6}" srcOrd="1" destOrd="1" presId="urn:microsoft.com/office/officeart/2005/8/layout/hProcess6"/>
    <dgm:cxn modelId="{7774AFC4-C44A-4187-9430-670670AF3177}" type="presOf" srcId="{F46683CC-4D10-472D-96EB-4C1C3C667F5D}" destId="{BC212919-7CAD-43EC-ABDC-659146F49A8F}" srcOrd="0" destOrd="0" presId="urn:microsoft.com/office/officeart/2005/8/layout/hProcess6"/>
    <dgm:cxn modelId="{C77442CB-1D2C-4232-B587-9C5E31F8BB86}" type="presOf" srcId="{D5D2A0D8-AADB-469F-AB94-E57D6B2E63E2}" destId="{48606F51-D986-47AD-BA8E-64950699F601}" srcOrd="1" destOrd="1" presId="urn:microsoft.com/office/officeart/2005/8/layout/hProcess6"/>
    <dgm:cxn modelId="{718909CD-987D-4151-9C7E-880DE7EEFC6F}" srcId="{E141338D-8986-4693-830B-1ADF35948D48}" destId="{F46683CC-4D10-472D-96EB-4C1C3C667F5D}" srcOrd="0" destOrd="0" parTransId="{F24606D8-0D90-460C-A94F-08B77538C03B}" sibTransId="{A3AFB92B-6AB4-436A-BDB2-21E81B56800E}"/>
    <dgm:cxn modelId="{C2B41BCD-7C01-465E-A750-0A6D807D2401}" type="presOf" srcId="{65D7A8C2-F588-4E96-8C1A-B5FC98EF127F}" destId="{B9F15ECA-0254-4825-B3AE-D26F40DB6F76}" srcOrd="0" destOrd="0" presId="urn:microsoft.com/office/officeart/2005/8/layout/hProcess6"/>
    <dgm:cxn modelId="{16B230E1-33BD-4295-AEA9-679DBA375CC3}" type="presOf" srcId="{124261A5-92F8-4182-83A3-32994C481625}" destId="{3A514AD6-C3C4-4CFB-BD83-F034F1AFFC47}" srcOrd="0" destOrd="1" presId="urn:microsoft.com/office/officeart/2005/8/layout/hProcess6"/>
    <dgm:cxn modelId="{4AAEB5E6-A9DD-4F35-A233-DC1CAF4AEFC2}" type="presOf" srcId="{FC46C725-C5E9-4F05-B653-E6F69CAE91FB}" destId="{2661C0FA-09A4-411D-B763-3428E8CA7D15}" srcOrd="0" destOrd="0" presId="urn:microsoft.com/office/officeart/2005/8/layout/hProcess6"/>
    <dgm:cxn modelId="{1CDE38F3-5C72-4679-9DD7-3022EB5D97E1}" srcId="{65D7A8C2-F588-4E96-8C1A-B5FC98EF127F}" destId="{C3203C6C-C521-4252-BE77-D47FFC436235}" srcOrd="0" destOrd="0" parTransId="{639ADD5C-6FEF-46E2-B337-2EFF03ABD96F}" sibTransId="{2F184049-A273-423E-AD3A-9C1BB485670B}"/>
    <dgm:cxn modelId="{ABF879FD-9502-4F36-958C-6798C5A7FD66}" type="presOf" srcId="{300ED2A5-2853-4393-8627-132266E471C9}" destId="{5998B21E-54EB-42DF-8936-D40898AEB643}" srcOrd="0" destOrd="0" presId="urn:microsoft.com/office/officeart/2005/8/layout/hProcess6"/>
    <dgm:cxn modelId="{6B664A10-BC9F-42BC-A5EB-2D4DFE67BB05}" type="presParOf" srcId="{F54FE048-F5AB-4151-B8D5-2305C6A1B4D9}" destId="{D5B2AA75-5AF4-491C-8936-F024E3A513FA}" srcOrd="0" destOrd="0" presId="urn:microsoft.com/office/officeart/2005/8/layout/hProcess6"/>
    <dgm:cxn modelId="{B185F3FF-D0A5-46A9-82EF-E1FBE93C797D}" type="presParOf" srcId="{D5B2AA75-5AF4-491C-8936-F024E3A513FA}" destId="{82FE1521-E94B-40F0-BAE2-4F0295941031}" srcOrd="0" destOrd="0" presId="urn:microsoft.com/office/officeart/2005/8/layout/hProcess6"/>
    <dgm:cxn modelId="{FE69E463-29BC-4093-992B-4E6DF1B4F614}" type="presParOf" srcId="{D5B2AA75-5AF4-491C-8936-F024E3A513FA}" destId="{68E4286E-A674-4951-8185-54193512F71E}" srcOrd="1" destOrd="0" presId="urn:microsoft.com/office/officeart/2005/8/layout/hProcess6"/>
    <dgm:cxn modelId="{CA20002C-552F-480D-B98F-D78AE96A3B06}" type="presParOf" srcId="{D5B2AA75-5AF4-491C-8936-F024E3A513FA}" destId="{48606F51-D986-47AD-BA8E-64950699F601}" srcOrd="2" destOrd="0" presId="urn:microsoft.com/office/officeart/2005/8/layout/hProcess6"/>
    <dgm:cxn modelId="{6BD14AFD-89F2-4796-A9AC-B1EC79CCDEE3}" type="presParOf" srcId="{D5B2AA75-5AF4-491C-8936-F024E3A513FA}" destId="{BC212919-7CAD-43EC-ABDC-659146F49A8F}" srcOrd="3" destOrd="0" presId="urn:microsoft.com/office/officeart/2005/8/layout/hProcess6"/>
    <dgm:cxn modelId="{46F267BC-F1D7-461F-A5FD-D6BEB84C3447}" type="presParOf" srcId="{F54FE048-F5AB-4151-B8D5-2305C6A1B4D9}" destId="{C3296548-B185-484A-A2B3-47CE0D27FFF0}" srcOrd="1" destOrd="0" presId="urn:microsoft.com/office/officeart/2005/8/layout/hProcess6"/>
    <dgm:cxn modelId="{39A6D28F-2694-4F2C-B1DD-5FC117AEDF48}" type="presParOf" srcId="{F54FE048-F5AB-4151-B8D5-2305C6A1B4D9}" destId="{BFDA7365-9608-4DDD-830B-4C17EA0B88DC}" srcOrd="2" destOrd="0" presId="urn:microsoft.com/office/officeart/2005/8/layout/hProcess6"/>
    <dgm:cxn modelId="{83419B9B-A456-421C-820F-216286560CE5}" type="presParOf" srcId="{BFDA7365-9608-4DDD-830B-4C17EA0B88DC}" destId="{AA24002E-F219-4CA0-8453-3B04F07D7F88}" srcOrd="0" destOrd="0" presId="urn:microsoft.com/office/officeart/2005/8/layout/hProcess6"/>
    <dgm:cxn modelId="{FA95D919-5A66-4248-8506-3026A037F8FF}" type="presParOf" srcId="{BFDA7365-9608-4DDD-830B-4C17EA0B88DC}" destId="{3A514AD6-C3C4-4CFB-BD83-F034F1AFFC47}" srcOrd="1" destOrd="0" presId="urn:microsoft.com/office/officeart/2005/8/layout/hProcess6"/>
    <dgm:cxn modelId="{E1E10091-F41A-4AF5-9FDD-BECE27B259BC}" type="presParOf" srcId="{BFDA7365-9608-4DDD-830B-4C17EA0B88DC}" destId="{2113856B-EA75-4EF2-B746-7D7359EB0DD6}" srcOrd="2" destOrd="0" presId="urn:microsoft.com/office/officeart/2005/8/layout/hProcess6"/>
    <dgm:cxn modelId="{30451064-B049-497D-8166-16873E0661D2}" type="presParOf" srcId="{BFDA7365-9608-4DDD-830B-4C17EA0B88DC}" destId="{B9F15ECA-0254-4825-B3AE-D26F40DB6F76}" srcOrd="3" destOrd="0" presId="urn:microsoft.com/office/officeart/2005/8/layout/hProcess6"/>
    <dgm:cxn modelId="{FD3644F9-E36A-4BEB-B83C-4B91C1A0CC03}" type="presParOf" srcId="{F54FE048-F5AB-4151-B8D5-2305C6A1B4D9}" destId="{C8A73BD4-01CC-412C-9A89-24821E896C44}" srcOrd="3" destOrd="0" presId="urn:microsoft.com/office/officeart/2005/8/layout/hProcess6"/>
    <dgm:cxn modelId="{573EE136-532B-425F-9CFF-2D858B43C967}" type="presParOf" srcId="{F54FE048-F5AB-4151-B8D5-2305C6A1B4D9}" destId="{C5F5A566-0EDA-4EC5-8F7E-3DC081563D90}" srcOrd="4" destOrd="0" presId="urn:microsoft.com/office/officeart/2005/8/layout/hProcess6"/>
    <dgm:cxn modelId="{8B3A5250-DAAA-42B7-9B57-BC3ABC1D45F7}" type="presParOf" srcId="{C5F5A566-0EDA-4EC5-8F7E-3DC081563D90}" destId="{018B175E-AA55-4663-8AFC-5591EACACDFA}" srcOrd="0" destOrd="0" presId="urn:microsoft.com/office/officeart/2005/8/layout/hProcess6"/>
    <dgm:cxn modelId="{07D8AB69-3A10-4195-A752-0B88FF5C8CBF}" type="presParOf" srcId="{C5F5A566-0EDA-4EC5-8F7E-3DC081563D90}" destId="{2661C0FA-09A4-411D-B763-3428E8CA7D15}" srcOrd="1" destOrd="0" presId="urn:microsoft.com/office/officeart/2005/8/layout/hProcess6"/>
    <dgm:cxn modelId="{F24B4054-0BC8-4142-AD3E-C158A98B0882}" type="presParOf" srcId="{C5F5A566-0EDA-4EC5-8F7E-3DC081563D90}" destId="{5936C2D6-FB5F-4C8A-9AAB-EEE3ED419450}" srcOrd="2" destOrd="0" presId="urn:microsoft.com/office/officeart/2005/8/layout/hProcess6"/>
    <dgm:cxn modelId="{3AA06717-8E83-4557-98AD-03C73376D91A}" type="presParOf" srcId="{C5F5A566-0EDA-4EC5-8F7E-3DC081563D90}" destId="{5E9E1CDF-BDFF-4E0E-9EC0-DF8057E1E76D}" srcOrd="3" destOrd="0" presId="urn:microsoft.com/office/officeart/2005/8/layout/hProcess6"/>
    <dgm:cxn modelId="{FAD67849-6ED8-4718-B533-105B9F799FEA}" type="presParOf" srcId="{F54FE048-F5AB-4151-B8D5-2305C6A1B4D9}" destId="{9055BAD9-5419-4B22-B21F-602DD7A2CB46}" srcOrd="5" destOrd="0" presId="urn:microsoft.com/office/officeart/2005/8/layout/hProcess6"/>
    <dgm:cxn modelId="{52BABB21-AF95-46BD-BA2D-1F2CC81CDA4B}" type="presParOf" srcId="{F54FE048-F5AB-4151-B8D5-2305C6A1B4D9}" destId="{958DAB20-EAE0-4C93-A36F-16C80F2AD9CF}" srcOrd="6" destOrd="0" presId="urn:microsoft.com/office/officeart/2005/8/layout/hProcess6"/>
    <dgm:cxn modelId="{810F297D-808A-47AB-8241-7B9DFFAD86C8}" type="presParOf" srcId="{958DAB20-EAE0-4C93-A36F-16C80F2AD9CF}" destId="{59A6089A-5910-487E-956E-BF55375B6B97}" srcOrd="0" destOrd="0" presId="urn:microsoft.com/office/officeart/2005/8/layout/hProcess6"/>
    <dgm:cxn modelId="{63406BD0-416E-4EE3-8A9B-6BD739966C38}" type="presParOf" srcId="{958DAB20-EAE0-4C93-A36F-16C80F2AD9CF}" destId="{3A88BAF7-1990-4B99-B279-552328F60612}" srcOrd="1" destOrd="0" presId="urn:microsoft.com/office/officeart/2005/8/layout/hProcess6"/>
    <dgm:cxn modelId="{8536E426-0138-4AF0-99DD-67EE979E8D4D}" type="presParOf" srcId="{958DAB20-EAE0-4C93-A36F-16C80F2AD9CF}" destId="{21DEC81D-11B6-4A57-80B0-2C405C80A4ED}" srcOrd="2" destOrd="0" presId="urn:microsoft.com/office/officeart/2005/8/layout/hProcess6"/>
    <dgm:cxn modelId="{7EDB8EE8-DF09-4429-90DE-1B7B9AA4611B}" type="presParOf" srcId="{958DAB20-EAE0-4C93-A36F-16C80F2AD9CF}" destId="{5998B21E-54EB-42DF-8936-D40898AEB643}" srcOrd="3" destOrd="0" presId="urn:microsoft.com/office/officeart/2005/8/layout/hProcess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0BCA45-087E-4BFF-A83F-C224BE540EE9}" type="doc">
      <dgm:prSet loTypeId="urn:microsoft.com/office/officeart/2008/layout/CircularPictureCallout" loCatId="picture" qsTypeId="urn:microsoft.com/office/officeart/2005/8/quickstyle/simple1" qsCatId="simple" csTypeId="urn:microsoft.com/office/officeart/2005/8/colors/accent1_2" csCatId="accent1" phldr="1"/>
      <dgm:spPr/>
    </dgm:pt>
    <dgm:pt modelId="{293CB43C-7C01-4972-A3CA-7F6D604ABA41}">
      <dgm:prSet phldrT="[Text]"/>
      <dgm:spPr/>
      <dgm:t>
        <a:bodyPr/>
        <a:lstStyle/>
        <a:p>
          <a:endParaRPr lang="en-IN"/>
        </a:p>
      </dgm:t>
    </dgm:pt>
    <dgm:pt modelId="{55CDE7B6-BA98-46CF-9906-B6E96C04FAFB}" type="sibTrans" cxnId="{47B588A1-EB09-4650-97D3-47A343476455}">
      <dgm:prSet/>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t>
        <a:bodyPr/>
        <a:lstStyle/>
        <a:p>
          <a:endParaRPr lang="en-IN"/>
        </a:p>
      </dgm:t>
    </dgm:pt>
    <dgm:pt modelId="{9A854E80-D5DF-4343-AAA8-3F83EB412544}" type="parTrans" cxnId="{47B588A1-EB09-4650-97D3-47A343476455}">
      <dgm:prSet/>
      <dgm:spPr/>
      <dgm:t>
        <a:bodyPr/>
        <a:lstStyle/>
        <a:p>
          <a:endParaRPr lang="en-IN"/>
        </a:p>
      </dgm:t>
    </dgm:pt>
    <dgm:pt modelId="{8BF52E1F-031D-490A-974A-D19EE4D4C417}" type="pres">
      <dgm:prSet presAssocID="{DB0BCA45-087E-4BFF-A83F-C224BE540EE9}" presName="Name0" presStyleCnt="0">
        <dgm:presLayoutVars>
          <dgm:chMax val="7"/>
          <dgm:chPref val="7"/>
          <dgm:dir/>
        </dgm:presLayoutVars>
      </dgm:prSet>
      <dgm:spPr/>
    </dgm:pt>
    <dgm:pt modelId="{02996086-DEE3-4DB2-B906-842B6BA02580}" type="pres">
      <dgm:prSet presAssocID="{DB0BCA45-087E-4BFF-A83F-C224BE540EE9}" presName="Name1" presStyleCnt="0"/>
      <dgm:spPr/>
    </dgm:pt>
    <dgm:pt modelId="{92F4EE71-B31F-46F5-93BE-543622DBC274}" type="pres">
      <dgm:prSet presAssocID="{55CDE7B6-BA98-46CF-9906-B6E96C04FAFB}" presName="picture_1" presStyleCnt="0"/>
      <dgm:spPr/>
    </dgm:pt>
    <dgm:pt modelId="{A20F69CC-42C2-45D5-984F-17B0B77EF11F}" type="pres">
      <dgm:prSet presAssocID="{55CDE7B6-BA98-46CF-9906-B6E96C04FAFB}" presName="pictureRepeatNode" presStyleLbl="alignImgPlace1" presStyleIdx="0" presStyleCnt="1" custScaleX="184486" custScaleY="184483" custLinFactY="-45873" custLinFactNeighborX="-1124" custLinFactNeighborY="-100000"/>
      <dgm:spPr/>
    </dgm:pt>
    <dgm:pt modelId="{584CFDAA-2217-4607-AEFC-A940B8273C1D}" type="pres">
      <dgm:prSet presAssocID="{293CB43C-7C01-4972-A3CA-7F6D604ABA41}" presName="text_1" presStyleLbl="node1" presStyleIdx="0" presStyleCnt="0">
        <dgm:presLayoutVars>
          <dgm:bulletEnabled val="1"/>
        </dgm:presLayoutVars>
      </dgm:prSet>
      <dgm:spPr/>
    </dgm:pt>
  </dgm:ptLst>
  <dgm:cxnLst>
    <dgm:cxn modelId="{C2B34529-731F-4B06-8196-37AD7189D66C}" type="presOf" srcId="{293CB43C-7C01-4972-A3CA-7F6D604ABA41}" destId="{584CFDAA-2217-4607-AEFC-A940B8273C1D}" srcOrd="0" destOrd="0" presId="urn:microsoft.com/office/officeart/2008/layout/CircularPictureCallout"/>
    <dgm:cxn modelId="{47B588A1-EB09-4650-97D3-47A343476455}" srcId="{DB0BCA45-087E-4BFF-A83F-C224BE540EE9}" destId="{293CB43C-7C01-4972-A3CA-7F6D604ABA41}" srcOrd="0" destOrd="0" parTransId="{9A854E80-D5DF-4343-AAA8-3F83EB412544}" sibTransId="{55CDE7B6-BA98-46CF-9906-B6E96C04FAFB}"/>
    <dgm:cxn modelId="{AD1A9AD0-F5C3-47E7-9BE0-50732D5853AF}" type="presOf" srcId="{55CDE7B6-BA98-46CF-9906-B6E96C04FAFB}" destId="{A20F69CC-42C2-45D5-984F-17B0B77EF11F}" srcOrd="0" destOrd="0" presId="urn:microsoft.com/office/officeart/2008/layout/CircularPictureCallout"/>
    <dgm:cxn modelId="{C79263EA-B46A-445B-93EA-A8E1457C01AF}" type="presOf" srcId="{DB0BCA45-087E-4BFF-A83F-C224BE540EE9}" destId="{8BF52E1F-031D-490A-974A-D19EE4D4C417}" srcOrd="0" destOrd="0" presId="urn:microsoft.com/office/officeart/2008/layout/CircularPictureCallout"/>
    <dgm:cxn modelId="{02E13885-1FE7-4737-9399-1528B3DDB09C}" type="presParOf" srcId="{8BF52E1F-031D-490A-974A-D19EE4D4C417}" destId="{02996086-DEE3-4DB2-B906-842B6BA02580}" srcOrd="0" destOrd="0" presId="urn:microsoft.com/office/officeart/2008/layout/CircularPictureCallout"/>
    <dgm:cxn modelId="{32A7942D-74D2-4292-9F35-C2708C531F96}" type="presParOf" srcId="{02996086-DEE3-4DB2-B906-842B6BA02580}" destId="{92F4EE71-B31F-46F5-93BE-543622DBC274}" srcOrd="0" destOrd="0" presId="urn:microsoft.com/office/officeart/2008/layout/CircularPictureCallout"/>
    <dgm:cxn modelId="{F256F318-C518-4F9C-BE30-9481958B69C2}" type="presParOf" srcId="{92F4EE71-B31F-46F5-93BE-543622DBC274}" destId="{A20F69CC-42C2-45D5-984F-17B0B77EF11F}" srcOrd="0" destOrd="0" presId="urn:microsoft.com/office/officeart/2008/layout/CircularPictureCallout"/>
    <dgm:cxn modelId="{B8C72A51-6357-459C-9B61-776B5732EC98}" type="presParOf" srcId="{02996086-DEE3-4DB2-B906-842B6BA02580}" destId="{584CFDAA-2217-4607-AEFC-A940B8273C1D}" srcOrd="1" destOrd="0" presId="urn:microsoft.com/office/officeart/2008/layout/CircularPictureCallou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881E61-E0FE-45EF-98A9-B3E5D24A2B6A}">
      <dsp:nvSpPr>
        <dsp:cNvPr id="0" name=""/>
        <dsp:cNvSpPr/>
      </dsp:nvSpPr>
      <dsp:spPr>
        <a:xfrm>
          <a:off x="-4800357" y="-735938"/>
          <a:ext cx="5719194" cy="5719194"/>
        </a:xfrm>
        <a:prstGeom prst="blockArc">
          <a:avLst>
            <a:gd name="adj1" fmla="val 18900000"/>
            <a:gd name="adj2" fmla="val 2700000"/>
            <a:gd name="adj3" fmla="val 378"/>
          </a:avLst>
        </a:pr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C32794-EC80-45DD-B140-9589750AE552}">
      <dsp:nvSpPr>
        <dsp:cNvPr id="0" name=""/>
        <dsp:cNvSpPr/>
      </dsp:nvSpPr>
      <dsp:spPr>
        <a:xfrm>
          <a:off x="297949" y="193083"/>
          <a:ext cx="9651067" cy="385996"/>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6384" tIns="40640" rIns="40640" bIns="40640" numCol="1" spcCol="1270" anchor="ctr" anchorCtr="0">
          <a:noAutofit/>
        </a:bodyPr>
        <a:lstStyle/>
        <a:p>
          <a:pPr marL="0" lvl="0" indent="0" algn="l" defTabSz="711200" rtl="0">
            <a:lnSpc>
              <a:spcPct val="90000"/>
            </a:lnSpc>
            <a:spcBef>
              <a:spcPct val="0"/>
            </a:spcBef>
            <a:spcAft>
              <a:spcPct val="35000"/>
            </a:spcAft>
            <a:buNone/>
          </a:pPr>
          <a:r>
            <a:rPr lang="en-IN" sz="1600" b="1" kern="1200" dirty="0">
              <a:latin typeface="Arial"/>
            </a:rPr>
            <a:t>Project Precision </a:t>
          </a:r>
          <a:r>
            <a:rPr lang="en-IN" sz="1600" b="1" kern="1200" dirty="0"/>
            <a:t>: </a:t>
          </a:r>
          <a:r>
            <a:rPr lang="en-IN" sz="1600" b="1" kern="1200" dirty="0">
              <a:latin typeface="Arial"/>
            </a:rPr>
            <a:t>Overview</a:t>
          </a:r>
          <a:endParaRPr lang="en-IN" sz="1600" b="1" kern="1200" dirty="0"/>
        </a:p>
      </dsp:txBody>
      <dsp:txXfrm>
        <a:off x="297949" y="193083"/>
        <a:ext cx="9651067" cy="385996"/>
      </dsp:txXfrm>
    </dsp:sp>
    <dsp:sp modelId="{33485AAB-C405-4AC1-B5D1-8F708A26FB02}">
      <dsp:nvSpPr>
        <dsp:cNvPr id="0" name=""/>
        <dsp:cNvSpPr/>
      </dsp:nvSpPr>
      <dsp:spPr>
        <a:xfrm>
          <a:off x="56701" y="144833"/>
          <a:ext cx="482495" cy="482495"/>
        </a:xfrm>
        <a:prstGeom prst="ellipse">
          <a:avLst/>
        </a:prstGeom>
        <a:solidFill>
          <a:schemeClr val="lt1">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E3B896-D2B9-4314-ADD9-E8C866C6D016}">
      <dsp:nvSpPr>
        <dsp:cNvPr id="0" name=""/>
        <dsp:cNvSpPr/>
      </dsp:nvSpPr>
      <dsp:spPr>
        <a:xfrm>
          <a:off x="647503" y="772417"/>
          <a:ext cx="9301512" cy="385996"/>
        </a:xfrm>
        <a:prstGeom prst="rect">
          <a:avLst/>
        </a:prstGeom>
        <a:solidFill>
          <a:schemeClr val="accent4">
            <a:hueOff val="-744128"/>
            <a:satOff val="4483"/>
            <a:lumOff val="3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6384" tIns="40640" rIns="40640" bIns="40640" numCol="1" spcCol="1270" anchor="ctr" anchorCtr="0">
          <a:noAutofit/>
        </a:bodyPr>
        <a:lstStyle/>
        <a:p>
          <a:pPr marL="0" lvl="0" indent="0" algn="l" defTabSz="711200" rtl="0">
            <a:lnSpc>
              <a:spcPct val="90000"/>
            </a:lnSpc>
            <a:spcBef>
              <a:spcPct val="0"/>
            </a:spcBef>
            <a:spcAft>
              <a:spcPct val="35000"/>
            </a:spcAft>
            <a:buNone/>
          </a:pPr>
          <a:r>
            <a:rPr lang="en-IN" sz="1600" b="1" kern="1200" dirty="0">
              <a:latin typeface="Arial"/>
            </a:rPr>
            <a:t>Project Scope</a:t>
          </a:r>
        </a:p>
      </dsp:txBody>
      <dsp:txXfrm>
        <a:off x="647503" y="772417"/>
        <a:ext cx="9301512" cy="385996"/>
      </dsp:txXfrm>
    </dsp:sp>
    <dsp:sp modelId="{8EA8B1FA-AD0B-486E-BD39-9DF2CEA791CB}">
      <dsp:nvSpPr>
        <dsp:cNvPr id="0" name=""/>
        <dsp:cNvSpPr/>
      </dsp:nvSpPr>
      <dsp:spPr>
        <a:xfrm>
          <a:off x="406255" y="724167"/>
          <a:ext cx="482495" cy="482495"/>
        </a:xfrm>
        <a:prstGeom prst="ellipse">
          <a:avLst/>
        </a:prstGeom>
        <a:solidFill>
          <a:schemeClr val="lt1">
            <a:hueOff val="0"/>
            <a:satOff val="0"/>
            <a:lumOff val="0"/>
            <a:alphaOff val="0"/>
          </a:schemeClr>
        </a:solidFill>
        <a:ln w="25400" cap="flat" cmpd="sng" algn="ctr">
          <a:solidFill>
            <a:schemeClr val="accent4">
              <a:hueOff val="-744128"/>
              <a:satOff val="4483"/>
              <a:lumOff val="359"/>
              <a:alphaOff val="0"/>
            </a:schemeClr>
          </a:solidFill>
          <a:prstDash val="solid"/>
        </a:ln>
        <a:effectLst/>
      </dsp:spPr>
      <dsp:style>
        <a:lnRef idx="2">
          <a:scrgbClr r="0" g="0" b="0"/>
        </a:lnRef>
        <a:fillRef idx="1">
          <a:scrgbClr r="0" g="0" b="0"/>
        </a:fillRef>
        <a:effectRef idx="0">
          <a:scrgbClr r="0" g="0" b="0"/>
        </a:effectRef>
        <a:fontRef idx="minor"/>
      </dsp:style>
    </dsp:sp>
    <dsp:sp modelId="{40069A56-C856-4C2E-AC58-42128FEBC69F}">
      <dsp:nvSpPr>
        <dsp:cNvPr id="0" name=""/>
        <dsp:cNvSpPr/>
      </dsp:nvSpPr>
      <dsp:spPr>
        <a:xfrm>
          <a:off x="839057" y="1351326"/>
          <a:ext cx="9109958" cy="385996"/>
        </a:xfrm>
        <a:prstGeom prst="rect">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6384" tIns="53340" rIns="53340" bIns="53340" numCol="1" spcCol="1270" anchor="ctr" anchorCtr="0">
          <a:noAutofit/>
        </a:bodyPr>
        <a:lstStyle/>
        <a:p>
          <a:pPr marL="0" lvl="0" indent="0" algn="l" defTabSz="933450" rtl="0">
            <a:lnSpc>
              <a:spcPct val="90000"/>
            </a:lnSpc>
            <a:spcBef>
              <a:spcPct val="0"/>
            </a:spcBef>
            <a:spcAft>
              <a:spcPct val="35000"/>
            </a:spcAft>
            <a:buNone/>
          </a:pPr>
          <a:r>
            <a:rPr lang="en-US" sz="2100" b="1" kern="1200" dirty="0">
              <a:latin typeface="Arial"/>
              <a:ea typeface="Calibri"/>
              <a:cs typeface="Arial"/>
            </a:rPr>
            <a:t>Our Understanding</a:t>
          </a:r>
          <a:endParaRPr lang="en-IN" sz="2100" b="1" kern="1200" dirty="0"/>
        </a:p>
      </dsp:txBody>
      <dsp:txXfrm>
        <a:off x="839057" y="1351326"/>
        <a:ext cx="9109958" cy="385996"/>
      </dsp:txXfrm>
    </dsp:sp>
    <dsp:sp modelId="{D06D0E61-A2DE-49E3-9864-2EEAD8BAD6D6}">
      <dsp:nvSpPr>
        <dsp:cNvPr id="0" name=""/>
        <dsp:cNvSpPr/>
      </dsp:nvSpPr>
      <dsp:spPr>
        <a:xfrm>
          <a:off x="597809" y="1303076"/>
          <a:ext cx="482495" cy="482495"/>
        </a:xfrm>
        <a:prstGeom prst="ellipse">
          <a:avLst/>
        </a:prstGeom>
        <a:solidFill>
          <a:schemeClr val="lt1">
            <a:hueOff val="0"/>
            <a:satOff val="0"/>
            <a:lumOff val="0"/>
            <a:alphaOff val="0"/>
          </a:schemeClr>
        </a:solidFill>
        <a:ln w="25400" cap="flat" cmpd="sng" algn="ctr">
          <a:solidFill>
            <a:schemeClr val="accent4">
              <a:hueOff val="-1488257"/>
              <a:satOff val="8966"/>
              <a:lumOff val="719"/>
              <a:alphaOff val="0"/>
            </a:schemeClr>
          </a:solidFill>
          <a:prstDash val="solid"/>
        </a:ln>
        <a:effectLst/>
      </dsp:spPr>
      <dsp:style>
        <a:lnRef idx="2">
          <a:scrgbClr r="0" g="0" b="0"/>
        </a:lnRef>
        <a:fillRef idx="1">
          <a:scrgbClr r="0" g="0" b="0"/>
        </a:fillRef>
        <a:effectRef idx="0">
          <a:scrgbClr r="0" g="0" b="0"/>
        </a:effectRef>
        <a:fontRef idx="minor"/>
      </dsp:style>
    </dsp:sp>
    <dsp:sp modelId="{29A9C81F-31C1-411E-9B23-8D0139ABF19D}">
      <dsp:nvSpPr>
        <dsp:cNvPr id="0" name=""/>
        <dsp:cNvSpPr/>
      </dsp:nvSpPr>
      <dsp:spPr>
        <a:xfrm>
          <a:off x="900218" y="1930660"/>
          <a:ext cx="9048797" cy="385996"/>
        </a:xfrm>
        <a:prstGeom prst="rect">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6384" tIns="40640" rIns="40640" bIns="40640" numCol="1" spcCol="1270" anchor="ctr" anchorCtr="0">
          <a:noAutofit/>
        </a:bodyPr>
        <a:lstStyle/>
        <a:p>
          <a:pPr marL="0" lvl="0" indent="0" algn="l" defTabSz="711200" rtl="0">
            <a:lnSpc>
              <a:spcPct val="90000"/>
            </a:lnSpc>
            <a:spcBef>
              <a:spcPct val="0"/>
            </a:spcBef>
            <a:spcAft>
              <a:spcPct val="35000"/>
            </a:spcAft>
            <a:buNone/>
          </a:pPr>
          <a:r>
            <a:rPr lang="en-IN" sz="1600" b="1" kern="1200" dirty="0">
              <a:latin typeface="Arial"/>
            </a:rPr>
            <a:t>Workflow Architecture</a:t>
          </a:r>
          <a:endParaRPr lang="en-IN" sz="1600" b="1" kern="1200" dirty="0"/>
        </a:p>
      </dsp:txBody>
      <dsp:txXfrm>
        <a:off x="900218" y="1930660"/>
        <a:ext cx="9048797" cy="385996"/>
      </dsp:txXfrm>
    </dsp:sp>
    <dsp:sp modelId="{241C745A-59FC-45EC-9211-C2B6C8267FC7}">
      <dsp:nvSpPr>
        <dsp:cNvPr id="0" name=""/>
        <dsp:cNvSpPr/>
      </dsp:nvSpPr>
      <dsp:spPr>
        <a:xfrm>
          <a:off x="658971" y="1882410"/>
          <a:ext cx="482495" cy="482495"/>
        </a:xfrm>
        <a:prstGeom prst="ellipse">
          <a:avLst/>
        </a:prstGeom>
        <a:solidFill>
          <a:schemeClr val="lt1">
            <a:hueOff val="0"/>
            <a:satOff val="0"/>
            <a:lumOff val="0"/>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dsp:style>
    </dsp:sp>
    <dsp:sp modelId="{60AFEE25-3EFD-4500-937C-8952B5962B22}">
      <dsp:nvSpPr>
        <dsp:cNvPr id="0" name=""/>
        <dsp:cNvSpPr/>
      </dsp:nvSpPr>
      <dsp:spPr>
        <a:xfrm>
          <a:off x="839057" y="2509994"/>
          <a:ext cx="9109958" cy="385996"/>
        </a:xfrm>
        <a:prstGeom prst="rect">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6384" tIns="40640" rIns="40640" bIns="40640" numCol="1" spcCol="1270" anchor="ctr" anchorCtr="0">
          <a:noAutofit/>
        </a:bodyPr>
        <a:lstStyle/>
        <a:p>
          <a:pPr marL="0" lvl="0" indent="0" algn="l" defTabSz="711200" rtl="0">
            <a:lnSpc>
              <a:spcPct val="90000"/>
            </a:lnSpc>
            <a:spcBef>
              <a:spcPct val="0"/>
            </a:spcBef>
            <a:spcAft>
              <a:spcPct val="35000"/>
            </a:spcAft>
            <a:buNone/>
          </a:pPr>
          <a:r>
            <a:rPr lang="en-IN" sz="1600" b="1" kern="1200" dirty="0">
              <a:latin typeface="Arial"/>
            </a:rPr>
            <a:t>Clarifications</a:t>
          </a:r>
          <a:r>
            <a:rPr lang="en-IN" sz="1600" b="1" kern="1200" dirty="0"/>
            <a:t> </a:t>
          </a:r>
          <a:r>
            <a:rPr lang="en-IN" sz="1600" b="1" kern="1200" dirty="0">
              <a:latin typeface="Arial"/>
            </a:rPr>
            <a:t>Needed </a:t>
          </a:r>
          <a:endParaRPr lang="en-IN" sz="1600" b="1" kern="1200" dirty="0"/>
        </a:p>
      </dsp:txBody>
      <dsp:txXfrm>
        <a:off x="839057" y="2509994"/>
        <a:ext cx="9109958" cy="385996"/>
      </dsp:txXfrm>
    </dsp:sp>
    <dsp:sp modelId="{7F709509-D3AB-4D48-B919-BDFC306BAB95}">
      <dsp:nvSpPr>
        <dsp:cNvPr id="0" name=""/>
        <dsp:cNvSpPr/>
      </dsp:nvSpPr>
      <dsp:spPr>
        <a:xfrm>
          <a:off x="597809" y="2461744"/>
          <a:ext cx="482495" cy="482495"/>
        </a:xfrm>
        <a:prstGeom prst="ellipse">
          <a:avLst/>
        </a:prstGeom>
        <a:solidFill>
          <a:schemeClr val="lt1">
            <a:hueOff val="0"/>
            <a:satOff val="0"/>
            <a:lumOff val="0"/>
            <a:alphaOff val="0"/>
          </a:schemeClr>
        </a:solidFill>
        <a:ln w="25400" cap="flat" cmpd="sng" algn="ctr">
          <a:solidFill>
            <a:schemeClr val="accent4">
              <a:hueOff val="-2976513"/>
              <a:satOff val="17933"/>
              <a:lumOff val="1437"/>
              <a:alphaOff val="0"/>
            </a:schemeClr>
          </a:solidFill>
          <a:prstDash val="solid"/>
        </a:ln>
        <a:effectLst/>
      </dsp:spPr>
      <dsp:style>
        <a:lnRef idx="2">
          <a:scrgbClr r="0" g="0" b="0"/>
        </a:lnRef>
        <a:fillRef idx="1">
          <a:scrgbClr r="0" g="0" b="0"/>
        </a:fillRef>
        <a:effectRef idx="0">
          <a:scrgbClr r="0" g="0" b="0"/>
        </a:effectRef>
        <a:fontRef idx="minor"/>
      </dsp:style>
    </dsp:sp>
    <dsp:sp modelId="{424E878C-7887-4973-BEE2-5C6FAE096097}">
      <dsp:nvSpPr>
        <dsp:cNvPr id="0" name=""/>
        <dsp:cNvSpPr/>
      </dsp:nvSpPr>
      <dsp:spPr>
        <a:xfrm>
          <a:off x="647503" y="3088903"/>
          <a:ext cx="9301512" cy="385996"/>
        </a:xfrm>
        <a:prstGeom prst="rect">
          <a:avLst/>
        </a:prstGeom>
        <a:solidFill>
          <a:schemeClr val="accent4">
            <a:hueOff val="-3720641"/>
            <a:satOff val="22416"/>
            <a:lumOff val="179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6384" tIns="40640" rIns="40640" bIns="40640" numCol="1" spcCol="1270" anchor="ctr" anchorCtr="0">
          <a:noAutofit/>
        </a:bodyPr>
        <a:lstStyle/>
        <a:p>
          <a:pPr marL="0" lvl="0" indent="0" algn="l" defTabSz="711200" rtl="0">
            <a:lnSpc>
              <a:spcPct val="90000"/>
            </a:lnSpc>
            <a:spcBef>
              <a:spcPct val="0"/>
            </a:spcBef>
            <a:spcAft>
              <a:spcPct val="35000"/>
            </a:spcAft>
            <a:buNone/>
          </a:pPr>
          <a:r>
            <a:rPr lang="en-IN" sz="1600" b="1" kern="1200" dirty="0"/>
            <a:t>Project </a:t>
          </a:r>
          <a:r>
            <a:rPr lang="en-IN" sz="1600" b="1" kern="1200" dirty="0">
              <a:latin typeface="Arial"/>
            </a:rPr>
            <a:t>High Level Plan</a:t>
          </a:r>
          <a:endParaRPr lang="en-IN" sz="1600" b="1" kern="1200" dirty="0"/>
        </a:p>
      </dsp:txBody>
      <dsp:txXfrm>
        <a:off x="647503" y="3088903"/>
        <a:ext cx="9301512" cy="385996"/>
      </dsp:txXfrm>
    </dsp:sp>
    <dsp:sp modelId="{A8382B41-6C35-4C4C-A703-EE41F97B9562}">
      <dsp:nvSpPr>
        <dsp:cNvPr id="0" name=""/>
        <dsp:cNvSpPr/>
      </dsp:nvSpPr>
      <dsp:spPr>
        <a:xfrm>
          <a:off x="406255" y="3040654"/>
          <a:ext cx="482495" cy="482495"/>
        </a:xfrm>
        <a:prstGeom prst="ellipse">
          <a:avLst/>
        </a:prstGeom>
        <a:solidFill>
          <a:schemeClr val="lt1">
            <a:hueOff val="0"/>
            <a:satOff val="0"/>
            <a:lumOff val="0"/>
            <a:alphaOff val="0"/>
          </a:schemeClr>
        </a:solidFill>
        <a:ln w="25400" cap="flat" cmpd="sng" algn="ctr">
          <a:solidFill>
            <a:schemeClr val="accent4">
              <a:hueOff val="-3720641"/>
              <a:satOff val="22416"/>
              <a:lumOff val="1797"/>
              <a:alphaOff val="0"/>
            </a:schemeClr>
          </a:solidFill>
          <a:prstDash val="solid"/>
        </a:ln>
        <a:effectLst/>
      </dsp:spPr>
      <dsp:style>
        <a:lnRef idx="2">
          <a:scrgbClr r="0" g="0" b="0"/>
        </a:lnRef>
        <a:fillRef idx="1">
          <a:scrgbClr r="0" g="0" b="0"/>
        </a:fillRef>
        <a:effectRef idx="0">
          <a:scrgbClr r="0" g="0" b="0"/>
        </a:effectRef>
        <a:fontRef idx="minor"/>
      </dsp:style>
    </dsp:sp>
    <dsp:sp modelId="{8D3B7B5A-D4F5-4734-98E2-35215DAA4E33}">
      <dsp:nvSpPr>
        <dsp:cNvPr id="0" name=""/>
        <dsp:cNvSpPr/>
      </dsp:nvSpPr>
      <dsp:spPr>
        <a:xfrm>
          <a:off x="297949" y="3668237"/>
          <a:ext cx="9651067" cy="385996"/>
        </a:xfrm>
        <a:prstGeom prst="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6384" tIns="53340" rIns="53340" bIns="53340" numCol="1" spcCol="1270" anchor="ctr" anchorCtr="0">
          <a:noAutofit/>
        </a:bodyPr>
        <a:lstStyle/>
        <a:p>
          <a:pPr marL="0" lvl="0" indent="0" algn="l" defTabSz="933450">
            <a:lnSpc>
              <a:spcPct val="90000"/>
            </a:lnSpc>
            <a:spcBef>
              <a:spcPct val="0"/>
            </a:spcBef>
            <a:spcAft>
              <a:spcPct val="35000"/>
            </a:spcAft>
            <a:buNone/>
          </a:pPr>
          <a:r>
            <a:rPr lang="en-IN" sz="2100" b="1" kern="1200" dirty="0">
              <a:latin typeface="Arial"/>
            </a:rPr>
            <a:t>Costing</a:t>
          </a:r>
        </a:p>
      </dsp:txBody>
      <dsp:txXfrm>
        <a:off x="297949" y="3668237"/>
        <a:ext cx="9651067" cy="385996"/>
      </dsp:txXfrm>
    </dsp:sp>
    <dsp:sp modelId="{F2C4801E-0E1A-4733-AEF6-91299BA12631}">
      <dsp:nvSpPr>
        <dsp:cNvPr id="0" name=""/>
        <dsp:cNvSpPr/>
      </dsp:nvSpPr>
      <dsp:spPr>
        <a:xfrm>
          <a:off x="56701" y="3619988"/>
          <a:ext cx="482495" cy="482495"/>
        </a:xfrm>
        <a:prstGeom prst="ellipse">
          <a:avLst/>
        </a:prstGeom>
        <a:solidFill>
          <a:schemeClr val="lt1">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E4286E-A674-4951-8185-54193512F71E}">
      <dsp:nvSpPr>
        <dsp:cNvPr id="0" name=""/>
        <dsp:cNvSpPr/>
      </dsp:nvSpPr>
      <dsp:spPr>
        <a:xfrm>
          <a:off x="464862" y="1817692"/>
          <a:ext cx="1840320" cy="1608672"/>
        </a:xfrm>
        <a:prstGeom prst="rightArrow">
          <a:avLst>
            <a:gd name="adj1" fmla="val 70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8260" tIns="12065" rIns="24130" bIns="12065" numCol="1" spcCol="1270" anchor="ctr"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dsp:txBody>
      <dsp:txXfrm>
        <a:off x="924943" y="2058993"/>
        <a:ext cx="897156" cy="1126070"/>
      </dsp:txXfrm>
    </dsp:sp>
    <dsp:sp modelId="{BC212919-7CAD-43EC-ABDC-659146F49A8F}">
      <dsp:nvSpPr>
        <dsp:cNvPr id="0" name=""/>
        <dsp:cNvSpPr/>
      </dsp:nvSpPr>
      <dsp:spPr>
        <a:xfrm>
          <a:off x="4782" y="2161948"/>
          <a:ext cx="920160" cy="9201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139536" y="2296702"/>
        <a:ext cx="650652" cy="650652"/>
      </dsp:txXfrm>
    </dsp:sp>
    <dsp:sp modelId="{3A514AD6-C3C4-4CFB-BD83-F034F1AFFC47}">
      <dsp:nvSpPr>
        <dsp:cNvPr id="0" name=""/>
        <dsp:cNvSpPr/>
      </dsp:nvSpPr>
      <dsp:spPr>
        <a:xfrm>
          <a:off x="2880284" y="1817692"/>
          <a:ext cx="1840320" cy="1608672"/>
        </a:xfrm>
        <a:prstGeom prst="rightArrow">
          <a:avLst>
            <a:gd name="adj1" fmla="val 70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8260" tIns="12065" rIns="24130" bIns="12065" numCol="1" spcCol="1270" anchor="ctr"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dsp:txBody>
      <dsp:txXfrm>
        <a:off x="3340364" y="2058993"/>
        <a:ext cx="897156" cy="1126070"/>
      </dsp:txXfrm>
    </dsp:sp>
    <dsp:sp modelId="{B9F15ECA-0254-4825-B3AE-D26F40DB6F76}">
      <dsp:nvSpPr>
        <dsp:cNvPr id="0" name=""/>
        <dsp:cNvSpPr/>
      </dsp:nvSpPr>
      <dsp:spPr>
        <a:xfrm>
          <a:off x="2420203" y="2161948"/>
          <a:ext cx="920160" cy="9201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554957" y="2296702"/>
        <a:ext cx="650652" cy="650652"/>
      </dsp:txXfrm>
    </dsp:sp>
    <dsp:sp modelId="{2661C0FA-09A4-411D-B763-3428E8CA7D15}">
      <dsp:nvSpPr>
        <dsp:cNvPr id="0" name=""/>
        <dsp:cNvSpPr/>
      </dsp:nvSpPr>
      <dsp:spPr>
        <a:xfrm>
          <a:off x="5295705" y="1817692"/>
          <a:ext cx="1840320" cy="1608672"/>
        </a:xfrm>
        <a:prstGeom prst="rightArrow">
          <a:avLst>
            <a:gd name="adj1" fmla="val 70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8260" tIns="12065" rIns="24130" bIns="12065" numCol="1" spcCol="1270" anchor="ctr"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dsp:txBody>
      <dsp:txXfrm>
        <a:off x="5755785" y="2058993"/>
        <a:ext cx="897156" cy="1126070"/>
      </dsp:txXfrm>
    </dsp:sp>
    <dsp:sp modelId="{5E9E1CDF-BDFF-4E0E-9EC0-DF8057E1E76D}">
      <dsp:nvSpPr>
        <dsp:cNvPr id="0" name=""/>
        <dsp:cNvSpPr/>
      </dsp:nvSpPr>
      <dsp:spPr>
        <a:xfrm>
          <a:off x="4835625" y="2161948"/>
          <a:ext cx="920160" cy="9201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970379" y="2296702"/>
        <a:ext cx="650652" cy="650652"/>
      </dsp:txXfrm>
    </dsp:sp>
    <dsp:sp modelId="{3A88BAF7-1990-4B99-B279-552328F60612}">
      <dsp:nvSpPr>
        <dsp:cNvPr id="0" name=""/>
        <dsp:cNvSpPr/>
      </dsp:nvSpPr>
      <dsp:spPr>
        <a:xfrm>
          <a:off x="7711126" y="1817692"/>
          <a:ext cx="1840320" cy="1608672"/>
        </a:xfrm>
        <a:prstGeom prst="rightArrow">
          <a:avLst>
            <a:gd name="adj1" fmla="val 70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0" tIns="41275" rIns="82550" bIns="41275" numCol="1" spcCol="1270" anchor="ctr" anchorCtr="0">
          <a:noAutofit/>
        </a:bodyPr>
        <a:lstStyle/>
        <a:p>
          <a:pPr marL="0" lvl="0" indent="0" algn="ctr" defTabSz="2889250">
            <a:lnSpc>
              <a:spcPct val="90000"/>
            </a:lnSpc>
            <a:spcBef>
              <a:spcPct val="0"/>
            </a:spcBef>
            <a:spcAft>
              <a:spcPct val="35000"/>
            </a:spcAft>
            <a:buNone/>
          </a:pPr>
          <a:endParaRPr lang="en-US" sz="6500" kern="1200" dirty="0">
            <a:latin typeface="Arial"/>
          </a:endParaRPr>
        </a:p>
      </dsp:txBody>
      <dsp:txXfrm>
        <a:off x="8171206" y="2058993"/>
        <a:ext cx="897156" cy="1126070"/>
      </dsp:txXfrm>
    </dsp:sp>
    <dsp:sp modelId="{5998B21E-54EB-42DF-8936-D40898AEB643}">
      <dsp:nvSpPr>
        <dsp:cNvPr id="0" name=""/>
        <dsp:cNvSpPr/>
      </dsp:nvSpPr>
      <dsp:spPr>
        <a:xfrm>
          <a:off x="7251046" y="2161948"/>
          <a:ext cx="920160" cy="9201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2044700">
            <a:lnSpc>
              <a:spcPct val="90000"/>
            </a:lnSpc>
            <a:spcBef>
              <a:spcPct val="0"/>
            </a:spcBef>
            <a:spcAft>
              <a:spcPct val="35000"/>
            </a:spcAft>
            <a:buNone/>
          </a:pPr>
          <a:endParaRPr lang="en-US" sz="4600" kern="1200" dirty="0">
            <a:latin typeface="Arial"/>
          </a:endParaRPr>
        </a:p>
      </dsp:txBody>
      <dsp:txXfrm>
        <a:off x="7385800" y="2296702"/>
        <a:ext cx="650652" cy="6506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0F69CC-42C2-45D5-984F-17B0B77EF11F}">
      <dsp:nvSpPr>
        <dsp:cNvPr id="0" name=""/>
        <dsp:cNvSpPr/>
      </dsp:nvSpPr>
      <dsp:spPr>
        <a:xfrm>
          <a:off x="35980" y="0"/>
          <a:ext cx="1000739" cy="1000723"/>
        </a:xfrm>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4CFDAA-2217-4607-AEFC-A940B8273C1D}">
      <dsp:nvSpPr>
        <dsp:cNvPr id="0" name=""/>
        <dsp:cNvSpPr/>
      </dsp:nvSpPr>
      <dsp:spPr>
        <a:xfrm>
          <a:off x="368864" y="668568"/>
          <a:ext cx="347166" cy="179007"/>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622300">
            <a:lnSpc>
              <a:spcPct val="90000"/>
            </a:lnSpc>
            <a:spcBef>
              <a:spcPct val="0"/>
            </a:spcBef>
            <a:spcAft>
              <a:spcPct val="35000"/>
            </a:spcAft>
            <a:buNone/>
          </a:pPr>
          <a:endParaRPr lang="en-IN" sz="1400" kern="1200"/>
        </a:p>
      </dsp:txBody>
      <dsp:txXfrm>
        <a:off x="368864" y="668568"/>
        <a:ext cx="347166" cy="17900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22/10/2025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22/10/2025</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1</a:t>
            </a:fld>
            <a:endParaRPr lang="pt-BR"/>
          </a:p>
        </p:txBody>
      </p:sp>
    </p:spTree>
    <p:extLst>
      <p:ext uri="{BB962C8B-B14F-4D97-AF65-F5344CB8AC3E}">
        <p14:creationId xmlns:p14="http://schemas.microsoft.com/office/powerpoint/2010/main" val="664125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705BCE4-1EC1-28C0-70AD-A956FE44C726}"/>
            </a:ext>
          </a:extLst>
        </p:cNvPr>
        <p:cNvGrpSpPr/>
        <p:nvPr/>
      </p:nvGrpSpPr>
      <p:grpSpPr>
        <a:xfrm>
          <a:off x="0" y="0"/>
          <a:ext cx="0" cy="0"/>
          <a:chOff x="0" y="0"/>
          <a:chExt cx="0" cy="0"/>
        </a:xfrm>
      </p:grpSpPr>
      <p:sp>
        <p:nvSpPr>
          <p:cNvPr id="141" name="Google Shape;141;g8fcac892a5_0_10:notes">
            <a:extLst>
              <a:ext uri="{FF2B5EF4-FFF2-40B4-BE49-F238E27FC236}">
                <a16:creationId xmlns:a16="http://schemas.microsoft.com/office/drawing/2014/main" id="{C9E50081-498C-A16C-0738-93AB346CE0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8fcac892a5_0_10:notes">
            <a:extLst>
              <a:ext uri="{FF2B5EF4-FFF2-40B4-BE49-F238E27FC236}">
                <a16:creationId xmlns:a16="http://schemas.microsoft.com/office/drawing/2014/main" id="{3871C271-6036-7915-712D-907835FF97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7723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3D282F3-B32D-4471-0948-FD70C38DA29C}"/>
            </a:ext>
          </a:extLst>
        </p:cNvPr>
        <p:cNvGrpSpPr/>
        <p:nvPr/>
      </p:nvGrpSpPr>
      <p:grpSpPr>
        <a:xfrm>
          <a:off x="0" y="0"/>
          <a:ext cx="0" cy="0"/>
          <a:chOff x="0" y="0"/>
          <a:chExt cx="0" cy="0"/>
        </a:xfrm>
      </p:grpSpPr>
      <p:sp>
        <p:nvSpPr>
          <p:cNvPr id="141" name="Google Shape;141;g8fcac892a5_0_10:notes">
            <a:extLst>
              <a:ext uri="{FF2B5EF4-FFF2-40B4-BE49-F238E27FC236}">
                <a16:creationId xmlns:a16="http://schemas.microsoft.com/office/drawing/2014/main" id="{27A96B1D-4A6C-DE6C-7FB6-1D3E9C1582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8fcac892a5_0_10:notes">
            <a:extLst>
              <a:ext uri="{FF2B5EF4-FFF2-40B4-BE49-F238E27FC236}">
                <a16:creationId xmlns:a16="http://schemas.microsoft.com/office/drawing/2014/main" id="{941D24FA-584B-C1FA-0757-5B28E9D1D5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124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FC2591E-0271-9193-DD5A-D594CB84010E}"/>
            </a:ext>
          </a:extLst>
        </p:cNvPr>
        <p:cNvGrpSpPr/>
        <p:nvPr/>
      </p:nvGrpSpPr>
      <p:grpSpPr>
        <a:xfrm>
          <a:off x="0" y="0"/>
          <a:ext cx="0" cy="0"/>
          <a:chOff x="0" y="0"/>
          <a:chExt cx="0" cy="0"/>
        </a:xfrm>
      </p:grpSpPr>
      <p:sp>
        <p:nvSpPr>
          <p:cNvPr id="141" name="Google Shape;141;g8fcac892a5_0_10:notes">
            <a:extLst>
              <a:ext uri="{FF2B5EF4-FFF2-40B4-BE49-F238E27FC236}">
                <a16:creationId xmlns:a16="http://schemas.microsoft.com/office/drawing/2014/main" id="{D171442C-215B-A873-3FC0-096ABF34AA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8fcac892a5_0_10:notes">
            <a:extLst>
              <a:ext uri="{FF2B5EF4-FFF2-40B4-BE49-F238E27FC236}">
                <a16:creationId xmlns:a16="http://schemas.microsoft.com/office/drawing/2014/main" id="{FACFB299-53F6-BF02-C7F6-587A8E620D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0600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r>
              <a:rPr lang="en-IN" sz="1800">
                <a:effectLst/>
                <a:latin typeface="Aptos" panose="020B0004020202020204" pitchFamily="34" charset="0"/>
                <a:ea typeface="Aptos" panose="020B0004020202020204" pitchFamily="34" charset="0"/>
                <a:cs typeface="Aptos" panose="020B0004020202020204" pitchFamily="34" charset="0"/>
              </a:rPr>
              <a:t>SmartTest is a Sigmasoft’s inhouse GenAI-powered no-code web automation testing tools streamline and enhance the automation process, merging the established automation strengths of Selenium with advanced AI features. This intuitive no-code approach enables users to automate web testing without writing any code, minimizing the need for coders..</a:t>
            </a:r>
            <a:r>
              <a:rPr lang="en-US" sz="1800">
                <a:effectLst/>
                <a:latin typeface="Aptos" panose="020B0004020202020204" pitchFamily="34" charset="0"/>
                <a:ea typeface="Aptos" panose="020B0004020202020204" pitchFamily="34" charset="0"/>
                <a:cs typeface="Aptos" panose="020B0004020202020204" pitchFamily="34" charset="0"/>
              </a:rPr>
              <a:t>The SmartTest tool streamlines test lifecycle, achieving a 40% reduction in effort. </a:t>
            </a:r>
            <a:br>
              <a:rPr lang="en-US" sz="1800">
                <a:effectLst/>
                <a:latin typeface="Aptos" panose="020B0004020202020204" pitchFamily="34" charset="0"/>
                <a:ea typeface="Aptos" panose="020B0004020202020204" pitchFamily="34" charset="0"/>
                <a:cs typeface="Aptos" panose="020B0004020202020204" pitchFamily="34" charset="0"/>
              </a:rPr>
            </a:br>
            <a:r>
              <a:rPr lang="en-US" sz="1800" b="1">
                <a:effectLst/>
                <a:latin typeface="Aptos" panose="020B0004020202020204" pitchFamily="34" charset="0"/>
                <a:ea typeface="Aptos" panose="020B0004020202020204" pitchFamily="34" charset="0"/>
                <a:cs typeface="Aptos" panose="020B0004020202020204" pitchFamily="34" charset="0"/>
              </a:rPr>
              <a:t>Generate Test Cases</a:t>
            </a:r>
            <a:endParaRPr lang="en-US" sz="1800">
              <a:effectLst/>
              <a:latin typeface="Aptos" panose="020B0004020202020204" pitchFamily="34" charset="0"/>
              <a:ea typeface="Aptos" panose="020B0004020202020204" pitchFamily="34" charset="0"/>
              <a:cs typeface="Aptos" panose="020B0004020202020204" pitchFamily="34" charset="0"/>
            </a:endParaRPr>
          </a:p>
          <a:p>
            <a:pPr marL="0" marR="0"/>
            <a:r>
              <a:rPr lang="en-US" sz="1800">
                <a:effectLst/>
                <a:latin typeface="Aptos" panose="020B0004020202020204" pitchFamily="34" charset="0"/>
                <a:ea typeface="Aptos" panose="020B0004020202020204" pitchFamily="34" charset="0"/>
                <a:cs typeface="Aptos" panose="020B0004020202020204" pitchFamily="34" charset="0"/>
              </a:rPr>
              <a:t>Our SmartTest tool intelligently analyzes requirements from sources such as user stories ,process flow , requirements shared in Word documents to automatically generate comprehensive test cases.  </a:t>
            </a:r>
          </a:p>
          <a:p>
            <a:pPr marL="0" marR="0"/>
            <a:r>
              <a:rPr lang="en-US" sz="1800" b="1">
                <a:effectLst/>
                <a:latin typeface="Aptos" panose="020B0004020202020204" pitchFamily="34" charset="0"/>
                <a:ea typeface="Aptos" panose="020B0004020202020204" pitchFamily="34" charset="0"/>
                <a:cs typeface="Aptos" panose="020B0004020202020204" pitchFamily="34" charset="0"/>
              </a:rPr>
              <a:t>Build Automation Scripts</a:t>
            </a:r>
            <a:endParaRPr lang="en-US" sz="1800">
              <a:effectLst/>
              <a:latin typeface="Aptos" panose="020B0004020202020204" pitchFamily="34" charset="0"/>
              <a:ea typeface="Aptos" panose="020B0004020202020204" pitchFamily="34" charset="0"/>
              <a:cs typeface="Aptos" panose="020B0004020202020204" pitchFamily="34" charset="0"/>
            </a:endParaRPr>
          </a:p>
          <a:p>
            <a:pPr marL="0" marR="0"/>
            <a:r>
              <a:rPr lang="en-US" sz="1800">
                <a:effectLst/>
                <a:latin typeface="Aptos" panose="020B0004020202020204" pitchFamily="34" charset="0"/>
                <a:ea typeface="Aptos" panose="020B0004020202020204" pitchFamily="34" charset="0"/>
                <a:cs typeface="Aptos" panose="020B0004020202020204" pitchFamily="34" charset="0"/>
              </a:rPr>
              <a:t>This no-code solution accelerates the execution of automation scripts, enhances testing efficiency, and provides in-depth report analysis, delivering valuable insights for continuous quality improvement. </a:t>
            </a:r>
          </a:p>
          <a:p>
            <a:pPr marL="0" marR="0"/>
            <a:r>
              <a:rPr lang="en-US" sz="1800" b="1">
                <a:effectLst/>
                <a:latin typeface="Aptos" panose="020B0004020202020204" pitchFamily="34" charset="0"/>
                <a:ea typeface="Aptos" panose="020B0004020202020204" pitchFamily="34" charset="0"/>
                <a:cs typeface="Aptos" panose="020B0004020202020204" pitchFamily="34" charset="0"/>
              </a:rPr>
              <a:t>Execute</a:t>
            </a:r>
            <a:endParaRPr lang="en-US" sz="1800">
              <a:effectLst/>
              <a:latin typeface="Aptos" panose="020B0004020202020204" pitchFamily="34" charset="0"/>
              <a:ea typeface="Aptos" panose="020B0004020202020204" pitchFamily="34" charset="0"/>
              <a:cs typeface="Aptos" panose="020B0004020202020204" pitchFamily="34" charset="0"/>
            </a:endParaRPr>
          </a:p>
          <a:p>
            <a:pPr marL="0" marR="0"/>
            <a:r>
              <a:rPr lang="en-US" sz="1800">
                <a:effectLst/>
                <a:latin typeface="Aptos" panose="020B0004020202020204" pitchFamily="34" charset="0"/>
                <a:ea typeface="Aptos" panose="020B0004020202020204" pitchFamily="34" charset="0"/>
                <a:cs typeface="Aptos" panose="020B0004020202020204" pitchFamily="34" charset="0"/>
              </a:rPr>
              <a:t>Its self-healing capabilities adapt to changes in object locators during runtime, eliminating the need for coding expertise and ensuring consistent, accurate results. This tool not only enhances efficiency but also provides significant value by accelerating time-to-market and improving overall quality assurance. </a:t>
            </a:r>
          </a:p>
          <a:p>
            <a:pPr marL="0" marR="0"/>
            <a:r>
              <a:rPr lang="en-US" sz="1800">
                <a:effectLst/>
                <a:latin typeface="Aptos" panose="020B0004020202020204" pitchFamily="34" charset="0"/>
                <a:ea typeface="Aptos" panose="020B0004020202020204" pitchFamily="34" charset="0"/>
                <a:cs typeface="Aptos" panose="020B0004020202020204" pitchFamily="34" charset="0"/>
              </a:rPr>
              <a:t> </a:t>
            </a:r>
          </a:p>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6</a:t>
            </a:fld>
            <a:endParaRPr lang="pt-BR"/>
          </a:p>
        </p:txBody>
      </p:sp>
    </p:spTree>
    <p:extLst>
      <p:ext uri="{BB962C8B-B14F-4D97-AF65-F5344CB8AC3E}">
        <p14:creationId xmlns:p14="http://schemas.microsoft.com/office/powerpoint/2010/main" val="2850647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B70E04E-E629-D73E-F9D2-DDDF0AAA98C5}"/>
            </a:ext>
          </a:extLst>
        </p:cNvPr>
        <p:cNvGrpSpPr/>
        <p:nvPr/>
      </p:nvGrpSpPr>
      <p:grpSpPr>
        <a:xfrm>
          <a:off x="0" y="0"/>
          <a:ext cx="0" cy="0"/>
          <a:chOff x="0" y="0"/>
          <a:chExt cx="0" cy="0"/>
        </a:xfrm>
      </p:grpSpPr>
      <p:sp>
        <p:nvSpPr>
          <p:cNvPr id="141" name="Google Shape;141;g8fcac892a5_0_10:notes">
            <a:extLst>
              <a:ext uri="{FF2B5EF4-FFF2-40B4-BE49-F238E27FC236}">
                <a16:creationId xmlns:a16="http://schemas.microsoft.com/office/drawing/2014/main" id="{3EA11D51-1263-69CC-C0AC-4A88513472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8fcac892a5_0_10:notes">
            <a:extLst>
              <a:ext uri="{FF2B5EF4-FFF2-40B4-BE49-F238E27FC236}">
                <a16:creationId xmlns:a16="http://schemas.microsoft.com/office/drawing/2014/main" id="{43A324B2-FE61-2291-EFC8-63CFC1FFFC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2409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8F91119-9E30-164E-5C0F-C9B2B8B0BF55}"/>
            </a:ext>
          </a:extLst>
        </p:cNvPr>
        <p:cNvGrpSpPr/>
        <p:nvPr/>
      </p:nvGrpSpPr>
      <p:grpSpPr>
        <a:xfrm>
          <a:off x="0" y="0"/>
          <a:ext cx="0" cy="0"/>
          <a:chOff x="0" y="0"/>
          <a:chExt cx="0" cy="0"/>
        </a:xfrm>
      </p:grpSpPr>
      <p:sp>
        <p:nvSpPr>
          <p:cNvPr id="141" name="Google Shape;141;g8fcac892a5_0_10:notes">
            <a:extLst>
              <a:ext uri="{FF2B5EF4-FFF2-40B4-BE49-F238E27FC236}">
                <a16:creationId xmlns:a16="http://schemas.microsoft.com/office/drawing/2014/main" id="{D6FD3258-D853-EB8F-C838-A168D6648B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8fcac892a5_0_10:notes">
            <a:extLst>
              <a:ext uri="{FF2B5EF4-FFF2-40B4-BE49-F238E27FC236}">
                <a16:creationId xmlns:a16="http://schemas.microsoft.com/office/drawing/2014/main" id="{4E206678-1AAE-388A-8BED-5D44F6B4E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3872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C1E93DA-B82D-9900-959E-B8155B412C64}"/>
            </a:ext>
          </a:extLst>
        </p:cNvPr>
        <p:cNvGrpSpPr/>
        <p:nvPr/>
      </p:nvGrpSpPr>
      <p:grpSpPr>
        <a:xfrm>
          <a:off x="0" y="0"/>
          <a:ext cx="0" cy="0"/>
          <a:chOff x="0" y="0"/>
          <a:chExt cx="0" cy="0"/>
        </a:xfrm>
      </p:grpSpPr>
      <p:sp>
        <p:nvSpPr>
          <p:cNvPr id="141" name="Google Shape;141;g8fcac892a5_0_10:notes">
            <a:extLst>
              <a:ext uri="{FF2B5EF4-FFF2-40B4-BE49-F238E27FC236}">
                <a16:creationId xmlns:a16="http://schemas.microsoft.com/office/drawing/2014/main" id="{8D8529FF-603D-CCC6-798C-9747703DFE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8fcac892a5_0_10:notes">
            <a:extLst>
              <a:ext uri="{FF2B5EF4-FFF2-40B4-BE49-F238E27FC236}">
                <a16:creationId xmlns:a16="http://schemas.microsoft.com/office/drawing/2014/main" id="{659A38FF-B9E9-E5E5-2925-C72CDBA6C1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8281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A7E05-43C0-E165-42BE-4A99E43943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5463E-D64D-DE3B-D4C4-9E42E9EFBD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D47C3-F0AB-043F-2B9C-3BD3F7C2BC94}"/>
              </a:ext>
            </a:extLst>
          </p:cNvPr>
          <p:cNvSpPr>
            <a:spLocks noGrp="1"/>
          </p:cNvSpPr>
          <p:nvPr>
            <p:ph type="body" idx="1"/>
          </p:nvPr>
        </p:nvSpPr>
        <p:spPr/>
        <p:txBody>
          <a:bodyPr/>
          <a:lstStyle/>
          <a:p>
            <a:endParaRPr lang="en-US">
              <a:ea typeface="Verdana"/>
            </a:endParaRPr>
          </a:p>
        </p:txBody>
      </p:sp>
      <p:sp>
        <p:nvSpPr>
          <p:cNvPr id="4" name="Slide Number Placeholder 3">
            <a:extLst>
              <a:ext uri="{FF2B5EF4-FFF2-40B4-BE49-F238E27FC236}">
                <a16:creationId xmlns:a16="http://schemas.microsoft.com/office/drawing/2014/main" id="{BC752D55-FC38-A9B2-46B7-6BB75E5C6F64}"/>
              </a:ext>
            </a:extLst>
          </p:cNvPr>
          <p:cNvSpPr>
            <a:spLocks noGrp="1"/>
          </p:cNvSpPr>
          <p:nvPr>
            <p:ph type="sldNum" sz="quarter" idx="5"/>
          </p:nvPr>
        </p:nvSpPr>
        <p:spPr/>
        <p:txBody>
          <a:bodyPr/>
          <a:lstStyle/>
          <a:p>
            <a:fld id="{C0696B5C-12A0-4042-B4D0-BD3B9A4F58C6}" type="slidenum">
              <a:rPr lang="pt-BR" smtClean="0"/>
              <a:pPr/>
              <a:t>10</a:t>
            </a:fld>
            <a:endParaRPr lang="pt-BR"/>
          </a:p>
        </p:txBody>
      </p:sp>
    </p:spTree>
    <p:extLst>
      <p:ext uri="{BB962C8B-B14F-4D97-AF65-F5344CB8AC3E}">
        <p14:creationId xmlns:p14="http://schemas.microsoft.com/office/powerpoint/2010/main" val="35472824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7AB4F-0925-2EBE-C409-CDACBD86C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C24CD-B215-3F7F-8BCD-8922E2A7A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47962C-ED4E-DEEF-6536-10B3DD260B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543718-8AB5-C168-7BE4-C04A63256A22}"/>
              </a:ext>
            </a:extLst>
          </p:cNvPr>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3789895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1661624-B019-6DB1-4819-6521C17B2B53}"/>
            </a:ext>
          </a:extLst>
        </p:cNvPr>
        <p:cNvGrpSpPr/>
        <p:nvPr/>
      </p:nvGrpSpPr>
      <p:grpSpPr>
        <a:xfrm>
          <a:off x="0" y="0"/>
          <a:ext cx="0" cy="0"/>
          <a:chOff x="0" y="0"/>
          <a:chExt cx="0" cy="0"/>
        </a:xfrm>
      </p:grpSpPr>
      <p:sp>
        <p:nvSpPr>
          <p:cNvPr id="141" name="Google Shape;141;g8fcac892a5_0_10:notes">
            <a:extLst>
              <a:ext uri="{FF2B5EF4-FFF2-40B4-BE49-F238E27FC236}">
                <a16:creationId xmlns:a16="http://schemas.microsoft.com/office/drawing/2014/main" id="{0A9F0510-93FB-A03D-BA45-B8AE49CB64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8fcac892a5_0_10:notes">
            <a:extLst>
              <a:ext uri="{FF2B5EF4-FFF2-40B4-BE49-F238E27FC236}">
                <a16:creationId xmlns:a16="http://schemas.microsoft.com/office/drawing/2014/main" id="{727B4089-855F-8811-FAD6-AC22F4BC51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98945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0E0CE29-5976-A4F6-5946-1B5260DA8B60}"/>
            </a:ext>
          </a:extLst>
        </p:cNvPr>
        <p:cNvGrpSpPr/>
        <p:nvPr/>
      </p:nvGrpSpPr>
      <p:grpSpPr>
        <a:xfrm>
          <a:off x="0" y="0"/>
          <a:ext cx="0" cy="0"/>
          <a:chOff x="0" y="0"/>
          <a:chExt cx="0" cy="0"/>
        </a:xfrm>
      </p:grpSpPr>
      <p:sp>
        <p:nvSpPr>
          <p:cNvPr id="141" name="Google Shape;141;g8fcac892a5_0_10:notes">
            <a:extLst>
              <a:ext uri="{FF2B5EF4-FFF2-40B4-BE49-F238E27FC236}">
                <a16:creationId xmlns:a16="http://schemas.microsoft.com/office/drawing/2014/main" id="{E451F6F2-CFC6-B45B-6B66-BC188C42E5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8fcac892a5_0_10:notes">
            <a:extLst>
              <a:ext uri="{FF2B5EF4-FFF2-40B4-BE49-F238E27FC236}">
                <a16:creationId xmlns:a16="http://schemas.microsoft.com/office/drawing/2014/main" id="{DDB02773-0F5B-A2FF-2496-F217D19549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5425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team is fully prepared and equipped to deliver exceptional results, with experts, including Solution Architects ,Tech Leads, Integration experts, ensuring the highest level of expertise and leadership for successful project execution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55372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6107F-AB5A-0B3D-27A0-471E1551B7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964E5F-731E-D065-6800-5EE5341CD4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0717986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p:cSld name="Title and Content">
    <p:bg>
      <p:bgPr>
        <a:solidFill>
          <a:schemeClr val="lt1"/>
        </a:solidFill>
        <a:effectLst/>
      </p:bgPr>
    </p:bg>
    <p:spTree>
      <p:nvGrpSpPr>
        <p:cNvPr id="1" name="Shape 18"/>
        <p:cNvGrpSpPr/>
        <p:nvPr/>
      </p:nvGrpSpPr>
      <p:grpSpPr>
        <a:xfrm>
          <a:off x="0" y="0"/>
          <a:ext cx="0" cy="0"/>
          <a:chOff x="0" y="0"/>
          <a:chExt cx="0" cy="0"/>
        </a:xfrm>
      </p:grpSpPr>
      <p:sp>
        <p:nvSpPr>
          <p:cNvPr id="19" name="Google Shape;19;p16"/>
          <p:cNvSpPr txBox="1">
            <a:spLocks noGrp="1"/>
          </p:cNvSpPr>
          <p:nvPr>
            <p:ph type="title"/>
          </p:nvPr>
        </p:nvSpPr>
        <p:spPr>
          <a:xfrm>
            <a:off x="2279358" y="1668582"/>
            <a:ext cx="7633285" cy="5641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578" b="0" i="0">
                <a:solidFill>
                  <a:srgbClr val="0B152D"/>
                </a:solidFill>
                <a:latin typeface="Barlow Light"/>
                <a:ea typeface="Barlow Light"/>
                <a:cs typeface="Barlow Light"/>
                <a:sym typeface="Barlow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6"/>
          <p:cNvSpPr txBox="1">
            <a:spLocks noGrp="1"/>
          </p:cNvSpPr>
          <p:nvPr>
            <p:ph type="body" idx="1"/>
          </p:nvPr>
        </p:nvSpPr>
        <p:spPr>
          <a:xfrm>
            <a:off x="3491752" y="2100351"/>
            <a:ext cx="5208494" cy="550576"/>
          </a:xfrm>
          <a:prstGeom prst="rect">
            <a:avLst/>
          </a:prstGeom>
          <a:noFill/>
          <a:ln>
            <a:noFill/>
          </a:ln>
        </p:spPr>
        <p:txBody>
          <a:bodyPr spcFirstLastPara="1" wrap="square" lIns="0" tIns="0" rIns="0" bIns="0" anchor="t" anchorCtr="0">
            <a:spAutoFit/>
          </a:bodyPr>
          <a:lstStyle>
            <a:lvl1pPr marL="277246" lvl="0" indent="-138623" algn="l">
              <a:lnSpc>
                <a:spcPct val="100000"/>
              </a:lnSpc>
              <a:spcBef>
                <a:spcPts val="0"/>
              </a:spcBef>
              <a:spcAft>
                <a:spcPts val="0"/>
              </a:spcAft>
              <a:buSzPts val="1400"/>
              <a:buNone/>
              <a:defRPr sz="3578" b="0" i="0">
                <a:solidFill>
                  <a:schemeClr val="lt1"/>
                </a:solidFill>
                <a:latin typeface="Barlow Light"/>
                <a:ea typeface="Barlow Light"/>
                <a:cs typeface="Barlow Light"/>
                <a:sym typeface="Barlow Light"/>
              </a:defRPr>
            </a:lvl1pPr>
            <a:lvl2pPr marL="554492" lvl="1" indent="-138623" algn="l">
              <a:lnSpc>
                <a:spcPct val="100000"/>
              </a:lnSpc>
              <a:spcBef>
                <a:spcPts val="0"/>
              </a:spcBef>
              <a:spcAft>
                <a:spcPts val="0"/>
              </a:spcAft>
              <a:buSzPts val="1400"/>
              <a:buNone/>
              <a:defRPr/>
            </a:lvl2pPr>
            <a:lvl3pPr marL="831738" lvl="2" indent="-138623" algn="l">
              <a:lnSpc>
                <a:spcPct val="100000"/>
              </a:lnSpc>
              <a:spcBef>
                <a:spcPts val="0"/>
              </a:spcBef>
              <a:spcAft>
                <a:spcPts val="0"/>
              </a:spcAft>
              <a:buSzPts val="1400"/>
              <a:buNone/>
              <a:defRPr/>
            </a:lvl3pPr>
            <a:lvl4pPr marL="1108984" lvl="3" indent="-138623" algn="l">
              <a:lnSpc>
                <a:spcPct val="100000"/>
              </a:lnSpc>
              <a:spcBef>
                <a:spcPts val="0"/>
              </a:spcBef>
              <a:spcAft>
                <a:spcPts val="0"/>
              </a:spcAft>
              <a:buSzPts val="1400"/>
              <a:buNone/>
              <a:defRPr/>
            </a:lvl4pPr>
            <a:lvl5pPr marL="1386230" lvl="4" indent="-138623" algn="l">
              <a:lnSpc>
                <a:spcPct val="100000"/>
              </a:lnSpc>
              <a:spcBef>
                <a:spcPts val="0"/>
              </a:spcBef>
              <a:spcAft>
                <a:spcPts val="0"/>
              </a:spcAft>
              <a:buSzPts val="1400"/>
              <a:buNone/>
              <a:defRPr/>
            </a:lvl5pPr>
            <a:lvl6pPr marL="1663476" lvl="5" indent="-138623" algn="l">
              <a:lnSpc>
                <a:spcPct val="100000"/>
              </a:lnSpc>
              <a:spcBef>
                <a:spcPts val="0"/>
              </a:spcBef>
              <a:spcAft>
                <a:spcPts val="0"/>
              </a:spcAft>
              <a:buSzPts val="1400"/>
              <a:buNone/>
              <a:defRPr/>
            </a:lvl6pPr>
            <a:lvl7pPr marL="1940723" lvl="6" indent="-138623" algn="l">
              <a:lnSpc>
                <a:spcPct val="100000"/>
              </a:lnSpc>
              <a:spcBef>
                <a:spcPts val="0"/>
              </a:spcBef>
              <a:spcAft>
                <a:spcPts val="0"/>
              </a:spcAft>
              <a:buSzPts val="1400"/>
              <a:buNone/>
              <a:defRPr/>
            </a:lvl7pPr>
            <a:lvl8pPr marL="2217969" lvl="7" indent="-138623" algn="l">
              <a:lnSpc>
                <a:spcPct val="100000"/>
              </a:lnSpc>
              <a:spcBef>
                <a:spcPts val="0"/>
              </a:spcBef>
              <a:spcAft>
                <a:spcPts val="0"/>
              </a:spcAft>
              <a:buSzPts val="1400"/>
              <a:buNone/>
              <a:defRPr/>
            </a:lvl8pPr>
            <a:lvl9pPr marL="2495215" lvl="8" indent="-138623"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sldNum" idx="12"/>
          </p:nvPr>
        </p:nvSpPr>
        <p:spPr>
          <a:xfrm>
            <a:off x="11800595" y="6468844"/>
            <a:ext cx="192930" cy="363940"/>
          </a:xfrm>
          <a:prstGeom prst="rect">
            <a:avLst/>
          </a:prstGeom>
          <a:noFill/>
          <a:ln>
            <a:noFill/>
          </a:ln>
        </p:spPr>
        <p:txBody>
          <a:bodyPr spcFirstLastPara="1" wrap="square" lIns="0" tIns="0" rIns="0" bIns="0" anchor="t" anchorCtr="0">
            <a:spAutoFit/>
          </a:bodyPr>
          <a:lstStyle>
            <a:lvl1pPr marL="23104" marR="0" lvl="0"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1pPr>
            <a:lvl2pPr marL="23104" marR="0" lvl="1"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2pPr>
            <a:lvl3pPr marL="23104" marR="0" lvl="2"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3pPr>
            <a:lvl4pPr marL="23104" marR="0" lvl="3"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4pPr>
            <a:lvl5pPr marL="23104" marR="0" lvl="4"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5pPr>
            <a:lvl6pPr marL="23104" marR="0" lvl="5"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6pPr>
            <a:lvl7pPr marL="23104" marR="0" lvl="6"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7pPr>
            <a:lvl8pPr marL="23104" marR="0" lvl="7"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8pPr>
            <a:lvl9pPr marL="23104" marR="0" lvl="8"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9pPr>
          </a:lstStyle>
          <a:p>
            <a:fld id="{00000000-1234-1234-1234-123412341234}" type="slidenum">
              <a:rPr lang="en-US" smtClean="0"/>
              <a:pPr/>
              <a:t>‹#›</a:t>
            </a:fld>
            <a:endParaRPr lang="en-US"/>
          </a:p>
        </p:txBody>
      </p:sp>
      <p:sp>
        <p:nvSpPr>
          <p:cNvPr id="2" name="TextBox 1">
            <a:extLst>
              <a:ext uri="{FF2B5EF4-FFF2-40B4-BE49-F238E27FC236}">
                <a16:creationId xmlns:a16="http://schemas.microsoft.com/office/drawing/2014/main" id="{AD5E980A-5DDE-9957-B962-4869D08BC7A5}"/>
              </a:ext>
            </a:extLst>
          </p:cNvPr>
          <p:cNvSpPr txBox="1"/>
          <p:nvPr userDrawn="1"/>
        </p:nvSpPr>
        <p:spPr>
          <a:xfrm>
            <a:off x="630446" y="6468844"/>
            <a:ext cx="1805302" cy="260392"/>
          </a:xfrm>
          <a:prstGeom prst="rect">
            <a:avLst/>
          </a:prstGeom>
          <a:noFill/>
        </p:spPr>
        <p:txBody>
          <a:bodyPr wrap="none" rtlCol="0">
            <a:spAutoFit/>
          </a:bodyPr>
          <a:lstStyle/>
          <a:p>
            <a:r>
              <a:rPr lang="en-IN" sz="1092" b="0" i="0">
                <a:solidFill>
                  <a:srgbClr val="401D93"/>
                </a:solidFill>
                <a:effectLst/>
                <a:latin typeface="Plus Jakarta Sans" pitchFamily="2" charset="0"/>
                <a:cs typeface="Plus Jakarta Sans" pitchFamily="2" charset="0"/>
              </a:rPr>
              <a:t>Sigmasoft Inc. confidential</a:t>
            </a:r>
            <a:endParaRPr lang="en-IN" sz="1092">
              <a:solidFill>
                <a:srgbClr val="401D93"/>
              </a:solidFill>
              <a:latin typeface="Plus Jakarta Sans" pitchFamily="2" charset="0"/>
              <a:cs typeface="Plus Jakarta Sans" pitchFamily="2" charset="0"/>
            </a:endParaRPr>
          </a:p>
        </p:txBody>
      </p:sp>
    </p:spTree>
    <p:extLst>
      <p:ext uri="{BB962C8B-B14F-4D97-AF65-F5344CB8AC3E}">
        <p14:creationId xmlns:p14="http://schemas.microsoft.com/office/powerpoint/2010/main" val="53893545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wo Content">
  <p:cSld name="Two Content">
    <p:bg>
      <p:bgPr>
        <a:solidFill>
          <a:schemeClr val="lt1"/>
        </a:solidFill>
        <a:effectLst/>
      </p:bgPr>
    </p:bg>
    <p:spTree>
      <p:nvGrpSpPr>
        <p:cNvPr id="1" name="Shape 30"/>
        <p:cNvGrpSpPr/>
        <p:nvPr/>
      </p:nvGrpSpPr>
      <p:grpSpPr>
        <a:xfrm>
          <a:off x="0" y="0"/>
          <a:ext cx="0" cy="0"/>
          <a:chOff x="0" y="0"/>
          <a:chExt cx="0" cy="0"/>
        </a:xfrm>
      </p:grpSpPr>
      <p:sp>
        <p:nvSpPr>
          <p:cNvPr id="31" name="Google Shape;31;p18"/>
          <p:cNvSpPr txBox="1">
            <a:spLocks noGrp="1"/>
          </p:cNvSpPr>
          <p:nvPr>
            <p:ph type="title"/>
          </p:nvPr>
        </p:nvSpPr>
        <p:spPr>
          <a:xfrm>
            <a:off x="2279358" y="1668582"/>
            <a:ext cx="7633285" cy="5641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578" b="0" i="0">
                <a:solidFill>
                  <a:srgbClr val="0B152D"/>
                </a:solidFill>
                <a:latin typeface="Barlow Light"/>
                <a:ea typeface="Barlow Light"/>
                <a:cs typeface="Barlow Light"/>
                <a:sym typeface="Barlow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8"/>
          <p:cNvSpPr txBox="1">
            <a:spLocks noGrp="1"/>
          </p:cNvSpPr>
          <p:nvPr>
            <p:ph type="body" idx="1"/>
          </p:nvPr>
        </p:nvSpPr>
        <p:spPr>
          <a:xfrm>
            <a:off x="976548" y="1382851"/>
            <a:ext cx="4822887" cy="242627"/>
          </a:xfrm>
          <a:prstGeom prst="rect">
            <a:avLst/>
          </a:prstGeom>
          <a:noFill/>
          <a:ln>
            <a:noFill/>
          </a:ln>
        </p:spPr>
        <p:txBody>
          <a:bodyPr spcFirstLastPara="1" wrap="square" lIns="0" tIns="0" rIns="0" bIns="0" anchor="t" anchorCtr="0">
            <a:spAutoFit/>
          </a:bodyPr>
          <a:lstStyle>
            <a:lvl1pPr marL="277246" lvl="0" indent="-138623" algn="l">
              <a:lnSpc>
                <a:spcPct val="100000"/>
              </a:lnSpc>
              <a:spcBef>
                <a:spcPts val="0"/>
              </a:spcBef>
              <a:spcAft>
                <a:spcPts val="0"/>
              </a:spcAft>
              <a:buSzPts val="1400"/>
              <a:buNone/>
              <a:defRPr sz="1577" b="0" i="0">
                <a:solidFill>
                  <a:schemeClr val="lt1"/>
                </a:solidFill>
                <a:latin typeface="Barlow"/>
                <a:ea typeface="Barlow"/>
                <a:cs typeface="Barlow"/>
                <a:sym typeface="Barlow"/>
              </a:defRPr>
            </a:lvl1pPr>
            <a:lvl2pPr marL="554492" lvl="1" indent="-138623" algn="l">
              <a:lnSpc>
                <a:spcPct val="100000"/>
              </a:lnSpc>
              <a:spcBef>
                <a:spcPts val="0"/>
              </a:spcBef>
              <a:spcAft>
                <a:spcPts val="0"/>
              </a:spcAft>
              <a:buSzPts val="1400"/>
              <a:buNone/>
              <a:defRPr/>
            </a:lvl2pPr>
            <a:lvl3pPr marL="831738" lvl="2" indent="-138623" algn="l">
              <a:lnSpc>
                <a:spcPct val="100000"/>
              </a:lnSpc>
              <a:spcBef>
                <a:spcPts val="0"/>
              </a:spcBef>
              <a:spcAft>
                <a:spcPts val="0"/>
              </a:spcAft>
              <a:buSzPts val="1400"/>
              <a:buNone/>
              <a:defRPr/>
            </a:lvl3pPr>
            <a:lvl4pPr marL="1108984" lvl="3" indent="-138623" algn="l">
              <a:lnSpc>
                <a:spcPct val="100000"/>
              </a:lnSpc>
              <a:spcBef>
                <a:spcPts val="0"/>
              </a:spcBef>
              <a:spcAft>
                <a:spcPts val="0"/>
              </a:spcAft>
              <a:buSzPts val="1400"/>
              <a:buNone/>
              <a:defRPr/>
            </a:lvl4pPr>
            <a:lvl5pPr marL="1386230" lvl="4" indent="-138623" algn="l">
              <a:lnSpc>
                <a:spcPct val="100000"/>
              </a:lnSpc>
              <a:spcBef>
                <a:spcPts val="0"/>
              </a:spcBef>
              <a:spcAft>
                <a:spcPts val="0"/>
              </a:spcAft>
              <a:buSzPts val="1400"/>
              <a:buNone/>
              <a:defRPr/>
            </a:lvl5pPr>
            <a:lvl6pPr marL="1663476" lvl="5" indent="-138623" algn="l">
              <a:lnSpc>
                <a:spcPct val="100000"/>
              </a:lnSpc>
              <a:spcBef>
                <a:spcPts val="0"/>
              </a:spcBef>
              <a:spcAft>
                <a:spcPts val="0"/>
              </a:spcAft>
              <a:buSzPts val="1400"/>
              <a:buNone/>
              <a:defRPr/>
            </a:lvl6pPr>
            <a:lvl7pPr marL="1940723" lvl="6" indent="-138623" algn="l">
              <a:lnSpc>
                <a:spcPct val="100000"/>
              </a:lnSpc>
              <a:spcBef>
                <a:spcPts val="0"/>
              </a:spcBef>
              <a:spcAft>
                <a:spcPts val="0"/>
              </a:spcAft>
              <a:buSzPts val="1400"/>
              <a:buNone/>
              <a:defRPr/>
            </a:lvl7pPr>
            <a:lvl8pPr marL="2217969" lvl="7" indent="-138623" algn="l">
              <a:lnSpc>
                <a:spcPct val="100000"/>
              </a:lnSpc>
              <a:spcBef>
                <a:spcPts val="0"/>
              </a:spcBef>
              <a:spcAft>
                <a:spcPts val="0"/>
              </a:spcAft>
              <a:buSzPts val="1400"/>
              <a:buNone/>
              <a:defRPr/>
            </a:lvl8pPr>
            <a:lvl9pPr marL="2495215" lvl="8" indent="-138623"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2"/>
          </p:nvPr>
        </p:nvSpPr>
        <p:spPr>
          <a:xfrm>
            <a:off x="6278880" y="1577341"/>
            <a:ext cx="5303520" cy="907941"/>
          </a:xfrm>
          <a:prstGeom prst="rect">
            <a:avLst/>
          </a:prstGeom>
          <a:noFill/>
          <a:ln>
            <a:noFill/>
          </a:ln>
        </p:spPr>
        <p:txBody>
          <a:bodyPr spcFirstLastPara="1" wrap="square" lIns="0" tIns="0" rIns="0" bIns="0" anchor="t" anchorCtr="0">
            <a:spAutoFit/>
          </a:bodyPr>
          <a:lstStyle>
            <a:lvl1pPr marL="277246" lvl="0" indent="-138623" algn="l">
              <a:lnSpc>
                <a:spcPct val="100000"/>
              </a:lnSpc>
              <a:spcBef>
                <a:spcPts val="0"/>
              </a:spcBef>
              <a:spcAft>
                <a:spcPts val="0"/>
              </a:spcAft>
              <a:buSzPts val="1400"/>
              <a:buNone/>
              <a:defRPr/>
            </a:lvl1pPr>
            <a:lvl2pPr marL="554492" lvl="1" indent="-138623" algn="l">
              <a:lnSpc>
                <a:spcPct val="100000"/>
              </a:lnSpc>
              <a:spcBef>
                <a:spcPts val="0"/>
              </a:spcBef>
              <a:spcAft>
                <a:spcPts val="0"/>
              </a:spcAft>
              <a:buSzPts val="1400"/>
              <a:buNone/>
              <a:defRPr/>
            </a:lvl2pPr>
            <a:lvl3pPr marL="831738" lvl="2" indent="-138623" algn="l">
              <a:lnSpc>
                <a:spcPct val="100000"/>
              </a:lnSpc>
              <a:spcBef>
                <a:spcPts val="0"/>
              </a:spcBef>
              <a:spcAft>
                <a:spcPts val="0"/>
              </a:spcAft>
              <a:buSzPts val="1400"/>
              <a:buNone/>
              <a:defRPr/>
            </a:lvl3pPr>
            <a:lvl4pPr marL="1108984" lvl="3" indent="-138623" algn="l">
              <a:lnSpc>
                <a:spcPct val="100000"/>
              </a:lnSpc>
              <a:spcBef>
                <a:spcPts val="0"/>
              </a:spcBef>
              <a:spcAft>
                <a:spcPts val="0"/>
              </a:spcAft>
              <a:buSzPts val="1400"/>
              <a:buNone/>
              <a:defRPr/>
            </a:lvl4pPr>
            <a:lvl5pPr marL="1386230" lvl="4" indent="-138623" algn="l">
              <a:lnSpc>
                <a:spcPct val="100000"/>
              </a:lnSpc>
              <a:spcBef>
                <a:spcPts val="0"/>
              </a:spcBef>
              <a:spcAft>
                <a:spcPts val="0"/>
              </a:spcAft>
              <a:buSzPts val="1400"/>
              <a:buNone/>
              <a:defRPr/>
            </a:lvl5pPr>
            <a:lvl6pPr marL="1663476" lvl="5" indent="-138623" algn="l">
              <a:lnSpc>
                <a:spcPct val="100000"/>
              </a:lnSpc>
              <a:spcBef>
                <a:spcPts val="0"/>
              </a:spcBef>
              <a:spcAft>
                <a:spcPts val="0"/>
              </a:spcAft>
              <a:buSzPts val="1400"/>
              <a:buNone/>
              <a:defRPr/>
            </a:lvl6pPr>
            <a:lvl7pPr marL="1940723" lvl="6" indent="-138623" algn="l">
              <a:lnSpc>
                <a:spcPct val="100000"/>
              </a:lnSpc>
              <a:spcBef>
                <a:spcPts val="0"/>
              </a:spcBef>
              <a:spcAft>
                <a:spcPts val="0"/>
              </a:spcAft>
              <a:buSzPts val="1400"/>
              <a:buNone/>
              <a:defRPr/>
            </a:lvl7pPr>
            <a:lvl8pPr marL="2217969" lvl="7" indent="-138623" algn="l">
              <a:lnSpc>
                <a:spcPct val="100000"/>
              </a:lnSpc>
              <a:spcBef>
                <a:spcPts val="0"/>
              </a:spcBef>
              <a:spcAft>
                <a:spcPts val="0"/>
              </a:spcAft>
              <a:buSzPts val="1400"/>
              <a:buNone/>
              <a:defRPr/>
            </a:lvl8pPr>
            <a:lvl9pPr marL="2495215" lvl="8" indent="-138623"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sldNum" idx="12"/>
          </p:nvPr>
        </p:nvSpPr>
        <p:spPr>
          <a:xfrm>
            <a:off x="11800595" y="6468844"/>
            <a:ext cx="192930" cy="363940"/>
          </a:xfrm>
          <a:prstGeom prst="rect">
            <a:avLst/>
          </a:prstGeom>
          <a:noFill/>
          <a:ln>
            <a:noFill/>
          </a:ln>
        </p:spPr>
        <p:txBody>
          <a:bodyPr spcFirstLastPara="1" wrap="square" lIns="0" tIns="0" rIns="0" bIns="0" anchor="t" anchorCtr="0">
            <a:spAutoFit/>
          </a:bodyPr>
          <a:lstStyle>
            <a:lvl1pPr marL="23104" marR="0" lvl="0"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1pPr>
            <a:lvl2pPr marL="23104" marR="0" lvl="1"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2pPr>
            <a:lvl3pPr marL="23104" marR="0" lvl="2"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3pPr>
            <a:lvl4pPr marL="23104" marR="0" lvl="3"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4pPr>
            <a:lvl5pPr marL="23104" marR="0" lvl="4"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5pPr>
            <a:lvl6pPr marL="23104" marR="0" lvl="5"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6pPr>
            <a:lvl7pPr marL="23104" marR="0" lvl="6"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7pPr>
            <a:lvl8pPr marL="23104" marR="0" lvl="7"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8pPr>
            <a:lvl9pPr marL="23104" marR="0" lvl="8" indent="0" algn="l">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9pPr>
          </a:lstStyle>
          <a:p>
            <a:fld id="{00000000-1234-1234-1234-123412341234}" type="slidenum">
              <a:rPr lang="en-US" smtClean="0"/>
              <a:pPr/>
              <a:t>‹#›</a:t>
            </a:fld>
            <a:endParaRPr lang="en-US"/>
          </a:p>
        </p:txBody>
      </p:sp>
      <p:sp>
        <p:nvSpPr>
          <p:cNvPr id="2" name="TextBox 1">
            <a:extLst>
              <a:ext uri="{FF2B5EF4-FFF2-40B4-BE49-F238E27FC236}">
                <a16:creationId xmlns:a16="http://schemas.microsoft.com/office/drawing/2014/main" id="{D4E04445-6A46-FB93-AABF-F79D6FEF753C}"/>
              </a:ext>
            </a:extLst>
          </p:cNvPr>
          <p:cNvSpPr txBox="1"/>
          <p:nvPr userDrawn="1"/>
        </p:nvSpPr>
        <p:spPr>
          <a:xfrm>
            <a:off x="630446" y="6468844"/>
            <a:ext cx="1805302" cy="260392"/>
          </a:xfrm>
          <a:prstGeom prst="rect">
            <a:avLst/>
          </a:prstGeom>
          <a:noFill/>
        </p:spPr>
        <p:txBody>
          <a:bodyPr wrap="none" rtlCol="0">
            <a:spAutoFit/>
          </a:bodyPr>
          <a:lstStyle/>
          <a:p>
            <a:r>
              <a:rPr lang="en-IN" sz="1092" b="0" i="0">
                <a:solidFill>
                  <a:srgbClr val="401D93"/>
                </a:solidFill>
                <a:effectLst/>
                <a:latin typeface="Plus Jakarta Sans" pitchFamily="2" charset="0"/>
                <a:cs typeface="Plus Jakarta Sans" pitchFamily="2" charset="0"/>
              </a:rPr>
              <a:t>Sigmasoft Inc. confidential</a:t>
            </a:r>
            <a:endParaRPr lang="en-IN" sz="1092">
              <a:solidFill>
                <a:srgbClr val="401D93"/>
              </a:solidFill>
              <a:latin typeface="Plus Jakarta Sans" pitchFamily="2" charset="0"/>
              <a:cs typeface="Plus Jakarta Sans" pitchFamily="2" charset="0"/>
            </a:endParaRPr>
          </a:p>
        </p:txBody>
      </p:sp>
    </p:spTree>
    <p:extLst>
      <p:ext uri="{BB962C8B-B14F-4D97-AF65-F5344CB8AC3E}">
        <p14:creationId xmlns:p14="http://schemas.microsoft.com/office/powerpoint/2010/main" val="342339105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ntent Master">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4" name="Objec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1062180"/>
          </a:xfrm>
          <a:prstGeom prst="rect">
            <a:avLst/>
          </a:prstGeom>
        </p:spPr>
        <p:txBody>
          <a:bodyPr/>
          <a:lstStyle>
            <a:lvl1pPr>
              <a:defRPr sz="2400"/>
            </a:lvl1pPr>
          </a:lstStyle>
          <a:p>
            <a:r>
              <a:rPr lang="en-US" noProof="0"/>
              <a:t>Click to edit Master title style</a:t>
            </a:r>
            <a:endParaRPr lang="en-US"/>
          </a:p>
        </p:txBody>
      </p:sp>
    </p:spTree>
    <p:extLst>
      <p:ext uri="{BB962C8B-B14F-4D97-AF65-F5344CB8AC3E}">
        <p14:creationId xmlns:p14="http://schemas.microsoft.com/office/powerpoint/2010/main" val="355411934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IMAGE AND CONTENTS LAYOUT_0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507953-9EC6-499C-FC4E-E166E8C9FC0F}"/>
              </a:ext>
            </a:extLst>
          </p:cNvPr>
          <p:cNvSpPr/>
          <p:nvPr userDrawn="1"/>
        </p:nvSpPr>
        <p:spPr>
          <a:xfrm>
            <a:off x="0" y="6489700"/>
            <a:ext cx="12192000" cy="368300"/>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62FF81B9-56FB-6F65-2022-9307430E850D}"/>
              </a:ext>
            </a:extLst>
          </p:cNvPr>
          <p:cNvCxnSpPr/>
          <p:nvPr userDrawn="1"/>
        </p:nvCxnSpPr>
        <p:spPr>
          <a:xfrm>
            <a:off x="0" y="6489700"/>
            <a:ext cx="12192000" cy="0"/>
          </a:xfrm>
          <a:prstGeom prst="line">
            <a:avLst/>
          </a:prstGeom>
          <a:ln w="25400">
            <a:solidFill>
              <a:srgbClr val="5410B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719419C-A108-EB46-1DA8-4A96C5CF0A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8" name="TextBox 7">
            <a:extLst>
              <a:ext uri="{FF2B5EF4-FFF2-40B4-BE49-F238E27FC236}">
                <a16:creationId xmlns:a16="http://schemas.microsoft.com/office/drawing/2014/main" id="{8D33BDF6-E95B-A824-2CE8-05503F8910BA}"/>
              </a:ext>
            </a:extLst>
          </p:cNvPr>
          <p:cNvSpPr txBox="1"/>
          <p:nvPr userDrawn="1"/>
        </p:nvSpPr>
        <p:spPr>
          <a:xfrm>
            <a:off x="4908431" y="6554989"/>
            <a:ext cx="1805302" cy="246221"/>
          </a:xfrm>
          <a:prstGeom prst="rect">
            <a:avLst/>
          </a:prstGeom>
          <a:noFill/>
        </p:spPr>
        <p:txBody>
          <a:bodyPr wrap="none" rtlCol="0">
            <a:spAutoFit/>
          </a:bodyPr>
          <a:lstStyle/>
          <a:p>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Sigmasoft – Nvidia Confidential</a:t>
            </a:r>
          </a:p>
        </p:txBody>
      </p:sp>
    </p:spTree>
    <p:extLst>
      <p:ext uri="{BB962C8B-B14F-4D97-AF65-F5344CB8AC3E}">
        <p14:creationId xmlns:p14="http://schemas.microsoft.com/office/powerpoint/2010/main" val="210848070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5336081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9220768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3" name="Titre 2"/>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161593581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45879132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Contents slide layout">
    <p:bg>
      <p:bgPr>
        <a:solidFill>
          <a:schemeClr val="bg1"/>
        </a:solid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a:t>BASIC LAYOUT</a:t>
            </a:r>
          </a:p>
        </p:txBody>
      </p:sp>
      <p:sp>
        <p:nvSpPr>
          <p:cNvPr id="3" name="Rectangle 2">
            <a:extLst>
              <a:ext uri="{FF2B5EF4-FFF2-40B4-BE49-F238E27FC236}">
                <a16:creationId xmlns:a16="http://schemas.microsoft.com/office/drawing/2014/main" id="{CA396A33-F5DC-687B-6B06-B50E7455074B}"/>
              </a:ext>
            </a:extLst>
          </p:cNvPr>
          <p:cNvSpPr/>
          <p:nvPr/>
        </p:nvSpPr>
        <p:spPr>
          <a:xfrm>
            <a:off x="0" y="6489700"/>
            <a:ext cx="12192000" cy="368300"/>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AA1ED26C-FDA3-D1DA-1068-1C47294CC0EF}"/>
              </a:ext>
            </a:extLst>
          </p:cNvPr>
          <p:cNvCxnSpPr/>
          <p:nvPr/>
        </p:nvCxnSpPr>
        <p:spPr>
          <a:xfrm>
            <a:off x="0" y="6489700"/>
            <a:ext cx="12192000" cy="0"/>
          </a:xfrm>
          <a:prstGeom prst="line">
            <a:avLst/>
          </a:prstGeom>
          <a:ln w="25400">
            <a:solidFill>
              <a:srgbClr val="5410BF"/>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32BA5740-BCBB-308C-6A30-2C779FACF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Tree>
    <p:extLst>
      <p:ext uri="{BB962C8B-B14F-4D97-AF65-F5344CB8AC3E}">
        <p14:creationId xmlns:p14="http://schemas.microsoft.com/office/powerpoint/2010/main" val="193656903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 - Content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507953-9EC6-499C-FC4E-E166E8C9FC0F}"/>
              </a:ext>
            </a:extLst>
          </p:cNvPr>
          <p:cNvSpPr/>
          <p:nvPr userDrawn="1"/>
        </p:nvSpPr>
        <p:spPr>
          <a:xfrm>
            <a:off x="1" y="6481092"/>
            <a:ext cx="12192000" cy="376908"/>
          </a:xfrm>
          <a:prstGeom prst="rect">
            <a:avLst/>
          </a:prstGeom>
          <a:gradFill flip="none" rotWithShape="1">
            <a:gsLst>
              <a:gs pos="100000">
                <a:srgbClr val="F75441"/>
              </a:gs>
              <a:gs pos="81000">
                <a:srgbClr val="ED7952"/>
              </a:gs>
              <a:gs pos="6000">
                <a:srgbClr val="5410BF"/>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719419C-A108-EB46-1DA8-4A96C5CF0A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8017" y="6554239"/>
            <a:ext cx="1355351" cy="257517"/>
          </a:xfrm>
          <a:prstGeom prst="rect">
            <a:avLst/>
          </a:prstGeom>
        </p:spPr>
      </p:pic>
      <p:sp>
        <p:nvSpPr>
          <p:cNvPr id="8" name="TextBox 7">
            <a:extLst>
              <a:ext uri="{FF2B5EF4-FFF2-40B4-BE49-F238E27FC236}">
                <a16:creationId xmlns:a16="http://schemas.microsoft.com/office/drawing/2014/main" id="{8D33BDF6-E95B-A824-2CE8-05503F8910BA}"/>
              </a:ext>
            </a:extLst>
          </p:cNvPr>
          <p:cNvSpPr txBox="1"/>
          <p:nvPr userDrawn="1"/>
        </p:nvSpPr>
        <p:spPr>
          <a:xfrm>
            <a:off x="5229251" y="6542131"/>
            <a:ext cx="1904689" cy="246221"/>
          </a:xfrm>
          <a:prstGeom prst="rect">
            <a:avLst/>
          </a:prstGeom>
          <a:noFill/>
        </p:spPr>
        <p:txBody>
          <a:bodyPr wrap="none" rtlCol="0">
            <a:spAutoFit/>
          </a:bodyPr>
          <a:lstStyle/>
          <a:p>
            <a:r>
              <a:rPr lang="en-US" sz="1000">
                <a:solidFill>
                  <a:schemeClr val="bg1"/>
                </a:solidFill>
                <a:latin typeface="Calibri" panose="020F0502020204030204" pitchFamily="34" charset="0"/>
                <a:ea typeface="Calibri" panose="020F0502020204030204" pitchFamily="34" charset="0"/>
                <a:cs typeface="Calibri" panose="020F0502020204030204" pitchFamily="34" charset="0"/>
              </a:rPr>
              <a:t>Sigmasoft – Anaplan Confidential</a:t>
            </a:r>
          </a:p>
        </p:txBody>
      </p:sp>
      <p:sp>
        <p:nvSpPr>
          <p:cNvPr id="11" name="Text Placeholder 10">
            <a:extLst>
              <a:ext uri="{FF2B5EF4-FFF2-40B4-BE49-F238E27FC236}">
                <a16:creationId xmlns:a16="http://schemas.microsoft.com/office/drawing/2014/main" id="{0E2B3335-7443-2E83-73AC-218D66A2FC51}"/>
              </a:ext>
            </a:extLst>
          </p:cNvPr>
          <p:cNvSpPr>
            <a:spLocks noGrp="1"/>
          </p:cNvSpPr>
          <p:nvPr>
            <p:ph type="body" sz="quarter" idx="10" hasCustomPrompt="1"/>
          </p:nvPr>
        </p:nvSpPr>
        <p:spPr>
          <a:xfrm>
            <a:off x="274320" y="139545"/>
            <a:ext cx="5486400" cy="430887"/>
          </a:xfrm>
          <a:prstGeom prst="rect">
            <a:avLst/>
          </a:prstGeom>
          <a:ln>
            <a:noFill/>
          </a:ln>
        </p:spPr>
        <p:txBody>
          <a:bodyPr lIns="0" tIns="0" rIns="0" bIns="0"/>
          <a:lstStyle>
            <a:lvl1pPr>
              <a:defRPr lang="en-US" sz="2800" b="1" kern="1200" dirty="0">
                <a:solidFill>
                  <a:srgbClr val="5410BF"/>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Enter Header Here…</a:t>
            </a:r>
          </a:p>
        </p:txBody>
      </p:sp>
      <p:sp>
        <p:nvSpPr>
          <p:cNvPr id="12" name="Text Placeholder 10">
            <a:extLst>
              <a:ext uri="{FF2B5EF4-FFF2-40B4-BE49-F238E27FC236}">
                <a16:creationId xmlns:a16="http://schemas.microsoft.com/office/drawing/2014/main" id="{130F1842-E6E8-1CFE-7B01-07E62A7C1381}"/>
              </a:ext>
            </a:extLst>
          </p:cNvPr>
          <p:cNvSpPr>
            <a:spLocks noGrp="1"/>
          </p:cNvSpPr>
          <p:nvPr>
            <p:ph type="body" sz="quarter" idx="11" hasCustomPrompt="1"/>
          </p:nvPr>
        </p:nvSpPr>
        <p:spPr>
          <a:xfrm>
            <a:off x="274321" y="640080"/>
            <a:ext cx="5029200" cy="211574"/>
          </a:xfrm>
          <a:prstGeom prst="rect">
            <a:avLst/>
          </a:prstGeom>
          <a:ln>
            <a:noFill/>
          </a:ln>
        </p:spPr>
        <p:txBody>
          <a:bodyPr lIns="0" tIns="0" rIns="0" bIns="0"/>
          <a:lstStyle>
            <a:lvl1pPr>
              <a:defRPr lang="en-US" sz="12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a:t>Enter Punch Line Here…</a:t>
            </a:r>
          </a:p>
        </p:txBody>
      </p:sp>
    </p:spTree>
    <p:extLst>
      <p:ext uri="{BB962C8B-B14F-4D97-AF65-F5344CB8AC3E}">
        <p14:creationId xmlns:p14="http://schemas.microsoft.com/office/powerpoint/2010/main" val="83118963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502A-5D20-0102-7FF3-F792F0153D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44CAAD-2079-E7AC-A2D1-E76A06BCD4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2E1E32-C8F6-5B7E-FD1B-34E6E281467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253DA76-44ED-042D-3893-73E2CE5B26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809A99-08D0-0751-9DC9-257410E0A453}"/>
              </a:ext>
            </a:extLst>
          </p:cNvPr>
          <p:cNvSpPr>
            <a:spLocks noGrp="1"/>
          </p:cNvSpPr>
          <p:nvPr>
            <p:ph type="sldNum" sz="quarter" idx="12"/>
          </p:nvPr>
        </p:nvSpPr>
        <p:spPr/>
        <p:txBody>
          <a:bodyPr/>
          <a:lstStyle/>
          <a:p>
            <a:fld id="{5DE4C5F9-7D76-4DA9-BE73-10EF8C0550A2}" type="slidenum">
              <a:rPr lang="en-IN" smtClean="0"/>
              <a:t>‹#›</a:t>
            </a:fld>
            <a:endParaRPr lang="en-IN"/>
          </a:p>
        </p:txBody>
      </p:sp>
    </p:spTree>
    <p:extLst>
      <p:ext uri="{BB962C8B-B14F-4D97-AF65-F5344CB8AC3E}">
        <p14:creationId xmlns:p14="http://schemas.microsoft.com/office/powerpoint/2010/main" val="361740017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2C5D7-D138-3606-789E-371350E222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4398262-154B-35F6-8022-5C9C464B28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7E39C8-834F-9B6C-3A88-3787DF9A413D}"/>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5" name="Footer Placeholder 4">
            <a:extLst>
              <a:ext uri="{FF2B5EF4-FFF2-40B4-BE49-F238E27FC236}">
                <a16:creationId xmlns:a16="http://schemas.microsoft.com/office/drawing/2014/main" id="{7B18FA2B-48EE-DDD7-440F-4A9E0F711D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473DDA-6DEE-9FD5-29F8-E9C1253FDE95}"/>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83104481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A88C0-22C7-5826-874C-3499DA85C9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59BB9A-EF4C-EB33-4236-91229639C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005251-9140-04AC-30E7-B6121FCA9140}"/>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5" name="Footer Placeholder 4">
            <a:extLst>
              <a:ext uri="{FF2B5EF4-FFF2-40B4-BE49-F238E27FC236}">
                <a16:creationId xmlns:a16="http://schemas.microsoft.com/office/drawing/2014/main" id="{CCDE5180-AE42-DA88-607F-8FEA5F7AF0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382534-CF65-942D-1D39-14628AC3FEC7}"/>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49775012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9371B-BD07-EA9D-C379-26BCEFDE28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D8B7A4-E48A-DF55-5A17-B111E2E09E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D1FF18-16CF-B54A-4C8E-D138E9298FA4}"/>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5" name="Footer Placeholder 4">
            <a:extLst>
              <a:ext uri="{FF2B5EF4-FFF2-40B4-BE49-F238E27FC236}">
                <a16:creationId xmlns:a16="http://schemas.microsoft.com/office/drawing/2014/main" id="{A6EFFE76-084C-377B-5545-63E12B5C23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85BA63-0DF7-81FA-A570-7A7D1EDEE476}"/>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100786700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DE895-0454-E430-C4F3-74A33FA6FD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6E3ACF-5D70-E0C7-4625-FDD2514EBD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57C7C1-E21C-670A-5CB0-485D08D978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674A32C-A7E8-F098-DEE4-7A527233BEA2}"/>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6" name="Footer Placeholder 5">
            <a:extLst>
              <a:ext uri="{FF2B5EF4-FFF2-40B4-BE49-F238E27FC236}">
                <a16:creationId xmlns:a16="http://schemas.microsoft.com/office/drawing/2014/main" id="{2F0D85C4-B17F-D6E4-223D-83FA18A0F9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CF8E9D-9EB5-96A0-7409-5F3BDFDBC1B0}"/>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70198466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9F52-DA16-9771-D1C6-53E0EF23A37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7B6E6C-CBA0-F9EA-8D2D-656E9FA530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026027-3B0F-2854-3FA9-D1DD250DE0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13AA01-A6DE-3ADF-5EF7-8FDD9DFD3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C01B23-6808-1773-C788-AD75533F12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788EB6-BFD9-1691-27B3-4D79F8868D17}"/>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8" name="Footer Placeholder 7">
            <a:extLst>
              <a:ext uri="{FF2B5EF4-FFF2-40B4-BE49-F238E27FC236}">
                <a16:creationId xmlns:a16="http://schemas.microsoft.com/office/drawing/2014/main" id="{48742FF1-4DD6-CC31-94E8-FE337B80CA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7995B3C-6212-5EE8-BE32-C2CBDD9813FD}"/>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360368077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D3C24-51B6-67EE-5E52-0EA893E747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D84867-AAC8-A477-E139-8F6B3DFFBE12}"/>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4" name="Footer Placeholder 3">
            <a:extLst>
              <a:ext uri="{FF2B5EF4-FFF2-40B4-BE49-F238E27FC236}">
                <a16:creationId xmlns:a16="http://schemas.microsoft.com/office/drawing/2014/main" id="{D01F704D-3C00-E5CE-C198-6F38FD5A09E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1520CC-E2FD-D6AA-9B3F-A2C651F9A8F6}"/>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37282278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F3FE40-E38E-EF77-83D7-34760F5307E7}"/>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3" name="Footer Placeholder 2">
            <a:extLst>
              <a:ext uri="{FF2B5EF4-FFF2-40B4-BE49-F238E27FC236}">
                <a16:creationId xmlns:a16="http://schemas.microsoft.com/office/drawing/2014/main" id="{FF7AD56F-C413-1950-91AC-186FFDAFAED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E0D13ED-98AF-4057-F4DD-A5AE3174DE62}"/>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325143698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54D57-96BC-2CCA-EFC4-C0F5D49E55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E92761-E53F-6DC9-0EA6-33E7CD646E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B2E101-0EC3-7517-8CA2-66DDE8C08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9F8D09-6903-1A91-0D05-613AE6F88BF9}"/>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6" name="Footer Placeholder 5">
            <a:extLst>
              <a:ext uri="{FF2B5EF4-FFF2-40B4-BE49-F238E27FC236}">
                <a16:creationId xmlns:a16="http://schemas.microsoft.com/office/drawing/2014/main" id="{B7F26B97-9E25-4942-4F26-E2B346041D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728AD3-6F75-8D0E-AF60-6BD2A535DAD4}"/>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205439017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A7C11-7B93-77A0-CAF4-0ECBE901B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A74D061-B0A4-3EA0-3E97-94AD57646D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87827D-AD79-2E6E-9628-CCB20C070D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08E502-670C-B279-AA62-845F3FC1CD4B}"/>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6" name="Footer Placeholder 5">
            <a:extLst>
              <a:ext uri="{FF2B5EF4-FFF2-40B4-BE49-F238E27FC236}">
                <a16:creationId xmlns:a16="http://schemas.microsoft.com/office/drawing/2014/main" id="{E94949BB-DBAF-E11D-0D62-4E94F0A522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49DE35-7F48-C377-5228-97602615FF56}"/>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11591353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0C2C4-81F9-6927-F6FC-D364B69D6C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E43B88-52DB-2508-EB38-69CFA6BC6C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D8D346-A467-4D3F-B626-92B5B7BE77B0}"/>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5" name="Footer Placeholder 4">
            <a:extLst>
              <a:ext uri="{FF2B5EF4-FFF2-40B4-BE49-F238E27FC236}">
                <a16:creationId xmlns:a16="http://schemas.microsoft.com/office/drawing/2014/main" id="{2A56C148-A1C5-324D-D7C7-183FE1D4EC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E52BF-6E2C-9DAE-0416-551E49CE2A08}"/>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112168878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BAACDF-59BD-C10B-8476-DB27DCC483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9C07F5-ED2A-DBC7-290C-F0195ADF61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196AE8-3006-49BD-FA13-E6A537A8601A}"/>
              </a:ext>
            </a:extLst>
          </p:cNvPr>
          <p:cNvSpPr>
            <a:spLocks noGrp="1"/>
          </p:cNvSpPr>
          <p:nvPr>
            <p:ph type="dt" sz="half" idx="10"/>
          </p:nvPr>
        </p:nvSpPr>
        <p:spPr/>
        <p:txBody>
          <a:bodyPr/>
          <a:lstStyle/>
          <a:p>
            <a:fld id="{F15606B2-3979-4BCB-BF95-C4C40CD2BD79}" type="datetimeFigureOut">
              <a:rPr lang="en-IN" smtClean="0"/>
              <a:t>22-10-2025</a:t>
            </a:fld>
            <a:endParaRPr lang="en-IN"/>
          </a:p>
        </p:txBody>
      </p:sp>
      <p:sp>
        <p:nvSpPr>
          <p:cNvPr id="5" name="Footer Placeholder 4">
            <a:extLst>
              <a:ext uri="{FF2B5EF4-FFF2-40B4-BE49-F238E27FC236}">
                <a16:creationId xmlns:a16="http://schemas.microsoft.com/office/drawing/2014/main" id="{3F7A1425-5627-FD58-F093-49E8CCC687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BE034E-2B17-ED67-21E0-9F34BB3B1DE7}"/>
              </a:ext>
            </a:extLst>
          </p:cNvPr>
          <p:cNvSpPr>
            <a:spLocks noGrp="1"/>
          </p:cNvSpPr>
          <p:nvPr>
            <p:ph type="sldNum" sz="quarter" idx="12"/>
          </p:nvPr>
        </p:nvSpPr>
        <p:spPr/>
        <p:txBody>
          <a:bodyPr/>
          <a:lstStyle/>
          <a:p>
            <a:fld id="{800C9D99-CE3A-4077-8F68-D5714E7893CE}" type="slidenum">
              <a:rPr lang="en-IN" smtClean="0"/>
              <a:t>‹#›</a:t>
            </a:fld>
            <a:endParaRPr lang="en-IN"/>
          </a:p>
        </p:txBody>
      </p:sp>
    </p:spTree>
    <p:extLst>
      <p:ext uri="{BB962C8B-B14F-4D97-AF65-F5344CB8AC3E}">
        <p14:creationId xmlns:p14="http://schemas.microsoft.com/office/powerpoint/2010/main" val="395851349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Sigmasoft 2022. All rights reserved. </a:t>
            </a:r>
            <a:r>
              <a:rPr lang="en-US">
                <a:solidFill>
                  <a:schemeClr val="accent2"/>
                </a:solidFill>
              </a:rPr>
              <a:t>|</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550200" y="0"/>
            <a:ext cx="11091600" cy="1104900"/>
          </a:xfrm>
          <a:prstGeom prst="rect">
            <a:avLst/>
          </a:prstGeom>
        </p:spPr>
        <p:txBody>
          <a:bodyPr vert="horz" lIns="0" tIns="21600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sp>
        <p:nvSpPr>
          <p:cNvPr id="32" name="Rectangle 31">
            <a:extLst>
              <a:ext uri="{FF2B5EF4-FFF2-40B4-BE49-F238E27FC236}">
                <a16:creationId xmlns:a16="http://schemas.microsoft.com/office/drawing/2014/main" id="{F64704BB-962E-4964-B0D8-CD578F687203}"/>
              </a:ext>
            </a:extLst>
          </p:cNvPr>
          <p:cNvSpPr/>
          <p:nvPr/>
        </p:nvSpPr>
        <p:spPr>
          <a:xfrm>
            <a:off x="-460118" y="14517"/>
            <a:ext cx="327273"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5" name="Rectangle 34">
            <a:extLst>
              <a:ext uri="{FF2B5EF4-FFF2-40B4-BE49-F238E27FC236}">
                <a16:creationId xmlns:a16="http://schemas.microsoft.com/office/drawing/2014/main" id="{AD735DCA-C592-482D-BD4A-B3C7D355C399}"/>
              </a:ext>
            </a:extLst>
          </p:cNvPr>
          <p:cNvSpPr/>
          <p:nvPr/>
        </p:nvSpPr>
        <p:spPr>
          <a:xfrm>
            <a:off x="-460118" y="372450"/>
            <a:ext cx="327273"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6" name="Rectangle 35">
            <a:extLst>
              <a:ext uri="{FF2B5EF4-FFF2-40B4-BE49-F238E27FC236}">
                <a16:creationId xmlns:a16="http://schemas.microsoft.com/office/drawing/2014/main" id="{1891A13C-025B-4DBD-9298-45A58DD0087E}"/>
              </a:ext>
            </a:extLst>
          </p:cNvPr>
          <p:cNvSpPr/>
          <p:nvPr/>
        </p:nvSpPr>
        <p:spPr>
          <a:xfrm>
            <a:off x="-460118" y="1441416"/>
            <a:ext cx="327273"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7" name="Rectangle 36">
            <a:extLst>
              <a:ext uri="{FF2B5EF4-FFF2-40B4-BE49-F238E27FC236}">
                <a16:creationId xmlns:a16="http://schemas.microsoft.com/office/drawing/2014/main" id="{1347F9D0-2CAB-4DE9-95B6-F63C374FE6A3}"/>
              </a:ext>
            </a:extLst>
          </p:cNvPr>
          <p:cNvSpPr/>
          <p:nvPr/>
        </p:nvSpPr>
        <p:spPr>
          <a:xfrm>
            <a:off x="-460118" y="1084800"/>
            <a:ext cx="327273"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8" name="Rectangle 37">
            <a:extLst>
              <a:ext uri="{FF2B5EF4-FFF2-40B4-BE49-F238E27FC236}">
                <a16:creationId xmlns:a16="http://schemas.microsoft.com/office/drawing/2014/main" id="{A13B74E6-3984-473E-ABC0-83DA65DAB9D9}"/>
              </a:ext>
            </a:extLst>
          </p:cNvPr>
          <p:cNvSpPr/>
          <p:nvPr/>
        </p:nvSpPr>
        <p:spPr>
          <a:xfrm>
            <a:off x="-456888" y="728184"/>
            <a:ext cx="324196" cy="35661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3DFA52A-5C9D-32BC-BB1D-3C7A950929A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56966" y="6482882"/>
            <a:ext cx="2125517" cy="290889"/>
          </a:xfrm>
          <a:prstGeom prst="rect">
            <a:avLst/>
          </a:prstGeom>
        </p:spPr>
      </p:pic>
    </p:spTree>
    <p:extLst>
      <p:ext uri="{BB962C8B-B14F-4D97-AF65-F5344CB8AC3E}">
        <p14:creationId xmlns:p14="http://schemas.microsoft.com/office/powerpoint/2010/main" val="3831963365"/>
      </p:ext>
    </p:extLst>
  </p:cSld>
  <p:clrMap bg1="lt1" tx1="dk1" bg2="lt2" tx2="dk2" accent1="accent1" accent2="accent2" accent3="accent3" accent4="accent4" accent5="accent5" accent6="accent6" hlink="hlink" folHlink="folHlink"/>
  <p:sldLayoutIdLst>
    <p:sldLayoutId id="2147483956" r:id="rId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marL="0" marR="0" indent="0" algn="l" defTabSz="914400" rtl="0" eaLnBrk="1" fontAlgn="auto" latinLnBrk="0" hangingPunct="1">
        <a:lnSpc>
          <a:spcPct val="100000"/>
        </a:lnSpc>
        <a:spcBef>
          <a:spcPct val="0"/>
        </a:spcBef>
        <a:spcAft>
          <a:spcPts val="0"/>
        </a:spcAft>
        <a:buClrTx/>
        <a:buSzTx/>
        <a:buFontTx/>
        <a:buNone/>
        <a:tabLst/>
        <a:defRPr kumimoji="0" lang="en-US" sz="3000" b="0" i="0" u="none" strike="noStrike" kern="1200" cap="none" spc="200" normalizeH="0" baseline="0" noProof="0" dirty="0">
          <a:ln>
            <a:noFill/>
          </a:ln>
          <a:solidFill>
            <a:schemeClr val="tx2"/>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100000"/>
        </a:lnSpc>
        <a:spcBef>
          <a:spcPts val="6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100000"/>
        </a:lnSpc>
        <a:spcBef>
          <a:spcPts val="6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100000"/>
        </a:lnSpc>
        <a:spcBef>
          <a:spcPts val="6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7" name="Google Shape;7;p14"/>
          <p:cNvSpPr txBox="1">
            <a:spLocks noGrp="1"/>
          </p:cNvSpPr>
          <p:nvPr>
            <p:ph type="title"/>
          </p:nvPr>
        </p:nvSpPr>
        <p:spPr>
          <a:xfrm>
            <a:off x="2279358" y="1668582"/>
            <a:ext cx="7633285" cy="907941"/>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5900" b="0" i="0" u="none" strike="noStrike" cap="none">
                <a:solidFill>
                  <a:srgbClr val="0B152D"/>
                </a:solidFill>
                <a:latin typeface="Barlow Light"/>
                <a:ea typeface="Barlow Light"/>
                <a:cs typeface="Barlow Light"/>
                <a:sym typeface="Barlow Ligh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4"/>
          <p:cNvSpPr txBox="1">
            <a:spLocks noGrp="1"/>
          </p:cNvSpPr>
          <p:nvPr>
            <p:ph type="body" idx="1"/>
          </p:nvPr>
        </p:nvSpPr>
        <p:spPr>
          <a:xfrm>
            <a:off x="3491752" y="2100351"/>
            <a:ext cx="5208494" cy="907941"/>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5900" b="0" i="0" u="none" strike="noStrike" cap="none">
                <a:solidFill>
                  <a:schemeClr val="lt1"/>
                </a:solidFill>
                <a:latin typeface="Barlow Light"/>
                <a:ea typeface="Barlow Light"/>
                <a:cs typeface="Barlow Light"/>
                <a:sym typeface="Barlow Light"/>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14"/>
          <p:cNvSpPr txBox="1">
            <a:spLocks noGrp="1"/>
          </p:cNvSpPr>
          <p:nvPr>
            <p:ph type="sldNum" idx="12"/>
          </p:nvPr>
        </p:nvSpPr>
        <p:spPr>
          <a:xfrm>
            <a:off x="11800595" y="6468844"/>
            <a:ext cx="192930" cy="363818"/>
          </a:xfrm>
          <a:prstGeom prst="rect">
            <a:avLst/>
          </a:prstGeom>
          <a:noFill/>
          <a:ln>
            <a:noFill/>
          </a:ln>
        </p:spPr>
        <p:txBody>
          <a:bodyPr spcFirstLastPara="1" wrap="square" lIns="0" tIns="0" rIns="0" bIns="0" anchor="t" anchorCtr="0">
            <a:spAutoFit/>
          </a:bodyPr>
          <a:lstStyle>
            <a:lvl1pPr marL="23104" marR="0" lvl="0" indent="0" algn="l" rtl="0">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1pPr>
            <a:lvl2pPr marL="23104" marR="0" lvl="1" indent="0" algn="l" rtl="0">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2pPr>
            <a:lvl3pPr marL="23104" marR="0" lvl="2" indent="0" algn="l" rtl="0">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3pPr>
            <a:lvl4pPr marL="23104" marR="0" lvl="3" indent="0" algn="l" rtl="0">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4pPr>
            <a:lvl5pPr marL="23104" marR="0" lvl="4" indent="0" algn="l" rtl="0">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5pPr>
            <a:lvl6pPr marL="23104" marR="0" lvl="5" indent="0" algn="l" rtl="0">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6pPr>
            <a:lvl7pPr marL="23104" marR="0" lvl="6" indent="0" algn="l" rtl="0">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7pPr>
            <a:lvl8pPr marL="23104" marR="0" lvl="7" indent="0" algn="l" rtl="0">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8pPr>
            <a:lvl9pPr marL="23104" marR="0" lvl="8" indent="0" algn="l" rtl="0">
              <a:lnSpc>
                <a:spcPct val="100000"/>
              </a:lnSpc>
              <a:spcBef>
                <a:spcPts val="0"/>
              </a:spcBef>
              <a:spcAft>
                <a:spcPts val="0"/>
              </a:spcAft>
              <a:buClr>
                <a:srgbClr val="000000"/>
              </a:buClr>
              <a:buSzPts val="1950"/>
              <a:buFont typeface="Arial"/>
              <a:buNone/>
              <a:defRPr sz="1182" b="0" i="0" u="none" strike="noStrike" cap="none">
                <a:solidFill>
                  <a:srgbClr val="75818B"/>
                </a:solidFill>
                <a:latin typeface="Barlow Light"/>
                <a:ea typeface="Barlow Light"/>
                <a:cs typeface="Barlow Light"/>
                <a:sym typeface="Barlow Light"/>
              </a:defRPr>
            </a:lvl9pPr>
          </a:lstStyle>
          <a:p>
            <a:fld id="{00000000-1234-1234-1234-123412341234}" type="slidenum">
              <a:rPr lang="en-US" smtClean="0"/>
              <a:pPr/>
              <a:t>‹#›</a:t>
            </a:fld>
            <a:endParaRPr lang="en-US" sz="849">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ACF8A894-FE2E-2F1C-0678-4AEFA77C0B8C}"/>
              </a:ext>
            </a:extLst>
          </p:cNvPr>
          <p:cNvSpPr txBox="1"/>
          <p:nvPr userDrawn="1"/>
        </p:nvSpPr>
        <p:spPr>
          <a:xfrm>
            <a:off x="630446" y="6468844"/>
            <a:ext cx="1805302" cy="260392"/>
          </a:xfrm>
          <a:prstGeom prst="rect">
            <a:avLst/>
          </a:prstGeom>
          <a:noFill/>
        </p:spPr>
        <p:txBody>
          <a:bodyPr wrap="none" rtlCol="0">
            <a:spAutoFit/>
          </a:bodyPr>
          <a:lstStyle/>
          <a:p>
            <a:r>
              <a:rPr lang="en-IN" sz="1092" b="0" i="0">
                <a:solidFill>
                  <a:srgbClr val="401D93"/>
                </a:solidFill>
                <a:effectLst/>
                <a:latin typeface="Plus Jakarta Sans" pitchFamily="2" charset="0"/>
                <a:cs typeface="Plus Jakarta Sans" pitchFamily="2" charset="0"/>
              </a:rPr>
              <a:t>Sigmasoft Inc. confidential</a:t>
            </a:r>
            <a:endParaRPr lang="en-IN" sz="1092">
              <a:solidFill>
                <a:srgbClr val="401D93"/>
              </a:solidFill>
              <a:latin typeface="Plus Jakarta Sans" pitchFamily="2" charset="0"/>
              <a:cs typeface="Plus Jakarta Sans" pitchFamily="2" charset="0"/>
            </a:endParaRPr>
          </a:p>
        </p:txBody>
      </p:sp>
    </p:spTree>
    <p:extLst>
      <p:ext uri="{BB962C8B-B14F-4D97-AF65-F5344CB8AC3E}">
        <p14:creationId xmlns:p14="http://schemas.microsoft.com/office/powerpoint/2010/main" val="414201733"/>
      </p:ext>
    </p:extLst>
  </p:cSld>
  <p:clrMap bg1="lt1" tx1="dk1" bg2="dk2" tx2="lt2" accent1="accent1" accent2="accent2" accent3="accent3" accent4="accent4" accent5="accent5" accent6="accent6" hlink="hlink" folHlink="folHlink"/>
  <p:sldLayoutIdLst>
    <p:sldLayoutId id="2147483954" r:id="rId1"/>
    <p:sldLayoutId id="2147483955" r:id="rId2"/>
    <p:sldLayoutId id="2147483957" r:id="rId3"/>
    <p:sldLayoutId id="2147483960" r:id="rId4"/>
    <p:sldLayoutId id="2147483970" r:id="rId5"/>
    <p:sldLayoutId id="2147483980" r:id="rId6"/>
    <p:sldLayoutId id="2147483981" r:id="rId7"/>
    <p:sldLayoutId id="2147483982" r:id="rId8"/>
    <p:sldLayoutId id="2147483984" r:id="rId9"/>
    <p:sldLayoutId id="2147483997" r:id="rId10"/>
    <p:sldLayoutId id="2147483998" r:id="rId11"/>
  </p:sldLayoutIdLst>
  <mc:AlternateContent xmlns:mc="http://schemas.openxmlformats.org/markup-compatibility/2006">
    <mc:Choice xmlns:p14="http://schemas.microsoft.com/office/powerpoint/2010/main" Requires="p14">
      <p:transition p14:dur="10"/>
    </mc:Choice>
    <mc:Fallback>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88118D-F464-CA28-8C18-DD510C5EE7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5C82E1-DADD-B128-ACF6-2072A7FF14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9BC5FF-7841-ADEA-FF63-8240CDAB63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5606B2-3979-4BCB-BF95-C4C40CD2BD79}" type="datetimeFigureOut">
              <a:rPr lang="en-IN" smtClean="0"/>
              <a:t>22-10-2025</a:t>
            </a:fld>
            <a:endParaRPr lang="en-IN"/>
          </a:p>
        </p:txBody>
      </p:sp>
      <p:sp>
        <p:nvSpPr>
          <p:cNvPr id="5" name="Footer Placeholder 4">
            <a:extLst>
              <a:ext uri="{FF2B5EF4-FFF2-40B4-BE49-F238E27FC236}">
                <a16:creationId xmlns:a16="http://schemas.microsoft.com/office/drawing/2014/main" id="{7B89080D-CA37-F1E5-86AA-DE4739F2A2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1B4712E-FC09-C217-2213-6F47952B1A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0C9D99-CE3A-4077-8F68-D5714E7893CE}" type="slidenum">
              <a:rPr lang="en-IN" smtClean="0"/>
              <a:t>‹#›</a:t>
            </a:fld>
            <a:endParaRPr lang="en-IN"/>
          </a:p>
        </p:txBody>
      </p:sp>
    </p:spTree>
    <p:extLst>
      <p:ext uri="{BB962C8B-B14F-4D97-AF65-F5344CB8AC3E}">
        <p14:creationId xmlns:p14="http://schemas.microsoft.com/office/powerpoint/2010/main" val="3734713013"/>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4.png"/><Relationship Id="rId7" Type="http://schemas.openxmlformats.org/officeDocument/2006/relationships/diagramLayout" Target="../diagrams/layout2.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Data" Target="../diagrams/data2.xml"/><Relationship Id="rId5" Type="http://schemas.openxmlformats.org/officeDocument/2006/relationships/image" Target="../media/image7.png"/><Relationship Id="rId10" Type="http://schemas.microsoft.com/office/2007/relationships/diagramDrawing" Target="../diagrams/drawing2.xml"/><Relationship Id="rId4" Type="http://schemas.openxmlformats.org/officeDocument/2006/relationships/image" Target="../media/image6.png"/><Relationship Id="rId9" Type="http://schemas.openxmlformats.org/officeDocument/2006/relationships/diagramColors" Target="../diagrams/colors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18" Type="http://schemas.openxmlformats.org/officeDocument/2006/relationships/image" Target="../media/image24.sv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svg"/><Relationship Id="rId17" Type="http://schemas.openxmlformats.org/officeDocument/2006/relationships/image" Target="../media/image23.png"/><Relationship Id="rId2" Type="http://schemas.openxmlformats.org/officeDocument/2006/relationships/notesSlide" Target="../notesSlides/notesSlide9.xml"/><Relationship Id="rId16" Type="http://schemas.openxmlformats.org/officeDocument/2006/relationships/image" Target="../media/image22.svg"/><Relationship Id="rId20" Type="http://schemas.openxmlformats.org/officeDocument/2006/relationships/image" Target="../media/image26.svg"/><Relationship Id="rId1" Type="http://schemas.openxmlformats.org/officeDocument/2006/relationships/slideLayout" Target="../slideLayouts/slideLayout5.xml"/><Relationship Id="rId6" Type="http://schemas.openxmlformats.org/officeDocument/2006/relationships/image" Target="../media/image12.svg"/><Relationship Id="rId11" Type="http://schemas.openxmlformats.org/officeDocument/2006/relationships/image" Target="../media/image17.png"/><Relationship Id="rId24" Type="http://schemas.openxmlformats.org/officeDocument/2006/relationships/image" Target="../media/image30.sv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svg"/><Relationship Id="rId19"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 Id="rId22" Type="http://schemas.openxmlformats.org/officeDocument/2006/relationships/image" Target="../media/image28.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hyperlink" Target="https://ssitinc-my.sharepoint.com/:x:/r/personal/vengat_rajan_sigmasoft_ai/Documents/Nvidia%20Atrifacts/Open_Questions_NvidiaTableauCloud_Migration_8_11.xlsx?d=w870b79bf40994954b89659a18fcf6247&amp;csf=1&amp;web=1&amp;e=uNs5s7" TargetMode="Externa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svg"/><Relationship Id="rId3" Type="http://schemas.openxmlformats.org/officeDocument/2006/relationships/image" Target="../media/image4.png"/><Relationship Id="rId21" Type="http://schemas.openxmlformats.org/officeDocument/2006/relationships/image" Target="../media/image53.svg"/><Relationship Id="rId7" Type="http://schemas.openxmlformats.org/officeDocument/2006/relationships/image" Target="../media/image39.png"/><Relationship Id="rId12" Type="http://schemas.openxmlformats.org/officeDocument/2006/relationships/image" Target="../media/image44.svg"/><Relationship Id="rId17" Type="http://schemas.openxmlformats.org/officeDocument/2006/relationships/image" Target="../media/image49.png"/><Relationship Id="rId2" Type="http://schemas.openxmlformats.org/officeDocument/2006/relationships/notesSlide" Target="../notesSlides/notesSlide11.xml"/><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6.xml"/><Relationship Id="rId6" Type="http://schemas.openxmlformats.org/officeDocument/2006/relationships/image" Target="../media/image38.sv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svg"/><Relationship Id="rId23" Type="http://schemas.openxmlformats.org/officeDocument/2006/relationships/image" Target="../media/image7.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6.png"/><Relationship Id="rId9" Type="http://schemas.openxmlformats.org/officeDocument/2006/relationships/image" Target="../media/image41.svg"/><Relationship Id="rId14" Type="http://schemas.openxmlformats.org/officeDocument/2006/relationships/image" Target="../media/image46.png"/><Relationship Id="rId22" Type="http://schemas.openxmlformats.org/officeDocument/2006/relationships/image" Target="../media/image54.png"/></Relationships>
</file>

<file path=ppt/slides/_rels/slide17.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package" Target="../embeddings/Microsoft_Excel_Worksheet_3302469C.xlsx"/><Relationship Id="rId1" Type="http://schemas.openxmlformats.org/officeDocument/2006/relationships/slideLayout" Target="../slideLayouts/slideLayout11.xml"/><Relationship Id="rId4" Type="http://schemas.openxmlformats.org/officeDocument/2006/relationships/image" Target="../media/image56.png"/></Relationships>
</file>

<file path=ppt/slides/_rels/slide18.xml.rels><?xml version="1.0" encoding="UTF-8" standalone="yes"?>
<Relationships xmlns="http://schemas.openxmlformats.org/package/2006/relationships"><Relationship Id="rId2" Type="http://schemas.openxmlformats.org/officeDocument/2006/relationships/hyperlink" Target="https://ssitinc.sharepoint.com/:b:/r/sites/WeeklyStatuscalls-Update/Shared%20Documents/General/8X8%20-%20Data%20Migration/8X8%20Project%20documents/8x8%20Artifacts/Tableau%20Server%20to%20Tableau%20Online%20Migration%20Testing%20Strategy%20Document.pdf?csf=1&amp;web=1&amp;e=VJbTMy" TargetMode="Externa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65.png"/><Relationship Id="rId18" Type="http://schemas.openxmlformats.org/officeDocument/2006/relationships/image" Target="../media/image70.svg"/><Relationship Id="rId3" Type="http://schemas.openxmlformats.org/officeDocument/2006/relationships/image" Target="../media/image4.png"/><Relationship Id="rId21" Type="http://schemas.openxmlformats.org/officeDocument/2006/relationships/image" Target="../media/image7.png"/><Relationship Id="rId7" Type="http://schemas.openxmlformats.org/officeDocument/2006/relationships/image" Target="../media/image59.png"/><Relationship Id="rId12" Type="http://schemas.openxmlformats.org/officeDocument/2006/relationships/image" Target="../media/image64.svg"/><Relationship Id="rId17" Type="http://schemas.openxmlformats.org/officeDocument/2006/relationships/image" Target="../media/image69.png"/><Relationship Id="rId2" Type="http://schemas.openxmlformats.org/officeDocument/2006/relationships/notesSlide" Target="../notesSlides/notesSlide12.xml"/><Relationship Id="rId16" Type="http://schemas.openxmlformats.org/officeDocument/2006/relationships/image" Target="../media/image68.svg"/><Relationship Id="rId20" Type="http://schemas.openxmlformats.org/officeDocument/2006/relationships/image" Target="../media/image72.svg"/><Relationship Id="rId1" Type="http://schemas.openxmlformats.org/officeDocument/2006/relationships/slideLayout" Target="../slideLayouts/slideLayout6.xml"/><Relationship Id="rId6" Type="http://schemas.openxmlformats.org/officeDocument/2006/relationships/image" Target="../media/image58.sv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svg"/><Relationship Id="rId19" Type="http://schemas.openxmlformats.org/officeDocument/2006/relationships/image" Target="../media/image71.png"/><Relationship Id="rId4" Type="http://schemas.openxmlformats.org/officeDocument/2006/relationships/image" Target="../media/image6.png"/><Relationship Id="rId9" Type="http://schemas.openxmlformats.org/officeDocument/2006/relationships/image" Target="../media/image61.png"/><Relationship Id="rId14" Type="http://schemas.openxmlformats.org/officeDocument/2006/relationships/image" Target="../media/image66.svg"/></Relationships>
</file>

<file path=ppt/slides/_rels/slide21.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74.svg"/><Relationship Id="rId7" Type="http://schemas.openxmlformats.org/officeDocument/2006/relationships/image" Target="../media/image78.svg"/><Relationship Id="rId12" Type="http://schemas.openxmlformats.org/officeDocument/2006/relationships/image" Target="../media/image83.png"/><Relationship Id="rId2" Type="http://schemas.openxmlformats.org/officeDocument/2006/relationships/image" Target="../media/image73.png"/><Relationship Id="rId16" Type="http://schemas.openxmlformats.org/officeDocument/2006/relationships/image" Target="../media/image87.png"/><Relationship Id="rId1" Type="http://schemas.openxmlformats.org/officeDocument/2006/relationships/slideLayout" Target="../slideLayouts/slideLayout5.xml"/><Relationship Id="rId6" Type="http://schemas.openxmlformats.org/officeDocument/2006/relationships/image" Target="../media/image77.png"/><Relationship Id="rId11" Type="http://schemas.openxmlformats.org/officeDocument/2006/relationships/image" Target="../media/image82.svg"/><Relationship Id="rId5" Type="http://schemas.openxmlformats.org/officeDocument/2006/relationships/image" Target="../media/image76.svg"/><Relationship Id="rId15" Type="http://schemas.openxmlformats.org/officeDocument/2006/relationships/image" Target="../media/image8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svg"/><Relationship Id="rId14" Type="http://schemas.openxmlformats.org/officeDocument/2006/relationships/image" Target="../media/image85.png"/></Relationships>
</file>

<file path=ppt/slides/_rels/slide22.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88.png"/><Relationship Id="rId7" Type="http://schemas.openxmlformats.org/officeDocument/2006/relationships/diagramQuickStyle" Target="../diagrams/quickStyle3.xml"/><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91.png"/><Relationship Id="rId4" Type="http://schemas.openxmlformats.org/officeDocument/2006/relationships/image" Target="../media/image89.jpeg"/><Relationship Id="rId9" Type="http://schemas.microsoft.com/office/2007/relationships/diagramDrawing" Target="../diagrams/drawin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6AF7A-7CD9-5F27-9980-39CC88DF815A}"/>
            </a:ext>
          </a:extLst>
        </p:cNvPr>
        <p:cNvGrpSpPr/>
        <p:nvPr/>
      </p:nvGrpSpPr>
      <p:grpSpPr>
        <a:xfrm>
          <a:off x="0" y="0"/>
          <a:ext cx="0" cy="0"/>
          <a:chOff x="0" y="0"/>
          <a:chExt cx="0" cy="0"/>
        </a:xfrm>
      </p:grpSpPr>
      <p:sp>
        <p:nvSpPr>
          <p:cNvPr id="31" name="TextBox 30">
            <a:extLst>
              <a:ext uri="{FF2B5EF4-FFF2-40B4-BE49-F238E27FC236}">
                <a16:creationId xmlns:a16="http://schemas.microsoft.com/office/drawing/2014/main" id="{93B55FA3-F3D1-9EF4-6C41-36DE2CAE69AF}"/>
              </a:ext>
            </a:extLst>
          </p:cNvPr>
          <p:cNvSpPr txBox="1"/>
          <p:nvPr/>
        </p:nvSpPr>
        <p:spPr>
          <a:xfrm>
            <a:off x="3846573" y="1651249"/>
            <a:ext cx="7269472" cy="1569660"/>
          </a:xfrm>
          <a:prstGeom prst="rect">
            <a:avLst/>
          </a:prstGeom>
          <a:noFill/>
        </p:spPr>
        <p:txBody>
          <a:bodyPr wrap="square" lIns="91440" tIns="45720" rIns="91440" bIns="45720" rtlCol="0" anchor="t">
            <a:spAutoFit/>
          </a:bodyPr>
          <a:lstStyle/>
          <a:p>
            <a:r>
              <a:rPr lang="en-US" sz="3200" b="1">
                <a:latin typeface="Calibri"/>
                <a:ea typeface="Calibri"/>
                <a:cs typeface="Calibri"/>
              </a:rPr>
              <a:t>ICBD Holdings: </a:t>
            </a:r>
            <a:endParaRPr lang="en-US"/>
          </a:p>
          <a:p>
            <a:r>
              <a:rPr lang="en-US" sz="3200" b="1">
                <a:latin typeface="Calibri"/>
                <a:ea typeface="Calibri"/>
                <a:cs typeface="Calibri"/>
              </a:rPr>
              <a:t>Project Precision</a:t>
            </a:r>
            <a:endParaRPr lang="en-US"/>
          </a:p>
          <a:p>
            <a:r>
              <a:rPr lang="en-US" sz="3200" b="1">
                <a:latin typeface="Calibri"/>
                <a:ea typeface="Calibri"/>
                <a:cs typeface="Calibri"/>
              </a:rPr>
              <a:t>Kick-off Presentation by</a:t>
            </a:r>
          </a:p>
        </p:txBody>
      </p:sp>
      <p:pic>
        <p:nvPicPr>
          <p:cNvPr id="43" name="Picture 42">
            <a:extLst>
              <a:ext uri="{FF2B5EF4-FFF2-40B4-BE49-F238E27FC236}">
                <a16:creationId xmlns:a16="http://schemas.microsoft.com/office/drawing/2014/main" id="{20C3DB9A-465F-1511-3428-5C06BEA7E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7670" y="2781742"/>
            <a:ext cx="2269957" cy="431292"/>
          </a:xfrm>
          <a:prstGeom prst="rect">
            <a:avLst/>
          </a:prstGeom>
        </p:spPr>
      </p:pic>
      <p:sp>
        <p:nvSpPr>
          <p:cNvPr id="45" name="TextBox 44">
            <a:extLst>
              <a:ext uri="{FF2B5EF4-FFF2-40B4-BE49-F238E27FC236}">
                <a16:creationId xmlns:a16="http://schemas.microsoft.com/office/drawing/2014/main" id="{725DF8D6-08D3-11CA-0118-7E07AFC2C21C}"/>
              </a:ext>
            </a:extLst>
          </p:cNvPr>
          <p:cNvSpPr txBox="1"/>
          <p:nvPr/>
        </p:nvSpPr>
        <p:spPr>
          <a:xfrm>
            <a:off x="3846573" y="3220909"/>
            <a:ext cx="1737360" cy="369332"/>
          </a:xfrm>
          <a:prstGeom prst="rect">
            <a:avLst/>
          </a:prstGeom>
          <a:noFill/>
        </p:spPr>
        <p:txBody>
          <a:bodyPr wrap="square" lIns="91440" tIns="45720" rIns="91440" bIns="45720" anchor="t">
            <a:spAutoFit/>
          </a:bodyPr>
          <a:lstStyle/>
          <a:p>
            <a:r>
              <a:rPr lang="en-US" sz="1800" b="1">
                <a:latin typeface="Calibri"/>
                <a:ea typeface="Calibri"/>
                <a:cs typeface="Calibri"/>
              </a:rPr>
              <a:t> </a:t>
            </a:r>
            <a:endParaRPr lang="en-US">
              <a:cs typeface="Arial"/>
            </a:endParaRPr>
          </a:p>
        </p:txBody>
      </p:sp>
      <p:pic>
        <p:nvPicPr>
          <p:cNvPr id="3" name="Picture 2" descr="ICBD Holdings - Org Chart, Teams, Culture &amp; Jobs | The Org">
            <a:extLst>
              <a:ext uri="{FF2B5EF4-FFF2-40B4-BE49-F238E27FC236}">
                <a16:creationId xmlns:a16="http://schemas.microsoft.com/office/drawing/2014/main" id="{15629ACF-8AC4-7430-1C29-C6A91DEDD5CC}"/>
              </a:ext>
            </a:extLst>
          </p:cNvPr>
          <p:cNvPicPr>
            <a:picLocks noChangeAspect="1"/>
          </p:cNvPicPr>
          <p:nvPr/>
        </p:nvPicPr>
        <p:blipFill>
          <a:blip r:embed="rId4"/>
          <a:stretch>
            <a:fillRect/>
          </a:stretch>
        </p:blipFill>
        <p:spPr>
          <a:xfrm>
            <a:off x="8881237" y="-5408"/>
            <a:ext cx="3312943" cy="2233760"/>
          </a:xfrm>
          <a:prstGeom prst="rect">
            <a:avLst/>
          </a:prstGeom>
        </p:spPr>
      </p:pic>
    </p:spTree>
    <p:extLst>
      <p:ext uri="{BB962C8B-B14F-4D97-AF65-F5344CB8AC3E}">
        <p14:creationId xmlns:p14="http://schemas.microsoft.com/office/powerpoint/2010/main" val="41862896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9B7D8-4673-0C60-82C7-76E797F6E22A}"/>
            </a:ext>
          </a:extLst>
        </p:cNvPr>
        <p:cNvGrpSpPr/>
        <p:nvPr/>
      </p:nvGrpSpPr>
      <p:grpSpPr>
        <a:xfrm>
          <a:off x="0" y="0"/>
          <a:ext cx="0" cy="0"/>
          <a:chOff x="0" y="0"/>
          <a:chExt cx="0" cy="0"/>
        </a:xfrm>
      </p:grpSpPr>
      <p:sp>
        <p:nvSpPr>
          <p:cNvPr id="3" name="Shape 141">
            <a:extLst>
              <a:ext uri="{FF2B5EF4-FFF2-40B4-BE49-F238E27FC236}">
                <a16:creationId xmlns:a16="http://schemas.microsoft.com/office/drawing/2014/main" id="{B1036E45-E2BA-0DE3-3DE6-AE3B02DCE585}"/>
              </a:ext>
            </a:extLst>
          </p:cNvPr>
          <p:cNvSpPr/>
          <p:nvPr/>
        </p:nvSpPr>
        <p:spPr>
          <a:xfrm>
            <a:off x="438912" y="256032"/>
            <a:ext cx="117519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r>
              <a:rPr lang="en-US" sz="2800" b="1">
                <a:solidFill>
                  <a:srgbClr val="5410BF"/>
                </a:solidFill>
                <a:latin typeface="Calibri"/>
                <a:ea typeface="Calibri"/>
                <a:cs typeface="Calibri"/>
              </a:rPr>
              <a:t>Agenda</a:t>
            </a:r>
          </a:p>
        </p:txBody>
      </p:sp>
      <p:graphicFrame>
        <p:nvGraphicFramePr>
          <p:cNvPr id="7" name="Diagram 6">
            <a:extLst>
              <a:ext uri="{FF2B5EF4-FFF2-40B4-BE49-F238E27FC236}">
                <a16:creationId xmlns:a16="http://schemas.microsoft.com/office/drawing/2014/main" id="{41D261E0-7604-793B-DAC2-B1D3DE19BC3D}"/>
              </a:ext>
            </a:extLst>
          </p:cNvPr>
          <p:cNvGraphicFramePr/>
          <p:nvPr>
            <p:extLst>
              <p:ext uri="{D42A27DB-BD31-4B8C-83A1-F6EECF244321}">
                <p14:modId xmlns:p14="http://schemas.microsoft.com/office/powerpoint/2010/main" val="2102662430"/>
              </p:ext>
            </p:extLst>
          </p:nvPr>
        </p:nvGraphicFramePr>
        <p:xfrm>
          <a:off x="606106" y="991541"/>
          <a:ext cx="10005718" cy="4247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358802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AAA5B57-55A4-5D09-0394-1F13B736477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A426E5-044D-B02B-BAB9-D2191CDEB48C}"/>
              </a:ext>
            </a:extLst>
          </p:cNvPr>
          <p:cNvSpPr/>
          <p:nvPr/>
        </p:nvSpPr>
        <p:spPr>
          <a:xfrm>
            <a:off x="0" y="123002"/>
            <a:ext cx="1782860" cy="523220"/>
          </a:xfrm>
          <a:prstGeom prst="rect">
            <a:avLst/>
          </a:prstGeom>
        </p:spPr>
        <p:txBody>
          <a:bodyPr wrap="none" lIns="91440" tIns="45720" rIns="91440" bIns="45720" anchor="t">
            <a:spAutoFit/>
          </a:bodyPr>
          <a:lstStyle/>
          <a:p>
            <a:r>
              <a:rPr lang="en-US" sz="2800" b="1">
                <a:solidFill>
                  <a:srgbClr val="5410BF"/>
                </a:solidFill>
                <a:latin typeface="Arial"/>
                <a:cs typeface="Arial"/>
              </a:rPr>
              <a:t>Overview</a:t>
            </a:r>
            <a:endParaRPr lang="en-US" sz="2800" b="1">
              <a:solidFill>
                <a:srgbClr val="5410BF"/>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1A9DC1A-6B2A-B3A7-A7B7-585BD82DCA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6" name="TextBox 5">
            <a:extLst>
              <a:ext uri="{FF2B5EF4-FFF2-40B4-BE49-F238E27FC236}">
                <a16:creationId xmlns:a16="http://schemas.microsoft.com/office/drawing/2014/main" id="{44B6A632-243B-D1E0-8567-0513A97E104F}"/>
              </a:ext>
            </a:extLst>
          </p:cNvPr>
          <p:cNvSpPr txBox="1"/>
          <p:nvPr/>
        </p:nvSpPr>
        <p:spPr>
          <a:xfrm>
            <a:off x="9837067" y="6527371"/>
            <a:ext cx="2246128" cy="253916"/>
          </a:xfrm>
          <a:prstGeom prst="rect">
            <a:avLst/>
          </a:prstGeom>
          <a:noFill/>
        </p:spPr>
        <p:txBody>
          <a:bodyPr wrap="none" rtlCol="0">
            <a:spAutoFit/>
          </a:bodyPr>
          <a:lstStyle/>
          <a:p>
            <a:r>
              <a:rPr lang="en-US" sz="1050">
                <a:solidFill>
                  <a:schemeClr val="bg1"/>
                </a:solidFill>
              </a:rPr>
              <a:t>© 2024 Sigmasoft All Rights Reserved</a:t>
            </a:r>
          </a:p>
        </p:txBody>
      </p:sp>
      <p:pic>
        <p:nvPicPr>
          <p:cNvPr id="7" name="Picture 6">
            <a:extLst>
              <a:ext uri="{FF2B5EF4-FFF2-40B4-BE49-F238E27FC236}">
                <a16:creationId xmlns:a16="http://schemas.microsoft.com/office/drawing/2014/main" id="{D3FEB29E-63D0-9F31-3F3E-A2A5F7FD1103}"/>
              </a:ext>
            </a:extLst>
          </p:cNvPr>
          <p:cNvPicPr>
            <a:picLocks noChangeAspect="1"/>
          </p:cNvPicPr>
          <p:nvPr/>
        </p:nvPicPr>
        <p:blipFill>
          <a:blip r:embed="rId4"/>
          <a:stretch>
            <a:fillRect/>
          </a:stretch>
        </p:blipFill>
        <p:spPr>
          <a:xfrm>
            <a:off x="0" y="6445700"/>
            <a:ext cx="12183487" cy="412300"/>
          </a:xfrm>
          <a:prstGeom prst="rect">
            <a:avLst/>
          </a:prstGeom>
        </p:spPr>
      </p:pic>
      <p:cxnSp>
        <p:nvCxnSpPr>
          <p:cNvPr id="11" name="Straight Connector 10">
            <a:extLst>
              <a:ext uri="{FF2B5EF4-FFF2-40B4-BE49-F238E27FC236}">
                <a16:creationId xmlns:a16="http://schemas.microsoft.com/office/drawing/2014/main" id="{D2FCFF74-7E87-60CA-AC0A-BAABC3E6AD1F}"/>
              </a:ext>
            </a:extLst>
          </p:cNvPr>
          <p:cNvCxnSpPr>
            <a:cxnSpLocks/>
          </p:cNvCxnSpPr>
          <p:nvPr/>
        </p:nvCxnSpPr>
        <p:spPr>
          <a:xfrm>
            <a:off x="8545" y="646222"/>
            <a:ext cx="12174942"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D6A2E54-810C-4A9F-9A2E-58F608E37933}"/>
              </a:ext>
            </a:extLst>
          </p:cNvPr>
          <p:cNvPicPr>
            <a:picLocks noChangeAspect="1"/>
          </p:cNvPicPr>
          <p:nvPr/>
        </p:nvPicPr>
        <p:blipFill>
          <a:blip r:embed="rId5"/>
          <a:stretch>
            <a:fillRect/>
          </a:stretch>
        </p:blipFill>
        <p:spPr>
          <a:xfrm>
            <a:off x="-8513" y="6493947"/>
            <a:ext cx="12192000" cy="368922"/>
          </a:xfrm>
          <a:prstGeom prst="rect">
            <a:avLst/>
          </a:prstGeom>
        </p:spPr>
      </p:pic>
      <p:sp>
        <p:nvSpPr>
          <p:cNvPr id="10" name="TextBox 9">
            <a:extLst>
              <a:ext uri="{FF2B5EF4-FFF2-40B4-BE49-F238E27FC236}">
                <a16:creationId xmlns:a16="http://schemas.microsoft.com/office/drawing/2014/main" id="{958735A2-8703-D9AC-B3F0-C2A042F2C6DB}"/>
              </a:ext>
            </a:extLst>
          </p:cNvPr>
          <p:cNvSpPr txBox="1"/>
          <p:nvPr/>
        </p:nvSpPr>
        <p:spPr>
          <a:xfrm>
            <a:off x="429417" y="1122123"/>
            <a:ext cx="10691445"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50" b="1">
                <a:solidFill>
                  <a:srgbClr val="204A59"/>
                </a:solidFill>
                <a:latin typeface="Arial"/>
              </a:rPr>
              <a:t>Business Challenge:</a:t>
            </a:r>
            <a:r>
              <a:rPr sz="1450">
                <a:latin typeface="Arial"/>
                <a:ea typeface="Arial"/>
                <a:cs typeface="Arial"/>
              </a:rPr>
              <a:t>​</a:t>
            </a:r>
            <a:r>
              <a:rPr lang="en-US" sz="1450">
                <a:latin typeface="Arial"/>
                <a:ea typeface="Arial"/>
                <a:cs typeface="Arial"/>
              </a:rPr>
              <a:t>  </a:t>
            </a:r>
            <a:r>
              <a:rPr lang="en-US" sz="1450">
                <a:ea typeface="+mn-lt"/>
                <a:cs typeface="+mn-lt"/>
              </a:rPr>
              <a:t>: </a:t>
            </a:r>
            <a:r>
              <a:rPr lang="en-US" sz="1450" b="1">
                <a:ea typeface="+mn-lt"/>
                <a:cs typeface="+mn-lt"/>
              </a:rPr>
              <a:t>Revenue estimation and Accounts Receivable (AR)</a:t>
            </a:r>
            <a:r>
              <a:rPr lang="en-US" sz="1450">
                <a:ea typeface="+mn-lt"/>
                <a:cs typeface="+mn-lt"/>
              </a:rPr>
              <a:t> are currently done manually in Excel — slow, error-prone, and not auditable.</a:t>
            </a:r>
          </a:p>
        </p:txBody>
      </p:sp>
      <p:sp>
        <p:nvSpPr>
          <p:cNvPr id="32" name="TextBox 31">
            <a:extLst>
              <a:ext uri="{FF2B5EF4-FFF2-40B4-BE49-F238E27FC236}">
                <a16:creationId xmlns:a16="http://schemas.microsoft.com/office/drawing/2014/main" id="{B8C852EC-6A9A-9B47-D14B-2D9469067353}"/>
              </a:ext>
            </a:extLst>
          </p:cNvPr>
          <p:cNvSpPr txBox="1"/>
          <p:nvPr/>
        </p:nvSpPr>
        <p:spPr>
          <a:xfrm>
            <a:off x="429417" y="2528892"/>
            <a:ext cx="11430000" cy="5924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50" b="1">
                <a:solidFill>
                  <a:srgbClr val="204A59"/>
                </a:solidFill>
                <a:latin typeface="Arial"/>
              </a:rPr>
              <a:t>Goal:</a:t>
            </a:r>
            <a:r>
              <a:rPr sz="1450">
                <a:latin typeface="Arial"/>
                <a:ea typeface="Arial"/>
                <a:cs typeface="Arial"/>
              </a:rPr>
              <a:t>​</a:t>
            </a:r>
            <a:r>
              <a:rPr lang="en-US" sz="1450">
                <a:latin typeface="Arial"/>
                <a:ea typeface="Arial"/>
                <a:cs typeface="Arial"/>
              </a:rPr>
              <a:t> </a:t>
            </a:r>
            <a:r>
              <a:rPr lang="en-US" sz="1450" b="1">
                <a:ea typeface="+mn-lt"/>
                <a:cs typeface="+mn-lt"/>
              </a:rPr>
              <a:t>Automate monthly revenue estimation</a:t>
            </a:r>
            <a:r>
              <a:rPr lang="en-US" sz="1450">
                <a:ea typeface="+mn-lt"/>
                <a:cs typeface="+mn-lt"/>
              </a:rPr>
              <a:t> and make it </a:t>
            </a:r>
            <a:r>
              <a:rPr lang="en-US" sz="1450" b="1">
                <a:ea typeface="+mn-lt"/>
                <a:cs typeface="+mn-lt"/>
              </a:rPr>
              <a:t>auditable, repeatable, and faster</a:t>
            </a:r>
            <a:r>
              <a:rPr lang="en-US" sz="1450">
                <a:ea typeface="+mn-lt"/>
                <a:cs typeface="+mn-lt"/>
              </a:rPr>
              <a:t>.</a:t>
            </a:r>
            <a:endParaRPr lang="en-US"/>
          </a:p>
          <a:p>
            <a:pPr algn="ctr"/>
            <a:endParaRPr lang="en-US"/>
          </a:p>
        </p:txBody>
      </p:sp>
      <p:sp>
        <p:nvSpPr>
          <p:cNvPr id="34" name="TextBox 33">
            <a:extLst>
              <a:ext uri="{FF2B5EF4-FFF2-40B4-BE49-F238E27FC236}">
                <a16:creationId xmlns:a16="http://schemas.microsoft.com/office/drawing/2014/main" id="{1CEA5ABF-5207-346F-0C1A-6A713809E956}"/>
              </a:ext>
            </a:extLst>
          </p:cNvPr>
          <p:cNvSpPr txBox="1"/>
          <p:nvPr/>
        </p:nvSpPr>
        <p:spPr>
          <a:xfrm>
            <a:off x="429417" y="3935660"/>
            <a:ext cx="10820400" cy="5924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50" b="1">
                <a:solidFill>
                  <a:srgbClr val="204A59"/>
                </a:solidFill>
                <a:latin typeface="Arial"/>
              </a:rPr>
              <a:t>Solution:</a:t>
            </a:r>
            <a:r>
              <a:rPr sz="1450">
                <a:latin typeface="Arial"/>
                <a:ea typeface="Arial"/>
                <a:cs typeface="Arial"/>
              </a:rPr>
              <a:t>​</a:t>
            </a:r>
            <a:r>
              <a:rPr lang="en-US" sz="1450">
                <a:latin typeface="Arial"/>
                <a:ea typeface="Arial"/>
                <a:cs typeface="Arial"/>
              </a:rPr>
              <a:t>  </a:t>
            </a:r>
            <a:r>
              <a:rPr lang="en-US" sz="1450">
                <a:ea typeface="+mn-lt"/>
                <a:cs typeface="+mn-lt"/>
              </a:rPr>
              <a:t>Build a </a:t>
            </a:r>
            <a:r>
              <a:rPr lang="en-US" sz="1450" b="1">
                <a:ea typeface="+mn-lt"/>
                <a:cs typeface="+mn-lt"/>
              </a:rPr>
              <a:t>data-driven system</a:t>
            </a:r>
            <a:r>
              <a:rPr lang="en-US" sz="1450">
                <a:ea typeface="+mn-lt"/>
                <a:cs typeface="+mn-lt"/>
              </a:rPr>
              <a:t> using </a:t>
            </a:r>
            <a:r>
              <a:rPr lang="en-US" sz="1450" b="1">
                <a:ea typeface="+mn-lt"/>
                <a:cs typeface="+mn-lt"/>
              </a:rPr>
              <a:t>Snowflake + Python</a:t>
            </a:r>
            <a:r>
              <a:rPr lang="en-US" sz="1450">
                <a:ea typeface="+mn-lt"/>
                <a:cs typeface="+mn-lt"/>
              </a:rPr>
              <a:t> for calculations and </a:t>
            </a:r>
            <a:r>
              <a:rPr lang="en-US" sz="1450" b="1">
                <a:ea typeface="+mn-lt"/>
                <a:cs typeface="+mn-lt"/>
              </a:rPr>
              <a:t>Power BI</a:t>
            </a:r>
            <a:r>
              <a:rPr lang="en-US" sz="1450">
                <a:ea typeface="+mn-lt"/>
                <a:cs typeface="+mn-lt"/>
              </a:rPr>
              <a:t> for reporting</a:t>
            </a:r>
            <a:endParaRPr lang="en-US"/>
          </a:p>
          <a:p>
            <a:pPr algn="ctr"/>
            <a:endParaRPr lang="en-US"/>
          </a:p>
        </p:txBody>
      </p:sp>
      <p:sp>
        <p:nvSpPr>
          <p:cNvPr id="35" name="TextBox 34">
            <a:extLst>
              <a:ext uri="{FF2B5EF4-FFF2-40B4-BE49-F238E27FC236}">
                <a16:creationId xmlns:a16="http://schemas.microsoft.com/office/drawing/2014/main" id="{18C540EE-0789-1042-A05B-5BD155CEAD03}"/>
              </a:ext>
            </a:extLst>
          </p:cNvPr>
          <p:cNvSpPr txBox="1"/>
          <p:nvPr/>
        </p:nvSpPr>
        <p:spPr>
          <a:xfrm>
            <a:off x="429417" y="5342429"/>
            <a:ext cx="10972800" cy="5924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50" b="1">
                <a:solidFill>
                  <a:srgbClr val="204A59"/>
                </a:solidFill>
                <a:latin typeface="Arial"/>
              </a:rPr>
              <a:t>Outcome:</a:t>
            </a:r>
            <a:r>
              <a:rPr sz="1450">
                <a:latin typeface="Arial"/>
                <a:ea typeface="Arial"/>
                <a:cs typeface="Arial"/>
              </a:rPr>
              <a:t>​</a:t>
            </a:r>
            <a:r>
              <a:rPr lang="en-US" sz="1450">
                <a:latin typeface="Arial"/>
                <a:ea typeface="Arial"/>
                <a:cs typeface="Arial"/>
              </a:rPr>
              <a:t> </a:t>
            </a:r>
            <a:r>
              <a:rPr lang="en-US" sz="1450">
                <a:ea typeface="+mn-lt"/>
                <a:cs typeface="+mn-lt"/>
              </a:rPr>
              <a:t>Finance team will have </a:t>
            </a:r>
            <a:r>
              <a:rPr lang="en-US" sz="1450" b="1">
                <a:ea typeface="+mn-lt"/>
                <a:cs typeface="+mn-lt"/>
              </a:rPr>
              <a:t>accurate, audit-ready results</a:t>
            </a:r>
            <a:r>
              <a:rPr lang="en-US" sz="1450">
                <a:ea typeface="+mn-lt"/>
                <a:cs typeface="+mn-lt"/>
              </a:rPr>
              <a:t> by the </a:t>
            </a:r>
            <a:r>
              <a:rPr lang="en-US" sz="1450" b="1">
                <a:ea typeface="+mn-lt"/>
                <a:cs typeface="+mn-lt"/>
              </a:rPr>
              <a:t>4th business day of each month</a:t>
            </a:r>
            <a:r>
              <a:rPr lang="en-US" sz="1450">
                <a:ea typeface="+mn-lt"/>
                <a:cs typeface="+mn-lt"/>
              </a:rPr>
              <a:t>.</a:t>
            </a:r>
            <a:endParaRPr lang="en-US"/>
          </a:p>
          <a:p>
            <a:pPr algn="ctr"/>
            <a:endParaRPr lang="en-US"/>
          </a:p>
        </p:txBody>
      </p:sp>
      <p:graphicFrame>
        <p:nvGraphicFramePr>
          <p:cNvPr id="17" name="Diagram 16">
            <a:extLst>
              <a:ext uri="{FF2B5EF4-FFF2-40B4-BE49-F238E27FC236}">
                <a16:creationId xmlns:a16="http://schemas.microsoft.com/office/drawing/2014/main" id="{B823171A-0CB0-EFF0-1211-0BEBE270A03B}"/>
              </a:ext>
            </a:extLst>
          </p:cNvPr>
          <p:cNvGraphicFramePr/>
          <p:nvPr>
            <p:extLst>
              <p:ext uri="{D42A27DB-BD31-4B8C-83A1-F6EECF244321}">
                <p14:modId xmlns:p14="http://schemas.microsoft.com/office/powerpoint/2010/main" val="2147988863"/>
              </p:ext>
            </p:extLst>
          </p:nvPr>
        </p:nvGraphicFramePr>
        <p:xfrm>
          <a:off x="1848786" y="1550233"/>
          <a:ext cx="9556230" cy="524405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77772511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4C3F486A-960D-CCA6-5A3E-C516C4A85CA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A2A8C07-2A12-4212-1092-27B77B6B3DEF}"/>
              </a:ext>
            </a:extLst>
          </p:cNvPr>
          <p:cNvSpPr/>
          <p:nvPr/>
        </p:nvSpPr>
        <p:spPr>
          <a:xfrm>
            <a:off x="0" y="123002"/>
            <a:ext cx="2680542" cy="523220"/>
          </a:xfrm>
          <a:prstGeom prst="rect">
            <a:avLst/>
          </a:prstGeom>
        </p:spPr>
        <p:txBody>
          <a:bodyPr wrap="none" lIns="91440" tIns="45720" rIns="91440" bIns="45720" anchor="t">
            <a:spAutoFit/>
          </a:bodyPr>
          <a:lstStyle/>
          <a:p>
            <a:r>
              <a:rPr lang="en-US" sz="2800" b="1">
                <a:solidFill>
                  <a:srgbClr val="5410BF"/>
                </a:solidFill>
                <a:latin typeface="Arial"/>
                <a:cs typeface="Arial"/>
              </a:rPr>
              <a:t>Project Scope </a:t>
            </a:r>
          </a:p>
        </p:txBody>
      </p:sp>
      <p:pic>
        <p:nvPicPr>
          <p:cNvPr id="5" name="Picture 4">
            <a:extLst>
              <a:ext uri="{FF2B5EF4-FFF2-40B4-BE49-F238E27FC236}">
                <a16:creationId xmlns:a16="http://schemas.microsoft.com/office/drawing/2014/main" id="{FB17B286-667B-B67D-E6FB-67B793F70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6" name="TextBox 5">
            <a:extLst>
              <a:ext uri="{FF2B5EF4-FFF2-40B4-BE49-F238E27FC236}">
                <a16:creationId xmlns:a16="http://schemas.microsoft.com/office/drawing/2014/main" id="{C84B217D-C1C5-5E08-0D8D-57732A9F88EA}"/>
              </a:ext>
            </a:extLst>
          </p:cNvPr>
          <p:cNvSpPr txBox="1"/>
          <p:nvPr/>
        </p:nvSpPr>
        <p:spPr>
          <a:xfrm>
            <a:off x="9837067" y="6527371"/>
            <a:ext cx="2246128" cy="253916"/>
          </a:xfrm>
          <a:prstGeom prst="rect">
            <a:avLst/>
          </a:prstGeom>
          <a:noFill/>
        </p:spPr>
        <p:txBody>
          <a:bodyPr wrap="none" rtlCol="0">
            <a:spAutoFit/>
          </a:bodyPr>
          <a:lstStyle/>
          <a:p>
            <a:r>
              <a:rPr lang="en-US" sz="1050">
                <a:solidFill>
                  <a:schemeClr val="bg1"/>
                </a:solidFill>
              </a:rPr>
              <a:t>© 2024 Sigmasoft All Rights Reserved</a:t>
            </a:r>
          </a:p>
        </p:txBody>
      </p:sp>
      <p:pic>
        <p:nvPicPr>
          <p:cNvPr id="7" name="Picture 6">
            <a:extLst>
              <a:ext uri="{FF2B5EF4-FFF2-40B4-BE49-F238E27FC236}">
                <a16:creationId xmlns:a16="http://schemas.microsoft.com/office/drawing/2014/main" id="{6844359A-B63F-B039-6B16-0874305E2074}"/>
              </a:ext>
            </a:extLst>
          </p:cNvPr>
          <p:cNvPicPr>
            <a:picLocks noChangeAspect="1"/>
          </p:cNvPicPr>
          <p:nvPr/>
        </p:nvPicPr>
        <p:blipFill>
          <a:blip r:embed="rId4"/>
          <a:stretch>
            <a:fillRect/>
          </a:stretch>
        </p:blipFill>
        <p:spPr>
          <a:xfrm>
            <a:off x="0" y="6445700"/>
            <a:ext cx="12183487" cy="412300"/>
          </a:xfrm>
          <a:prstGeom prst="rect">
            <a:avLst/>
          </a:prstGeom>
        </p:spPr>
      </p:pic>
      <p:cxnSp>
        <p:nvCxnSpPr>
          <p:cNvPr id="11" name="Straight Connector 10">
            <a:extLst>
              <a:ext uri="{FF2B5EF4-FFF2-40B4-BE49-F238E27FC236}">
                <a16:creationId xmlns:a16="http://schemas.microsoft.com/office/drawing/2014/main" id="{82FE9966-C181-4042-8BC0-941F42B53B33}"/>
              </a:ext>
            </a:extLst>
          </p:cNvPr>
          <p:cNvCxnSpPr>
            <a:cxnSpLocks/>
          </p:cNvCxnSpPr>
          <p:nvPr/>
        </p:nvCxnSpPr>
        <p:spPr>
          <a:xfrm>
            <a:off x="8545" y="646222"/>
            <a:ext cx="12174942"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9C4D980-A085-1CAD-22BE-C23CB5F8C607}"/>
              </a:ext>
            </a:extLst>
          </p:cNvPr>
          <p:cNvPicPr>
            <a:picLocks noChangeAspect="1"/>
          </p:cNvPicPr>
          <p:nvPr/>
        </p:nvPicPr>
        <p:blipFill>
          <a:blip r:embed="rId5"/>
          <a:stretch>
            <a:fillRect/>
          </a:stretch>
        </p:blipFill>
        <p:spPr>
          <a:xfrm>
            <a:off x="-8513" y="6493947"/>
            <a:ext cx="12192000" cy="368922"/>
          </a:xfrm>
          <a:prstGeom prst="rect">
            <a:avLst/>
          </a:prstGeom>
        </p:spPr>
      </p:pic>
      <p:sp>
        <p:nvSpPr>
          <p:cNvPr id="9" name="TextBox 8">
            <a:extLst>
              <a:ext uri="{FF2B5EF4-FFF2-40B4-BE49-F238E27FC236}">
                <a16:creationId xmlns:a16="http://schemas.microsoft.com/office/drawing/2014/main" id="{76359DDC-F194-A06E-B6F3-AA242F420CC7}"/>
              </a:ext>
            </a:extLst>
          </p:cNvPr>
          <p:cNvSpPr txBox="1"/>
          <p:nvPr/>
        </p:nvSpPr>
        <p:spPr>
          <a:xfrm>
            <a:off x="433754" y="1119554"/>
            <a:ext cx="9390184"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50" b="1">
                <a:solidFill>
                  <a:srgbClr val="204A59"/>
                </a:solidFill>
                <a:latin typeface="Arial"/>
              </a:rPr>
              <a:t>In Scope (Phase 1):</a:t>
            </a:r>
            <a:r>
              <a:rPr lang="en-US" sz="1450" baseline="0">
                <a:latin typeface="Arial"/>
              </a:rPr>
              <a:t>​</a:t>
            </a:r>
            <a:r>
              <a:rPr lang="en-US" sz="1450">
                <a:latin typeface="Arial"/>
              </a:rPr>
              <a:t>  </a:t>
            </a:r>
            <a:endParaRPr lang="en-US"/>
          </a:p>
          <a:p>
            <a:pPr marL="285750" indent="-285750">
              <a:buFont typeface="Arial"/>
              <a:buChar char="•"/>
            </a:pPr>
            <a:r>
              <a:rPr lang="en-US" sz="1450">
                <a:ea typeface="+mn-lt"/>
                <a:cs typeface="+mn-lt"/>
              </a:rPr>
              <a:t>Build </a:t>
            </a:r>
            <a:r>
              <a:rPr lang="en-US" sz="1450" b="1">
                <a:ea typeface="+mn-lt"/>
                <a:cs typeface="+mn-lt"/>
              </a:rPr>
              <a:t>Master Rate Table (MRT)</a:t>
            </a:r>
            <a:r>
              <a:rPr lang="en-US" sz="1450">
                <a:ea typeface="+mn-lt"/>
                <a:cs typeface="+mn-lt"/>
              </a:rPr>
              <a:t> – automated calculation of rates.</a:t>
            </a:r>
            <a:endParaRPr lang="en-US" sz="1450">
              <a:cs typeface="Arial"/>
            </a:endParaRPr>
          </a:p>
          <a:p>
            <a:pPr marL="285750" indent="-285750">
              <a:buFont typeface="Arial"/>
              <a:buChar char="•"/>
            </a:pPr>
            <a:r>
              <a:rPr lang="en-US" sz="1450">
                <a:ea typeface="+mn-lt"/>
                <a:cs typeface="+mn-lt"/>
              </a:rPr>
              <a:t>Create </a:t>
            </a:r>
            <a:r>
              <a:rPr lang="en-US" sz="1450" b="1">
                <a:ea typeface="+mn-lt"/>
                <a:cs typeface="+mn-lt"/>
              </a:rPr>
              <a:t>Connect Appointment Exports</a:t>
            </a:r>
            <a:r>
              <a:rPr lang="en-US" sz="1450">
                <a:ea typeface="+mn-lt"/>
                <a:cs typeface="+mn-lt"/>
              </a:rPr>
              <a:t> with estimated revenue.</a:t>
            </a:r>
            <a:endParaRPr lang="en-US"/>
          </a:p>
          <a:p>
            <a:pPr marL="285750" indent="-285750">
              <a:buFont typeface="Arial"/>
              <a:buChar char="•"/>
            </a:pPr>
            <a:r>
              <a:rPr lang="en-US" sz="1450">
                <a:ea typeface="+mn-lt"/>
                <a:cs typeface="+mn-lt"/>
              </a:rPr>
              <a:t>Develop </a:t>
            </a:r>
            <a:r>
              <a:rPr lang="en-US" sz="1450" b="1">
                <a:ea typeface="+mn-lt"/>
                <a:cs typeface="+mn-lt"/>
              </a:rPr>
              <a:t>Variation Report</a:t>
            </a:r>
            <a:r>
              <a:rPr lang="en-US" sz="1450">
                <a:ea typeface="+mn-lt"/>
                <a:cs typeface="+mn-lt"/>
              </a:rPr>
              <a:t> (YTD changes in revenue).</a:t>
            </a:r>
            <a:endParaRPr lang="en-US"/>
          </a:p>
          <a:p>
            <a:pPr marL="285750" indent="-285750">
              <a:buFont typeface="Arial"/>
              <a:buChar char="•"/>
            </a:pPr>
            <a:r>
              <a:rPr lang="en-US" sz="1450">
                <a:ea typeface="+mn-lt"/>
                <a:cs typeface="+mn-lt"/>
              </a:rPr>
              <a:t>Provide </a:t>
            </a:r>
            <a:r>
              <a:rPr lang="en-US" sz="1450" b="1" err="1">
                <a:ea typeface="+mn-lt"/>
                <a:cs typeface="+mn-lt"/>
              </a:rPr>
              <a:t>CollaborateMD</a:t>
            </a:r>
            <a:r>
              <a:rPr lang="en-US" sz="1450" b="1">
                <a:ea typeface="+mn-lt"/>
                <a:cs typeface="+mn-lt"/>
              </a:rPr>
              <a:t> Transaction Export</a:t>
            </a:r>
            <a:r>
              <a:rPr lang="en-US" sz="1450">
                <a:ea typeface="+mn-lt"/>
                <a:cs typeface="+mn-lt"/>
              </a:rPr>
              <a:t> with all charges and flags.</a:t>
            </a:r>
            <a:endParaRPr lang="en-US"/>
          </a:p>
          <a:p>
            <a:endParaRPr lang="en-US" sz="1450">
              <a:cs typeface="Arial"/>
            </a:endParaRPr>
          </a:p>
          <a:p>
            <a:pPr algn="ctr"/>
            <a:endParaRPr lang="en-US">
              <a:cs typeface="Arial"/>
            </a:endParaRPr>
          </a:p>
        </p:txBody>
      </p:sp>
      <p:sp>
        <p:nvSpPr>
          <p:cNvPr id="10" name="TextBox 9">
            <a:extLst>
              <a:ext uri="{FF2B5EF4-FFF2-40B4-BE49-F238E27FC236}">
                <a16:creationId xmlns:a16="http://schemas.microsoft.com/office/drawing/2014/main" id="{A7B7711D-9B33-64A6-0E71-3C54E8A0B5BA}"/>
              </a:ext>
            </a:extLst>
          </p:cNvPr>
          <p:cNvSpPr txBox="1"/>
          <p:nvPr/>
        </p:nvSpPr>
        <p:spPr>
          <a:xfrm>
            <a:off x="433754" y="3124200"/>
            <a:ext cx="6096000"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50" b="1">
                <a:solidFill>
                  <a:srgbClr val="204A59"/>
                </a:solidFill>
                <a:latin typeface="Arial"/>
              </a:rPr>
              <a:t>Out of Scope (Future Phase ):</a:t>
            </a:r>
            <a:r>
              <a:rPr lang="en-US" sz="1450" baseline="0">
                <a:latin typeface="Arial"/>
              </a:rPr>
              <a:t>​</a:t>
            </a:r>
            <a:endParaRPr lang="en-US"/>
          </a:p>
          <a:p>
            <a:pPr marL="285750" indent="-285750">
              <a:buFont typeface="Arial"/>
              <a:buChar char="•"/>
            </a:pPr>
            <a:r>
              <a:rPr lang="en-US" sz="1450">
                <a:ea typeface="+mn-lt"/>
                <a:cs typeface="+mn-lt"/>
              </a:rPr>
              <a:t>Real-time dashboards (only CSV/Excel exports).</a:t>
            </a:r>
            <a:endParaRPr lang="en-US" sz="1450">
              <a:cs typeface="Arial"/>
            </a:endParaRPr>
          </a:p>
          <a:p>
            <a:pPr marL="285750" indent="-285750">
              <a:buFont typeface="Arial"/>
              <a:buChar char="•"/>
            </a:pPr>
            <a:r>
              <a:rPr lang="en-US" sz="1450">
                <a:ea typeface="+mn-lt"/>
                <a:cs typeface="+mn-lt"/>
              </a:rPr>
              <a:t>Automated Contract document ingestion.</a:t>
            </a:r>
            <a:endParaRPr lang="en-US"/>
          </a:p>
          <a:p>
            <a:pPr marL="285750" indent="-285750">
              <a:buFont typeface="Arial"/>
              <a:buChar char="•"/>
            </a:pPr>
            <a:r>
              <a:rPr lang="en-US" sz="1450">
                <a:ea typeface="+mn-lt"/>
                <a:cs typeface="+mn-lt"/>
              </a:rPr>
              <a:t>Advanced calculations like patient vs insurance split.</a:t>
            </a:r>
            <a:endParaRPr lang="en-US"/>
          </a:p>
        </p:txBody>
      </p:sp>
    </p:spTree>
    <p:extLst>
      <p:ext uri="{BB962C8B-B14F-4D97-AF65-F5344CB8AC3E}">
        <p14:creationId xmlns:p14="http://schemas.microsoft.com/office/powerpoint/2010/main" val="33963102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53F493F-0C8A-E886-0E7A-66EB706F602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734F073-3C0D-08FC-6687-E6AB2370E941}"/>
              </a:ext>
            </a:extLst>
          </p:cNvPr>
          <p:cNvSpPr/>
          <p:nvPr/>
        </p:nvSpPr>
        <p:spPr>
          <a:xfrm>
            <a:off x="0" y="123002"/>
            <a:ext cx="3558988" cy="523220"/>
          </a:xfrm>
          <a:prstGeom prst="rect">
            <a:avLst/>
          </a:prstGeom>
        </p:spPr>
        <p:txBody>
          <a:bodyPr wrap="none" lIns="91440" tIns="45720" rIns="91440" bIns="45720" anchor="t">
            <a:spAutoFit/>
          </a:bodyPr>
          <a:lstStyle/>
          <a:p>
            <a:r>
              <a:rPr lang="en-US" sz="2800" b="1">
                <a:solidFill>
                  <a:srgbClr val="5410BF"/>
                </a:solidFill>
                <a:latin typeface="Arial"/>
                <a:cs typeface="Arial"/>
              </a:rPr>
              <a:t>Our Understanding </a:t>
            </a:r>
            <a:endParaRPr lang="en-US" sz="2800" b="1">
              <a:solidFill>
                <a:srgbClr val="5410BF"/>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978AB71-638A-0FBF-F52E-4AF1C92E64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6" name="TextBox 5">
            <a:extLst>
              <a:ext uri="{FF2B5EF4-FFF2-40B4-BE49-F238E27FC236}">
                <a16:creationId xmlns:a16="http://schemas.microsoft.com/office/drawing/2014/main" id="{EFC55DF2-5B87-B54D-C9DA-45EF946E7D8F}"/>
              </a:ext>
            </a:extLst>
          </p:cNvPr>
          <p:cNvSpPr txBox="1"/>
          <p:nvPr/>
        </p:nvSpPr>
        <p:spPr>
          <a:xfrm>
            <a:off x="9837067" y="6527371"/>
            <a:ext cx="2246128" cy="253916"/>
          </a:xfrm>
          <a:prstGeom prst="rect">
            <a:avLst/>
          </a:prstGeom>
          <a:noFill/>
        </p:spPr>
        <p:txBody>
          <a:bodyPr wrap="none" rtlCol="0">
            <a:spAutoFit/>
          </a:bodyPr>
          <a:lstStyle/>
          <a:p>
            <a:r>
              <a:rPr lang="en-US" sz="1050">
                <a:solidFill>
                  <a:schemeClr val="bg1"/>
                </a:solidFill>
              </a:rPr>
              <a:t>© 2024 Sigmasoft All Rights Reserved</a:t>
            </a:r>
          </a:p>
        </p:txBody>
      </p:sp>
      <p:pic>
        <p:nvPicPr>
          <p:cNvPr id="7" name="Picture 6">
            <a:extLst>
              <a:ext uri="{FF2B5EF4-FFF2-40B4-BE49-F238E27FC236}">
                <a16:creationId xmlns:a16="http://schemas.microsoft.com/office/drawing/2014/main" id="{46EE02A4-A1C1-FB4B-5F84-136FBCA81FC7}"/>
              </a:ext>
            </a:extLst>
          </p:cNvPr>
          <p:cNvPicPr>
            <a:picLocks noChangeAspect="1"/>
          </p:cNvPicPr>
          <p:nvPr/>
        </p:nvPicPr>
        <p:blipFill>
          <a:blip r:embed="rId4"/>
          <a:stretch>
            <a:fillRect/>
          </a:stretch>
        </p:blipFill>
        <p:spPr>
          <a:xfrm>
            <a:off x="0" y="6445700"/>
            <a:ext cx="12183487" cy="412300"/>
          </a:xfrm>
          <a:prstGeom prst="rect">
            <a:avLst/>
          </a:prstGeom>
        </p:spPr>
      </p:pic>
      <p:cxnSp>
        <p:nvCxnSpPr>
          <p:cNvPr id="11" name="Straight Connector 10">
            <a:extLst>
              <a:ext uri="{FF2B5EF4-FFF2-40B4-BE49-F238E27FC236}">
                <a16:creationId xmlns:a16="http://schemas.microsoft.com/office/drawing/2014/main" id="{27BB7B5B-D868-B050-7F31-88261844E844}"/>
              </a:ext>
            </a:extLst>
          </p:cNvPr>
          <p:cNvCxnSpPr>
            <a:cxnSpLocks/>
          </p:cNvCxnSpPr>
          <p:nvPr/>
        </p:nvCxnSpPr>
        <p:spPr>
          <a:xfrm>
            <a:off x="8545" y="646222"/>
            <a:ext cx="12174942"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B7DA299-6287-4229-A512-1CFEB3BC686E}"/>
              </a:ext>
            </a:extLst>
          </p:cNvPr>
          <p:cNvPicPr>
            <a:picLocks noChangeAspect="1"/>
          </p:cNvPicPr>
          <p:nvPr/>
        </p:nvPicPr>
        <p:blipFill>
          <a:blip r:embed="rId5"/>
          <a:stretch>
            <a:fillRect/>
          </a:stretch>
        </p:blipFill>
        <p:spPr>
          <a:xfrm>
            <a:off x="8513" y="6507605"/>
            <a:ext cx="12192000" cy="368922"/>
          </a:xfrm>
          <a:prstGeom prst="rect">
            <a:avLst/>
          </a:prstGeom>
        </p:spPr>
      </p:pic>
      <p:sp>
        <p:nvSpPr>
          <p:cNvPr id="9" name="TextBox 8">
            <a:extLst>
              <a:ext uri="{FF2B5EF4-FFF2-40B4-BE49-F238E27FC236}">
                <a16:creationId xmlns:a16="http://schemas.microsoft.com/office/drawing/2014/main" id="{6A79E968-010B-1591-6D15-99AFBFFF400A}"/>
              </a:ext>
            </a:extLst>
          </p:cNvPr>
          <p:cNvSpPr txBox="1"/>
          <p:nvPr/>
        </p:nvSpPr>
        <p:spPr>
          <a:xfrm>
            <a:off x="433754" y="873369"/>
            <a:ext cx="10949353"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a:t>The ICDB wants a </a:t>
            </a:r>
            <a:r>
              <a:rPr lang="en-US" b="1"/>
              <a:t>fully automated revenue estimation process</a:t>
            </a:r>
            <a:r>
              <a:rPr lang="en-US"/>
              <a:t> that can be re-run any time with the same result (idempotent).</a:t>
            </a:r>
          </a:p>
          <a:p>
            <a:pPr>
              <a:buFont typeface=""/>
              <a:buChar char="•"/>
            </a:pPr>
            <a:r>
              <a:rPr lang="en-US"/>
              <a:t>The system should </a:t>
            </a:r>
            <a:r>
              <a:rPr lang="en-US" b="1"/>
              <a:t>log every step and decision</a:t>
            </a:r>
            <a:r>
              <a:rPr lang="en-US"/>
              <a:t>, so auditors can trace how revenue numbers were calculated.</a:t>
            </a:r>
          </a:p>
          <a:p>
            <a:pPr>
              <a:buFont typeface=""/>
              <a:buChar char="•"/>
            </a:pPr>
            <a:r>
              <a:rPr lang="en-US"/>
              <a:t>The </a:t>
            </a:r>
            <a:r>
              <a:rPr lang="en-US" b="1"/>
              <a:t>core calculation</a:t>
            </a:r>
            <a:r>
              <a:rPr lang="en-US"/>
              <a:t> uses historical “Allowed per Unit” data to derive a </a:t>
            </a:r>
            <a:r>
              <a:rPr lang="en-US" b="1"/>
              <a:t>Rate per Unit (RPU)</a:t>
            </a:r>
            <a:r>
              <a:rPr lang="en-US"/>
              <a:t> for each CPT code.</a:t>
            </a:r>
          </a:p>
          <a:p>
            <a:pPr>
              <a:buFont typeface=""/>
              <a:buChar char="•"/>
            </a:pPr>
            <a:r>
              <a:rPr lang="en-US"/>
              <a:t>The solution must </a:t>
            </a:r>
            <a:r>
              <a:rPr lang="en-US" b="1"/>
              <a:t>generate 5 output files</a:t>
            </a:r>
            <a:r>
              <a:rPr lang="en-US"/>
              <a:t> each month — including Master Rate Table, Appointment Revenue, and Audit Reports.</a:t>
            </a:r>
          </a:p>
          <a:p>
            <a:pPr>
              <a:buFont typeface=""/>
              <a:buChar char="•"/>
            </a:pPr>
            <a:r>
              <a:rPr lang="en-US"/>
              <a:t>The full data flow will move from </a:t>
            </a:r>
            <a:r>
              <a:rPr lang="en-US" b="1"/>
              <a:t>ABAConnect (EMR)</a:t>
            </a:r>
            <a:r>
              <a:rPr lang="en-US"/>
              <a:t> → </a:t>
            </a:r>
            <a:r>
              <a:rPr lang="en-US" b="1"/>
              <a:t>CollaborateMD (Billing)</a:t>
            </a:r>
            <a:r>
              <a:rPr lang="en-US"/>
              <a:t> → </a:t>
            </a:r>
            <a:r>
              <a:rPr lang="en-US" b="1"/>
              <a:t>Snowflake</a:t>
            </a:r>
            <a:r>
              <a:rPr lang="en-US"/>
              <a:t> → </a:t>
            </a:r>
            <a:r>
              <a:rPr lang="en-US" b="1"/>
              <a:t>Power BI Reports</a:t>
            </a:r>
            <a:r>
              <a:rPr lang="en-US"/>
              <a:t>.</a:t>
            </a:r>
          </a:p>
          <a:p>
            <a:pPr>
              <a:buFont typeface=""/>
              <a:buChar char="•"/>
            </a:pPr>
            <a:r>
              <a:rPr lang="en-US"/>
              <a:t>Everything must be ready to deliver results </a:t>
            </a:r>
            <a:r>
              <a:rPr lang="en-US" b="1"/>
              <a:t>by the 4th business day</a:t>
            </a:r>
            <a:r>
              <a:rPr lang="en-US"/>
              <a:t> each month.</a:t>
            </a:r>
          </a:p>
          <a:p>
            <a:pPr>
              <a:buFont typeface=""/>
              <a:buChar char="•"/>
            </a:pPr>
            <a:r>
              <a:rPr lang="en-US" b="1"/>
              <a:t>Future scope:</a:t>
            </a:r>
            <a:r>
              <a:rPr lang="en-US"/>
              <a:t> integrate EOB documents, add predictive analytics, and build real-time dashboards later.</a:t>
            </a:r>
          </a:p>
          <a:p>
            <a:pPr algn="ctr"/>
            <a:endParaRPr lang="en-US"/>
          </a:p>
        </p:txBody>
      </p:sp>
    </p:spTree>
    <p:extLst>
      <p:ext uri="{BB962C8B-B14F-4D97-AF65-F5344CB8AC3E}">
        <p14:creationId xmlns:p14="http://schemas.microsoft.com/office/powerpoint/2010/main" val="69927503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41">
            <a:extLst>
              <a:ext uri="{FF2B5EF4-FFF2-40B4-BE49-F238E27FC236}">
                <a16:creationId xmlns:a16="http://schemas.microsoft.com/office/drawing/2014/main" id="{4622FD3E-C1AE-A643-F977-743899F93393}"/>
              </a:ext>
            </a:extLst>
          </p:cNvPr>
          <p:cNvSpPr/>
          <p:nvPr/>
        </p:nvSpPr>
        <p:spPr>
          <a:xfrm>
            <a:off x="264740" y="256032"/>
            <a:ext cx="117519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r>
              <a:rPr lang="en-US" sz="2800" b="1">
                <a:solidFill>
                  <a:srgbClr val="5410BF"/>
                </a:solidFill>
                <a:latin typeface="Calibri"/>
                <a:ea typeface="Calibri"/>
                <a:cs typeface="Calibri"/>
                <a:sym typeface="Lato Light"/>
              </a:rPr>
              <a:t>Workflow Architecture</a:t>
            </a:r>
            <a:endParaRPr lang="en-US" sz="2800" b="1">
              <a:solidFill>
                <a:srgbClr val="5410BF"/>
              </a:solidFill>
              <a:latin typeface="Calibri" panose="020F0502020204030204" pitchFamily="34" charset="0"/>
              <a:ea typeface="Calibri" panose="020F0502020204030204" pitchFamily="34" charset="0"/>
              <a:cs typeface="Calibri" panose="020F0502020204030204" pitchFamily="34" charset="0"/>
              <a:sym typeface="Lato Light"/>
            </a:endParaRPr>
          </a:p>
        </p:txBody>
      </p:sp>
      <p:pic>
        <p:nvPicPr>
          <p:cNvPr id="2" name="Picture 1" descr="A diagram of a business flow">
            <a:extLst>
              <a:ext uri="{FF2B5EF4-FFF2-40B4-BE49-F238E27FC236}">
                <a16:creationId xmlns:a16="http://schemas.microsoft.com/office/drawing/2014/main" id="{AC4B1C4D-4B68-4093-6BDB-686EB80374A5}"/>
              </a:ext>
            </a:extLst>
          </p:cNvPr>
          <p:cNvPicPr>
            <a:picLocks noChangeAspect="1"/>
          </p:cNvPicPr>
          <p:nvPr/>
        </p:nvPicPr>
        <p:blipFill>
          <a:blip r:embed="rId3"/>
          <a:stretch>
            <a:fillRect/>
          </a:stretch>
        </p:blipFill>
        <p:spPr>
          <a:xfrm>
            <a:off x="604838" y="1557338"/>
            <a:ext cx="10982325" cy="3743325"/>
          </a:xfrm>
          <a:prstGeom prst="rect">
            <a:avLst/>
          </a:prstGeom>
        </p:spPr>
      </p:pic>
    </p:spTree>
    <p:extLst>
      <p:ext uri="{BB962C8B-B14F-4D97-AF65-F5344CB8AC3E}">
        <p14:creationId xmlns:p14="http://schemas.microsoft.com/office/powerpoint/2010/main" val="377045407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B5C77BF-D32A-8EF1-7B5B-CD90D31737B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42A01EC-E32C-B519-7346-8367811605A1}"/>
              </a:ext>
            </a:extLst>
          </p:cNvPr>
          <p:cNvSpPr/>
          <p:nvPr/>
        </p:nvSpPr>
        <p:spPr>
          <a:xfrm>
            <a:off x="0" y="123002"/>
            <a:ext cx="3861955" cy="523220"/>
          </a:xfrm>
          <a:prstGeom prst="rect">
            <a:avLst/>
          </a:prstGeom>
        </p:spPr>
        <p:txBody>
          <a:bodyPr wrap="none" lIns="91440" tIns="45720" rIns="91440" bIns="45720" anchor="t">
            <a:spAutoFit/>
          </a:bodyPr>
          <a:lstStyle/>
          <a:p>
            <a:r>
              <a:rPr lang="en-US" sz="2800" b="1">
                <a:solidFill>
                  <a:srgbClr val="5410BF"/>
                </a:solidFill>
                <a:latin typeface="Arial"/>
                <a:cs typeface="Arial"/>
              </a:rPr>
              <a:t>Clarifications Needed</a:t>
            </a:r>
            <a:endParaRPr lang="en-US"/>
          </a:p>
        </p:txBody>
      </p:sp>
      <p:pic>
        <p:nvPicPr>
          <p:cNvPr id="5" name="Picture 4">
            <a:extLst>
              <a:ext uri="{FF2B5EF4-FFF2-40B4-BE49-F238E27FC236}">
                <a16:creationId xmlns:a16="http://schemas.microsoft.com/office/drawing/2014/main" id="{61E07441-56CD-F928-8C8F-29E795745F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6" name="TextBox 5">
            <a:extLst>
              <a:ext uri="{FF2B5EF4-FFF2-40B4-BE49-F238E27FC236}">
                <a16:creationId xmlns:a16="http://schemas.microsoft.com/office/drawing/2014/main" id="{0305674E-E3F6-187D-CE2E-39F9D731E4AA}"/>
              </a:ext>
            </a:extLst>
          </p:cNvPr>
          <p:cNvSpPr txBox="1"/>
          <p:nvPr/>
        </p:nvSpPr>
        <p:spPr>
          <a:xfrm>
            <a:off x="9837067" y="6527371"/>
            <a:ext cx="2246128" cy="253916"/>
          </a:xfrm>
          <a:prstGeom prst="rect">
            <a:avLst/>
          </a:prstGeom>
          <a:noFill/>
        </p:spPr>
        <p:txBody>
          <a:bodyPr wrap="none" rtlCol="0">
            <a:spAutoFit/>
          </a:bodyPr>
          <a:lstStyle/>
          <a:p>
            <a:r>
              <a:rPr lang="en-US" sz="1050">
                <a:solidFill>
                  <a:schemeClr val="bg1"/>
                </a:solidFill>
              </a:rPr>
              <a:t>© 2024 Sigmasoft All Rights Reserved</a:t>
            </a:r>
          </a:p>
        </p:txBody>
      </p:sp>
      <p:pic>
        <p:nvPicPr>
          <p:cNvPr id="7" name="Picture 6">
            <a:extLst>
              <a:ext uri="{FF2B5EF4-FFF2-40B4-BE49-F238E27FC236}">
                <a16:creationId xmlns:a16="http://schemas.microsoft.com/office/drawing/2014/main" id="{66A89233-0A5B-0FCE-5083-5BBD0983A23C}"/>
              </a:ext>
            </a:extLst>
          </p:cNvPr>
          <p:cNvPicPr>
            <a:picLocks noChangeAspect="1"/>
          </p:cNvPicPr>
          <p:nvPr/>
        </p:nvPicPr>
        <p:blipFill>
          <a:blip r:embed="rId4"/>
          <a:stretch>
            <a:fillRect/>
          </a:stretch>
        </p:blipFill>
        <p:spPr>
          <a:xfrm>
            <a:off x="0" y="6445700"/>
            <a:ext cx="12183487" cy="412300"/>
          </a:xfrm>
          <a:prstGeom prst="rect">
            <a:avLst/>
          </a:prstGeom>
        </p:spPr>
      </p:pic>
      <p:cxnSp>
        <p:nvCxnSpPr>
          <p:cNvPr id="11" name="Straight Connector 10">
            <a:extLst>
              <a:ext uri="{FF2B5EF4-FFF2-40B4-BE49-F238E27FC236}">
                <a16:creationId xmlns:a16="http://schemas.microsoft.com/office/drawing/2014/main" id="{21E400D3-FA55-44F3-0480-FC352988D930}"/>
              </a:ext>
            </a:extLst>
          </p:cNvPr>
          <p:cNvCxnSpPr>
            <a:cxnSpLocks/>
          </p:cNvCxnSpPr>
          <p:nvPr/>
        </p:nvCxnSpPr>
        <p:spPr>
          <a:xfrm>
            <a:off x="8545" y="646222"/>
            <a:ext cx="12174942"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0EBE49C4-8391-4A38-0464-446B503C2A7B}"/>
              </a:ext>
            </a:extLst>
          </p:cNvPr>
          <p:cNvPicPr>
            <a:picLocks noChangeAspect="1"/>
          </p:cNvPicPr>
          <p:nvPr/>
        </p:nvPicPr>
        <p:blipFill>
          <a:blip r:embed="rId5"/>
          <a:stretch>
            <a:fillRect/>
          </a:stretch>
        </p:blipFill>
        <p:spPr>
          <a:xfrm>
            <a:off x="8513" y="6507605"/>
            <a:ext cx="12192000" cy="368922"/>
          </a:xfrm>
          <a:prstGeom prst="rect">
            <a:avLst/>
          </a:prstGeom>
        </p:spPr>
      </p:pic>
      <p:sp>
        <p:nvSpPr>
          <p:cNvPr id="2" name="TextBox 1">
            <a:extLst>
              <a:ext uri="{FF2B5EF4-FFF2-40B4-BE49-F238E27FC236}">
                <a16:creationId xmlns:a16="http://schemas.microsoft.com/office/drawing/2014/main" id="{DD6B3829-C6B5-FCE1-3C59-6ECD19978238}"/>
              </a:ext>
            </a:extLst>
          </p:cNvPr>
          <p:cNvSpPr txBox="1"/>
          <p:nvPr/>
        </p:nvSpPr>
        <p:spPr>
          <a:xfrm>
            <a:off x="425824" y="1030941"/>
            <a:ext cx="102870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AutoNum type="arabicPeriod"/>
            </a:pPr>
            <a:r>
              <a:rPr lang="en-US" b="1"/>
              <a:t>Data Lineage &amp; Source:</a:t>
            </a:r>
            <a:r>
              <a:rPr lang="en-US"/>
              <a:t> Confirm lineage, source of truth (Connect vs. Collab), and data quality issues.</a:t>
            </a:r>
          </a:p>
          <a:p>
            <a:pPr>
              <a:buFont typeface=""/>
              <a:buAutoNum type="arabicPeriod"/>
            </a:pPr>
            <a:r>
              <a:rPr lang="en-US" b="1"/>
              <a:t>Time &amp; History:</a:t>
            </a:r>
            <a:r>
              <a:rPr lang="en-US"/>
              <a:t> Define YTD format, time series needs, and how much historical data to process.</a:t>
            </a:r>
          </a:p>
          <a:p>
            <a:pPr>
              <a:buFont typeface=""/>
              <a:buAutoNum type="arabicPeriod"/>
            </a:pPr>
            <a:r>
              <a:rPr lang="en-US" b="1"/>
              <a:t>Pipeline &amp; Output:</a:t>
            </a:r>
            <a:r>
              <a:rPr lang="en-US"/>
              <a:t> Clarify if data pipelines need incremental/full refresh and confirm output format &amp; target environment.</a:t>
            </a:r>
          </a:p>
          <a:p>
            <a:pPr>
              <a:buFont typeface=""/>
              <a:buAutoNum type="arabicPeriod"/>
            </a:pPr>
            <a:r>
              <a:rPr lang="en-US" b="1"/>
              <a:t>Business Rules:</a:t>
            </a:r>
            <a:r>
              <a:rPr lang="en-US"/>
              <a:t> Need clarity on client–payer relationships, rate variation logic, thresholds, and outlier treatment.</a:t>
            </a:r>
          </a:p>
          <a:p>
            <a:pPr>
              <a:buFont typeface=""/>
              <a:buAutoNum type="arabicPeriod"/>
            </a:pPr>
            <a:r>
              <a:rPr lang="en-US" b="1"/>
              <a:t>Transaction Handling:</a:t>
            </a:r>
            <a:r>
              <a:rPr lang="en-US"/>
              <a:t> Define how to handle missing CPTs, zero units, finalized or partial transactions.</a:t>
            </a:r>
          </a:p>
          <a:p>
            <a:pPr>
              <a:buFont typeface=""/>
              <a:buAutoNum type="arabicPeriod"/>
            </a:pPr>
            <a:r>
              <a:rPr lang="en-US" b="1"/>
              <a:t>Process Logic:</a:t>
            </a:r>
            <a:r>
              <a:rPr lang="en-US"/>
              <a:t> Explain requirements for Multiplan Flag, variation tracking, and revenue recognition rules.</a:t>
            </a:r>
          </a:p>
          <a:p>
            <a:pPr>
              <a:buFont typeface=""/>
              <a:buAutoNum type="arabicPeriod"/>
            </a:pPr>
            <a:r>
              <a:rPr lang="en-US" b="1"/>
              <a:t>Technical Workflow:</a:t>
            </a:r>
            <a:r>
              <a:rPr lang="en-US"/>
              <a:t> Provide detailed Precision environment workflow including Salesforce source layer</a:t>
            </a:r>
          </a:p>
          <a:p>
            <a:pPr algn="ctr"/>
            <a:endParaRPr lang="en-US"/>
          </a:p>
        </p:txBody>
      </p:sp>
    </p:spTree>
    <p:extLst>
      <p:ext uri="{BB962C8B-B14F-4D97-AF65-F5344CB8AC3E}">
        <p14:creationId xmlns:p14="http://schemas.microsoft.com/office/powerpoint/2010/main" val="197000943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9B7F44A5-9406-48F8-84A5-AA74B5177C8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954073C-DDD3-78C2-3A0C-346A4A0C9A20}"/>
              </a:ext>
            </a:extLst>
          </p:cNvPr>
          <p:cNvSpPr/>
          <p:nvPr/>
        </p:nvSpPr>
        <p:spPr>
          <a:xfrm>
            <a:off x="0" y="123002"/>
            <a:ext cx="4177747" cy="523220"/>
          </a:xfrm>
          <a:prstGeom prst="rect">
            <a:avLst/>
          </a:prstGeom>
        </p:spPr>
        <p:txBody>
          <a:bodyPr wrap="none" lIns="91440" tIns="45720" rIns="91440" bIns="45720" anchor="t">
            <a:spAutoFit/>
          </a:bodyPr>
          <a:lstStyle/>
          <a:p>
            <a:r>
              <a:rPr lang="en-US" sz="2800" b="1">
                <a:solidFill>
                  <a:srgbClr val="5410BF"/>
                </a:solidFill>
                <a:latin typeface="Arial"/>
                <a:cs typeface="Arial"/>
              </a:rPr>
              <a:t>Project High Level Plan</a:t>
            </a:r>
            <a:endParaRPr lang="en-US"/>
          </a:p>
        </p:txBody>
      </p:sp>
      <p:pic>
        <p:nvPicPr>
          <p:cNvPr id="5" name="Picture 4">
            <a:extLst>
              <a:ext uri="{FF2B5EF4-FFF2-40B4-BE49-F238E27FC236}">
                <a16:creationId xmlns:a16="http://schemas.microsoft.com/office/drawing/2014/main" id="{B2429819-94B6-6D05-AFCE-DDB7B06F10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6" name="TextBox 5">
            <a:extLst>
              <a:ext uri="{FF2B5EF4-FFF2-40B4-BE49-F238E27FC236}">
                <a16:creationId xmlns:a16="http://schemas.microsoft.com/office/drawing/2014/main" id="{24031979-1A90-3135-5D5F-CFD1328AA37C}"/>
              </a:ext>
            </a:extLst>
          </p:cNvPr>
          <p:cNvSpPr txBox="1"/>
          <p:nvPr/>
        </p:nvSpPr>
        <p:spPr>
          <a:xfrm>
            <a:off x="9837067" y="6527371"/>
            <a:ext cx="2246128" cy="253916"/>
          </a:xfrm>
          <a:prstGeom prst="rect">
            <a:avLst/>
          </a:prstGeom>
          <a:noFill/>
        </p:spPr>
        <p:txBody>
          <a:bodyPr wrap="none" rtlCol="0">
            <a:spAutoFit/>
          </a:bodyPr>
          <a:lstStyle/>
          <a:p>
            <a:r>
              <a:rPr lang="en-US" sz="1050">
                <a:solidFill>
                  <a:schemeClr val="bg1"/>
                </a:solidFill>
              </a:rPr>
              <a:t>© 2024 Sigmasoft All Rights Reserved</a:t>
            </a:r>
          </a:p>
        </p:txBody>
      </p:sp>
      <p:pic>
        <p:nvPicPr>
          <p:cNvPr id="7" name="Picture 6">
            <a:extLst>
              <a:ext uri="{FF2B5EF4-FFF2-40B4-BE49-F238E27FC236}">
                <a16:creationId xmlns:a16="http://schemas.microsoft.com/office/drawing/2014/main" id="{B26C143D-D67F-ED03-7BB0-5A733D89EAE5}"/>
              </a:ext>
            </a:extLst>
          </p:cNvPr>
          <p:cNvPicPr>
            <a:picLocks noChangeAspect="1"/>
          </p:cNvPicPr>
          <p:nvPr/>
        </p:nvPicPr>
        <p:blipFill>
          <a:blip r:embed="rId4"/>
          <a:stretch>
            <a:fillRect/>
          </a:stretch>
        </p:blipFill>
        <p:spPr>
          <a:xfrm>
            <a:off x="0" y="6445700"/>
            <a:ext cx="12183487" cy="412300"/>
          </a:xfrm>
          <a:prstGeom prst="rect">
            <a:avLst/>
          </a:prstGeom>
        </p:spPr>
      </p:pic>
      <p:cxnSp>
        <p:nvCxnSpPr>
          <p:cNvPr id="11" name="Straight Connector 10">
            <a:extLst>
              <a:ext uri="{FF2B5EF4-FFF2-40B4-BE49-F238E27FC236}">
                <a16:creationId xmlns:a16="http://schemas.microsoft.com/office/drawing/2014/main" id="{E0A4195C-3E17-3F16-3AF8-E86E896DAC93}"/>
              </a:ext>
            </a:extLst>
          </p:cNvPr>
          <p:cNvCxnSpPr>
            <a:cxnSpLocks/>
          </p:cNvCxnSpPr>
          <p:nvPr/>
        </p:nvCxnSpPr>
        <p:spPr>
          <a:xfrm>
            <a:off x="8545" y="646222"/>
            <a:ext cx="12174942"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DC60E72-B8B1-AFF5-4920-602FCC333C72}"/>
              </a:ext>
            </a:extLst>
          </p:cNvPr>
          <p:cNvPicPr>
            <a:picLocks noChangeAspect="1"/>
          </p:cNvPicPr>
          <p:nvPr/>
        </p:nvPicPr>
        <p:blipFill>
          <a:blip r:embed="rId5"/>
          <a:stretch>
            <a:fillRect/>
          </a:stretch>
        </p:blipFill>
        <p:spPr>
          <a:xfrm>
            <a:off x="8513" y="6507605"/>
            <a:ext cx="12192000" cy="368922"/>
          </a:xfrm>
          <a:prstGeom prst="rect">
            <a:avLst/>
          </a:prstGeom>
        </p:spPr>
      </p:pic>
      <p:graphicFrame>
        <p:nvGraphicFramePr>
          <p:cNvPr id="8" name="Table 7">
            <a:extLst>
              <a:ext uri="{FF2B5EF4-FFF2-40B4-BE49-F238E27FC236}">
                <a16:creationId xmlns:a16="http://schemas.microsoft.com/office/drawing/2014/main" id="{E8A5A0D8-A36B-CA66-0232-5C7C21504CB9}"/>
              </a:ext>
            </a:extLst>
          </p:cNvPr>
          <p:cNvGraphicFramePr>
            <a:graphicFrameLocks noGrp="1"/>
          </p:cNvGraphicFramePr>
          <p:nvPr>
            <p:extLst>
              <p:ext uri="{D42A27DB-BD31-4B8C-83A1-F6EECF244321}">
                <p14:modId xmlns:p14="http://schemas.microsoft.com/office/powerpoint/2010/main" val="2280590933"/>
              </p:ext>
            </p:extLst>
          </p:nvPr>
        </p:nvGraphicFramePr>
        <p:xfrm>
          <a:off x="593911" y="1389529"/>
          <a:ext cx="11014811" cy="3477125"/>
        </p:xfrm>
        <a:graphic>
          <a:graphicData uri="http://schemas.openxmlformats.org/drawingml/2006/table">
            <a:tbl>
              <a:tblPr bandRow="1">
                <a:tableStyleId>{5C22544A-7EE6-4342-B048-85BDC9FD1C3A}</a:tableStyleId>
              </a:tblPr>
              <a:tblGrid>
                <a:gridCol w="3748367">
                  <a:extLst>
                    <a:ext uri="{9D8B030D-6E8A-4147-A177-3AD203B41FA5}">
                      <a16:colId xmlns:a16="http://schemas.microsoft.com/office/drawing/2014/main" val="4131197954"/>
                    </a:ext>
                  </a:extLst>
                </a:gridCol>
                <a:gridCol w="3594840">
                  <a:extLst>
                    <a:ext uri="{9D8B030D-6E8A-4147-A177-3AD203B41FA5}">
                      <a16:colId xmlns:a16="http://schemas.microsoft.com/office/drawing/2014/main" val="1512417508"/>
                    </a:ext>
                  </a:extLst>
                </a:gridCol>
                <a:gridCol w="3671604">
                  <a:extLst>
                    <a:ext uri="{9D8B030D-6E8A-4147-A177-3AD203B41FA5}">
                      <a16:colId xmlns:a16="http://schemas.microsoft.com/office/drawing/2014/main" val="3217123530"/>
                    </a:ext>
                  </a:extLst>
                </a:gridCol>
              </a:tblGrid>
              <a:tr h="579521">
                <a:tc>
                  <a:txBody>
                    <a:bodyPr/>
                    <a:lstStyle/>
                    <a:p>
                      <a:pPr>
                        <a:buNone/>
                      </a:pPr>
                      <a:r>
                        <a:rPr lang="en-US" sz="1400" b="1"/>
                        <a:t>Phase</a:t>
                      </a:r>
                      <a:endParaRPr lang="en-US" sz="1400"/>
                    </a:p>
                  </a:txBody>
                  <a:tcPr anchor="ctr">
                    <a:lnL>
                      <a:noFill/>
                    </a:lnL>
                    <a:lnR>
                      <a:noFill/>
                    </a:lnR>
                    <a:lnT>
                      <a:noFill/>
                    </a:lnT>
                    <a:lnB>
                      <a:noFill/>
                    </a:lnB>
                    <a:noFill/>
                  </a:tcPr>
                </a:tc>
                <a:tc>
                  <a:txBody>
                    <a:bodyPr/>
                    <a:lstStyle/>
                    <a:p>
                      <a:pPr>
                        <a:buNone/>
                      </a:pPr>
                      <a:r>
                        <a:rPr lang="en-US" sz="1400" b="1"/>
                        <a:t>Duration</a:t>
                      </a:r>
                      <a:endParaRPr lang="en-US" sz="1400"/>
                    </a:p>
                  </a:txBody>
                  <a:tcPr anchor="ctr">
                    <a:lnL>
                      <a:noFill/>
                    </a:lnL>
                    <a:lnR>
                      <a:noFill/>
                    </a:lnR>
                    <a:lnT>
                      <a:noFill/>
                    </a:lnT>
                    <a:lnB>
                      <a:noFill/>
                    </a:lnB>
                    <a:noFill/>
                  </a:tcPr>
                </a:tc>
                <a:tc>
                  <a:txBody>
                    <a:bodyPr/>
                    <a:lstStyle/>
                    <a:p>
                      <a:pPr>
                        <a:buNone/>
                      </a:pPr>
                      <a:r>
                        <a:rPr lang="en-US" sz="1400" b="1"/>
                        <a:t>Key Deliverables</a:t>
                      </a:r>
                      <a:endParaRPr lang="en-US" sz="1400"/>
                    </a:p>
                  </a:txBody>
                  <a:tcPr anchor="ctr">
                    <a:lnL>
                      <a:noFill/>
                    </a:lnL>
                    <a:lnR>
                      <a:noFill/>
                    </a:lnR>
                    <a:lnT>
                      <a:noFill/>
                    </a:lnT>
                    <a:lnB>
                      <a:noFill/>
                    </a:lnB>
                    <a:noFill/>
                  </a:tcPr>
                </a:tc>
                <a:extLst>
                  <a:ext uri="{0D108BD9-81ED-4DB2-BD59-A6C34878D82A}">
                    <a16:rowId xmlns:a16="http://schemas.microsoft.com/office/drawing/2014/main" val="2671807588"/>
                  </a:ext>
                </a:extLst>
              </a:tr>
              <a:tr h="579521">
                <a:tc>
                  <a:txBody>
                    <a:bodyPr/>
                    <a:lstStyle/>
                    <a:p>
                      <a:pPr>
                        <a:buNone/>
                      </a:pPr>
                      <a:r>
                        <a:rPr lang="en-US" sz="1400"/>
                        <a:t>Week 1–2</a:t>
                      </a:r>
                    </a:p>
                  </a:txBody>
                  <a:tcPr anchor="ctr">
                    <a:lnL>
                      <a:noFill/>
                    </a:lnL>
                    <a:lnR>
                      <a:noFill/>
                    </a:lnR>
                    <a:lnT>
                      <a:noFill/>
                    </a:lnT>
                    <a:lnB>
                      <a:noFill/>
                    </a:lnB>
                    <a:noFill/>
                  </a:tcPr>
                </a:tc>
                <a:tc>
                  <a:txBody>
                    <a:bodyPr/>
                    <a:lstStyle/>
                    <a:p>
                      <a:pPr>
                        <a:buNone/>
                      </a:pPr>
                      <a:r>
                        <a:rPr lang="en-US" sz="1400"/>
                        <a:t>Requirement finalization &amp; data analysis</a:t>
                      </a:r>
                    </a:p>
                  </a:txBody>
                  <a:tcPr anchor="ctr">
                    <a:lnL>
                      <a:noFill/>
                    </a:lnL>
                    <a:lnR>
                      <a:noFill/>
                    </a:lnR>
                    <a:lnT>
                      <a:noFill/>
                    </a:lnT>
                    <a:lnB>
                      <a:noFill/>
                    </a:lnB>
                    <a:noFill/>
                  </a:tcPr>
                </a:tc>
                <a:tc>
                  <a:txBody>
                    <a:bodyPr/>
                    <a:lstStyle/>
                    <a:p>
                      <a:pPr>
                        <a:buNone/>
                      </a:pPr>
                      <a:r>
                        <a:rPr lang="en-US" sz="1400"/>
                        <a:t>System mapping, logic sign-off</a:t>
                      </a:r>
                    </a:p>
                  </a:txBody>
                  <a:tcPr anchor="ctr">
                    <a:lnL>
                      <a:noFill/>
                    </a:lnL>
                    <a:lnR>
                      <a:noFill/>
                    </a:lnR>
                    <a:lnT>
                      <a:noFill/>
                    </a:lnT>
                    <a:lnB>
                      <a:noFill/>
                    </a:lnB>
                    <a:noFill/>
                  </a:tcPr>
                </a:tc>
                <a:extLst>
                  <a:ext uri="{0D108BD9-81ED-4DB2-BD59-A6C34878D82A}">
                    <a16:rowId xmlns:a16="http://schemas.microsoft.com/office/drawing/2014/main" val="3650616408"/>
                  </a:ext>
                </a:extLst>
              </a:tr>
              <a:tr h="579521">
                <a:tc>
                  <a:txBody>
                    <a:bodyPr/>
                    <a:lstStyle/>
                    <a:p>
                      <a:pPr>
                        <a:buNone/>
                      </a:pPr>
                      <a:r>
                        <a:rPr lang="en-US" sz="1400"/>
                        <a:t>Week 3–4</a:t>
                      </a:r>
                    </a:p>
                  </a:txBody>
                  <a:tcPr anchor="ctr">
                    <a:lnL>
                      <a:noFill/>
                    </a:lnL>
                    <a:lnR>
                      <a:noFill/>
                    </a:lnR>
                    <a:lnT>
                      <a:noFill/>
                    </a:lnT>
                    <a:lnB>
                      <a:noFill/>
                    </a:lnB>
                    <a:noFill/>
                  </a:tcPr>
                </a:tc>
                <a:tc>
                  <a:txBody>
                    <a:bodyPr/>
                    <a:lstStyle/>
                    <a:p>
                      <a:pPr>
                        <a:buNone/>
                      </a:pPr>
                      <a:r>
                        <a:rPr lang="en-US" sz="1400"/>
                        <a:t>Build Snowflake data model </a:t>
                      </a:r>
                    </a:p>
                  </a:txBody>
                  <a:tcPr anchor="ctr">
                    <a:lnL>
                      <a:noFill/>
                    </a:lnL>
                    <a:lnR>
                      <a:noFill/>
                    </a:lnR>
                    <a:lnT>
                      <a:noFill/>
                    </a:lnT>
                    <a:lnB>
                      <a:noFill/>
                    </a:lnB>
                    <a:noFill/>
                  </a:tcPr>
                </a:tc>
                <a:tc>
                  <a:txBody>
                    <a:bodyPr/>
                    <a:lstStyle/>
                    <a:p>
                      <a:pPr>
                        <a:buNone/>
                      </a:pPr>
                      <a:r>
                        <a:rPr lang="en-US" sz="1400"/>
                        <a:t>ETL setup, core logic</a:t>
                      </a:r>
                    </a:p>
                  </a:txBody>
                  <a:tcPr anchor="ctr">
                    <a:lnL>
                      <a:noFill/>
                    </a:lnL>
                    <a:lnR>
                      <a:noFill/>
                    </a:lnR>
                    <a:lnT>
                      <a:noFill/>
                    </a:lnT>
                    <a:lnB>
                      <a:noFill/>
                    </a:lnB>
                    <a:noFill/>
                  </a:tcPr>
                </a:tc>
                <a:extLst>
                  <a:ext uri="{0D108BD9-81ED-4DB2-BD59-A6C34878D82A}">
                    <a16:rowId xmlns:a16="http://schemas.microsoft.com/office/drawing/2014/main" val="607964016"/>
                  </a:ext>
                </a:extLst>
              </a:tr>
              <a:tr h="579521">
                <a:tc>
                  <a:txBody>
                    <a:bodyPr/>
                    <a:lstStyle/>
                    <a:p>
                      <a:pPr>
                        <a:buNone/>
                      </a:pPr>
                      <a:r>
                        <a:rPr lang="en-US" sz="1400"/>
                        <a:t>Week 5–6</a:t>
                      </a:r>
                    </a:p>
                  </a:txBody>
                  <a:tcPr anchor="ctr">
                    <a:lnL>
                      <a:noFill/>
                    </a:lnL>
                    <a:lnR>
                      <a:noFill/>
                    </a:lnR>
                    <a:lnT>
                      <a:noFill/>
                    </a:lnT>
                    <a:lnB>
                      <a:noFill/>
                    </a:lnB>
                    <a:noFill/>
                  </a:tcPr>
                </a:tc>
                <a:tc>
                  <a:txBody>
                    <a:bodyPr/>
                    <a:lstStyle/>
                    <a:p>
                      <a:pPr>
                        <a:buNone/>
                      </a:pPr>
                      <a:r>
                        <a:rPr lang="en-US" sz="1400"/>
                        <a:t>Validation, testing &amp; automation</a:t>
                      </a:r>
                    </a:p>
                  </a:txBody>
                  <a:tcPr anchor="ctr">
                    <a:lnL>
                      <a:noFill/>
                    </a:lnL>
                    <a:lnR>
                      <a:noFill/>
                    </a:lnR>
                    <a:lnT>
                      <a:noFill/>
                    </a:lnT>
                    <a:lnB>
                      <a:noFill/>
                    </a:lnB>
                    <a:noFill/>
                  </a:tcPr>
                </a:tc>
                <a:tc>
                  <a:txBody>
                    <a:bodyPr/>
                    <a:lstStyle/>
                    <a:p>
                      <a:pPr>
                        <a:buNone/>
                      </a:pPr>
                      <a:r>
                        <a:rPr lang="en-US" sz="1400"/>
                        <a:t>Audit logs, sample runs</a:t>
                      </a:r>
                    </a:p>
                  </a:txBody>
                  <a:tcPr anchor="ctr">
                    <a:lnL>
                      <a:noFill/>
                    </a:lnL>
                    <a:lnR>
                      <a:noFill/>
                    </a:lnR>
                    <a:lnT>
                      <a:noFill/>
                    </a:lnT>
                    <a:lnB>
                      <a:noFill/>
                    </a:lnB>
                    <a:noFill/>
                  </a:tcPr>
                </a:tc>
                <a:extLst>
                  <a:ext uri="{0D108BD9-81ED-4DB2-BD59-A6C34878D82A}">
                    <a16:rowId xmlns:a16="http://schemas.microsoft.com/office/drawing/2014/main" val="4154611874"/>
                  </a:ext>
                </a:extLst>
              </a:tr>
              <a:tr h="579521">
                <a:tc>
                  <a:txBody>
                    <a:bodyPr/>
                    <a:lstStyle/>
                    <a:p>
                      <a:pPr>
                        <a:buNone/>
                      </a:pPr>
                      <a:r>
                        <a:rPr lang="en-US" sz="1400"/>
                        <a:t>Week 7–10</a:t>
                      </a:r>
                    </a:p>
                  </a:txBody>
                  <a:tcPr anchor="ctr">
                    <a:lnL>
                      <a:noFill/>
                    </a:lnL>
                    <a:lnR>
                      <a:noFill/>
                    </a:lnR>
                    <a:lnT>
                      <a:noFill/>
                    </a:lnT>
                    <a:lnB>
                      <a:noFill/>
                    </a:lnB>
                    <a:noFill/>
                  </a:tcPr>
                </a:tc>
                <a:tc>
                  <a:txBody>
                    <a:bodyPr/>
                    <a:lstStyle/>
                    <a:p>
                      <a:pPr lvl="0">
                        <a:buNone/>
                      </a:pPr>
                      <a:r>
                        <a:rPr lang="en-US" sz="1400" b="0" i="0" u="none" strike="noStrike" noProof="0">
                          <a:solidFill>
                            <a:srgbClr val="000000"/>
                          </a:solidFill>
                          <a:latin typeface="Arial"/>
                        </a:rPr>
                        <a:t>Build</a:t>
                      </a:r>
                      <a:r>
                        <a:rPr lang="en-US" sz="1400"/>
                        <a:t> Power BI Reports</a:t>
                      </a:r>
                    </a:p>
                  </a:txBody>
                  <a:tcPr anchor="ctr">
                    <a:lnL>
                      <a:noFill/>
                    </a:lnL>
                    <a:lnR>
                      <a:noFill/>
                    </a:lnR>
                    <a:lnT>
                      <a:noFill/>
                    </a:lnT>
                    <a:lnB>
                      <a:noFill/>
                    </a:lnB>
                    <a:noFill/>
                  </a:tcPr>
                </a:tc>
                <a:tc>
                  <a:txBody>
                    <a:bodyPr/>
                    <a:lstStyle/>
                    <a:p>
                      <a:pPr>
                        <a:buNone/>
                      </a:pPr>
                      <a:r>
                        <a:rPr lang="en-US" sz="1400"/>
                        <a:t>Key Delivery Dashboards</a:t>
                      </a:r>
                    </a:p>
                  </a:txBody>
                  <a:tcPr anchor="ctr">
                    <a:lnL>
                      <a:noFill/>
                    </a:lnL>
                    <a:lnR>
                      <a:noFill/>
                    </a:lnR>
                    <a:lnT>
                      <a:noFill/>
                    </a:lnT>
                    <a:lnB>
                      <a:noFill/>
                    </a:lnB>
                    <a:noFill/>
                  </a:tcPr>
                </a:tc>
                <a:extLst>
                  <a:ext uri="{0D108BD9-81ED-4DB2-BD59-A6C34878D82A}">
                    <a16:rowId xmlns:a16="http://schemas.microsoft.com/office/drawing/2014/main" val="1126224848"/>
                  </a:ext>
                </a:extLst>
              </a:tr>
              <a:tr h="579520">
                <a:tc>
                  <a:txBody>
                    <a:bodyPr/>
                    <a:lstStyle/>
                    <a:p>
                      <a:pPr lvl="0">
                        <a:buNone/>
                      </a:pPr>
                      <a:r>
                        <a:rPr lang="en-US" sz="1400"/>
                        <a:t>Week 11–12</a:t>
                      </a:r>
                      <a:endParaRPr lang="en-US"/>
                    </a:p>
                  </a:txBody>
                  <a:tcPr anchor="ctr">
                    <a:lnL>
                      <a:noFill/>
                    </a:lnL>
                    <a:lnR>
                      <a:noFill/>
                    </a:lnR>
                    <a:lnT>
                      <a:noFill/>
                    </a:lnT>
                    <a:lnB>
                      <a:noFill/>
                    </a:lnB>
                    <a:noFill/>
                  </a:tcPr>
                </a:tc>
                <a:tc>
                  <a:txBody>
                    <a:bodyPr/>
                    <a:lstStyle/>
                    <a:p>
                      <a:pPr lvl="0">
                        <a:buNone/>
                      </a:pPr>
                      <a:r>
                        <a:rPr lang="en-US" sz="1400"/>
                        <a:t>Final delivery , Hypercare &amp; </a:t>
                      </a:r>
                      <a:r>
                        <a:rPr lang="en-US" sz="1400" b="0" i="0" u="none" strike="noStrike" noProof="0">
                          <a:solidFill>
                            <a:srgbClr val="000000"/>
                          </a:solidFill>
                          <a:latin typeface="Arial"/>
                        </a:rPr>
                        <a:t>handover </a:t>
                      </a:r>
                      <a:endParaRPr lang="en-US"/>
                    </a:p>
                  </a:txBody>
                  <a:tcPr anchor="ctr">
                    <a:lnL>
                      <a:noFill/>
                    </a:lnL>
                    <a:lnR>
                      <a:noFill/>
                    </a:lnR>
                    <a:lnT>
                      <a:noFill/>
                    </a:lnT>
                    <a:lnB>
                      <a:noFill/>
                    </a:lnB>
                    <a:noFill/>
                  </a:tcPr>
                </a:tc>
                <a:tc>
                  <a:txBody>
                    <a:bodyPr/>
                    <a:lstStyle/>
                    <a:p>
                      <a:pPr lvl="0">
                        <a:buNone/>
                      </a:pPr>
                      <a:r>
                        <a:rPr lang="en-US" sz="1400"/>
                        <a:t>Export files + documentation</a:t>
                      </a:r>
                      <a:endParaRPr lang="en-US"/>
                    </a:p>
                  </a:txBody>
                  <a:tcPr anchor="ctr">
                    <a:lnL>
                      <a:noFill/>
                    </a:lnL>
                    <a:lnR>
                      <a:noFill/>
                    </a:lnR>
                    <a:lnT>
                      <a:noFill/>
                    </a:lnT>
                    <a:lnB>
                      <a:noFill/>
                    </a:lnB>
                    <a:noFill/>
                  </a:tcPr>
                </a:tc>
                <a:extLst>
                  <a:ext uri="{0D108BD9-81ED-4DB2-BD59-A6C34878D82A}">
                    <a16:rowId xmlns:a16="http://schemas.microsoft.com/office/drawing/2014/main" val="3371693745"/>
                  </a:ext>
                </a:extLst>
              </a:tr>
            </a:tbl>
          </a:graphicData>
        </a:graphic>
      </p:graphicFrame>
    </p:spTree>
    <p:extLst>
      <p:ext uri="{BB962C8B-B14F-4D97-AF65-F5344CB8AC3E}">
        <p14:creationId xmlns:p14="http://schemas.microsoft.com/office/powerpoint/2010/main" val="3910779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48AD81E-1E26-A116-2D7B-CEC21F310E8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92C083D-2667-A918-3550-7540FB9B2FE9}"/>
              </a:ext>
            </a:extLst>
          </p:cNvPr>
          <p:cNvSpPr/>
          <p:nvPr/>
        </p:nvSpPr>
        <p:spPr>
          <a:xfrm>
            <a:off x="0" y="123002"/>
            <a:ext cx="2840842" cy="523220"/>
          </a:xfrm>
          <a:prstGeom prst="rect">
            <a:avLst/>
          </a:prstGeom>
        </p:spPr>
        <p:txBody>
          <a:bodyPr wrap="none" lIns="91440" tIns="45720" rIns="91440" bIns="45720" anchor="t">
            <a:spAutoFit/>
          </a:bodyPr>
          <a:lstStyle/>
          <a:p>
            <a:r>
              <a:rPr lang="en-US" sz="2800" b="1">
                <a:solidFill>
                  <a:srgbClr val="5410BF"/>
                </a:solidFill>
                <a:latin typeface="Arial"/>
                <a:cs typeface="Arial"/>
              </a:rPr>
              <a:t>Project Costing</a:t>
            </a:r>
            <a:endParaRPr lang="en-US"/>
          </a:p>
        </p:txBody>
      </p:sp>
      <p:pic>
        <p:nvPicPr>
          <p:cNvPr id="5" name="Picture 4">
            <a:extLst>
              <a:ext uri="{FF2B5EF4-FFF2-40B4-BE49-F238E27FC236}">
                <a16:creationId xmlns:a16="http://schemas.microsoft.com/office/drawing/2014/main" id="{D5BC0869-8AD3-9448-AD03-91D9DEE6E1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6" name="TextBox 5">
            <a:extLst>
              <a:ext uri="{FF2B5EF4-FFF2-40B4-BE49-F238E27FC236}">
                <a16:creationId xmlns:a16="http://schemas.microsoft.com/office/drawing/2014/main" id="{CDCFFBF2-924E-27AD-A75E-E22645EAF7DE}"/>
              </a:ext>
            </a:extLst>
          </p:cNvPr>
          <p:cNvSpPr txBox="1"/>
          <p:nvPr/>
        </p:nvSpPr>
        <p:spPr>
          <a:xfrm>
            <a:off x="9837067" y="6527371"/>
            <a:ext cx="2246128" cy="253916"/>
          </a:xfrm>
          <a:prstGeom prst="rect">
            <a:avLst/>
          </a:prstGeom>
          <a:noFill/>
        </p:spPr>
        <p:txBody>
          <a:bodyPr wrap="none" rtlCol="0">
            <a:spAutoFit/>
          </a:bodyPr>
          <a:lstStyle/>
          <a:p>
            <a:r>
              <a:rPr lang="en-US" sz="1050">
                <a:solidFill>
                  <a:schemeClr val="bg1"/>
                </a:solidFill>
              </a:rPr>
              <a:t>© 2024 Sigmasoft All Rights Reserved</a:t>
            </a:r>
          </a:p>
        </p:txBody>
      </p:sp>
      <p:pic>
        <p:nvPicPr>
          <p:cNvPr id="7" name="Picture 6">
            <a:extLst>
              <a:ext uri="{FF2B5EF4-FFF2-40B4-BE49-F238E27FC236}">
                <a16:creationId xmlns:a16="http://schemas.microsoft.com/office/drawing/2014/main" id="{3777700B-3956-4F56-6B89-F8FBCAFDF89F}"/>
              </a:ext>
            </a:extLst>
          </p:cNvPr>
          <p:cNvPicPr>
            <a:picLocks noChangeAspect="1"/>
          </p:cNvPicPr>
          <p:nvPr/>
        </p:nvPicPr>
        <p:blipFill>
          <a:blip r:embed="rId4"/>
          <a:stretch>
            <a:fillRect/>
          </a:stretch>
        </p:blipFill>
        <p:spPr>
          <a:xfrm>
            <a:off x="0" y="6445700"/>
            <a:ext cx="12183487" cy="412300"/>
          </a:xfrm>
          <a:prstGeom prst="rect">
            <a:avLst/>
          </a:prstGeom>
        </p:spPr>
      </p:pic>
      <p:cxnSp>
        <p:nvCxnSpPr>
          <p:cNvPr id="11" name="Straight Connector 10">
            <a:extLst>
              <a:ext uri="{FF2B5EF4-FFF2-40B4-BE49-F238E27FC236}">
                <a16:creationId xmlns:a16="http://schemas.microsoft.com/office/drawing/2014/main" id="{036E0F9F-980B-55E2-AA3E-E4E3502C6899}"/>
              </a:ext>
            </a:extLst>
          </p:cNvPr>
          <p:cNvCxnSpPr>
            <a:cxnSpLocks/>
          </p:cNvCxnSpPr>
          <p:nvPr/>
        </p:nvCxnSpPr>
        <p:spPr>
          <a:xfrm>
            <a:off x="8545" y="646222"/>
            <a:ext cx="12174942"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A68DE9CC-0703-A296-2FEC-9BBD2DC3DC36}"/>
              </a:ext>
            </a:extLst>
          </p:cNvPr>
          <p:cNvPicPr>
            <a:picLocks noChangeAspect="1"/>
          </p:cNvPicPr>
          <p:nvPr/>
        </p:nvPicPr>
        <p:blipFill>
          <a:blip r:embed="rId5"/>
          <a:stretch>
            <a:fillRect/>
          </a:stretch>
        </p:blipFill>
        <p:spPr>
          <a:xfrm>
            <a:off x="8513" y="6507605"/>
            <a:ext cx="12192000" cy="368922"/>
          </a:xfrm>
          <a:prstGeom prst="rect">
            <a:avLst/>
          </a:prstGeom>
        </p:spPr>
      </p:pic>
      <p:graphicFrame>
        <p:nvGraphicFramePr>
          <p:cNvPr id="12" name="Table 11">
            <a:extLst>
              <a:ext uri="{FF2B5EF4-FFF2-40B4-BE49-F238E27FC236}">
                <a16:creationId xmlns:a16="http://schemas.microsoft.com/office/drawing/2014/main" id="{47CA2B37-B39F-7FBE-6C81-C4D8D0845C6D}"/>
              </a:ext>
            </a:extLst>
          </p:cNvPr>
          <p:cNvGraphicFramePr>
            <a:graphicFrameLocks noGrp="1"/>
          </p:cNvGraphicFramePr>
          <p:nvPr>
            <p:extLst>
              <p:ext uri="{D42A27DB-BD31-4B8C-83A1-F6EECF244321}">
                <p14:modId xmlns:p14="http://schemas.microsoft.com/office/powerpoint/2010/main" val="3282252926"/>
              </p:ext>
            </p:extLst>
          </p:nvPr>
        </p:nvGraphicFramePr>
        <p:xfrm>
          <a:off x="268941" y="1165632"/>
          <a:ext cx="11384754" cy="3595655"/>
        </p:xfrm>
        <a:graphic>
          <a:graphicData uri="http://schemas.openxmlformats.org/drawingml/2006/table">
            <a:tbl>
              <a:tblPr bandRow="1">
                <a:tableStyleId>{5C22544A-7EE6-4342-B048-85BDC9FD1C3A}</a:tableStyleId>
              </a:tblPr>
              <a:tblGrid>
                <a:gridCol w="3794918">
                  <a:extLst>
                    <a:ext uri="{9D8B030D-6E8A-4147-A177-3AD203B41FA5}">
                      <a16:colId xmlns:a16="http://schemas.microsoft.com/office/drawing/2014/main" val="1110748543"/>
                    </a:ext>
                  </a:extLst>
                </a:gridCol>
                <a:gridCol w="3794918">
                  <a:extLst>
                    <a:ext uri="{9D8B030D-6E8A-4147-A177-3AD203B41FA5}">
                      <a16:colId xmlns:a16="http://schemas.microsoft.com/office/drawing/2014/main" val="2224200912"/>
                    </a:ext>
                  </a:extLst>
                </a:gridCol>
                <a:gridCol w="3794918">
                  <a:extLst>
                    <a:ext uri="{9D8B030D-6E8A-4147-A177-3AD203B41FA5}">
                      <a16:colId xmlns:a16="http://schemas.microsoft.com/office/drawing/2014/main" val="3349083076"/>
                    </a:ext>
                  </a:extLst>
                </a:gridCol>
              </a:tblGrid>
              <a:tr h="513665">
                <a:tc>
                  <a:txBody>
                    <a:bodyPr/>
                    <a:lstStyle/>
                    <a:p>
                      <a:pPr>
                        <a:buNone/>
                      </a:pPr>
                      <a:r>
                        <a:rPr lang="en-US" sz="1400" b="1"/>
                        <a:t>Component</a:t>
                      </a:r>
                      <a:endParaRPr lang="en-US" sz="1400"/>
                    </a:p>
                  </a:txBody>
                  <a:tcPr anchor="ctr">
                    <a:lnL>
                      <a:noFill/>
                    </a:lnL>
                    <a:lnR>
                      <a:noFill/>
                    </a:lnR>
                    <a:lnT>
                      <a:noFill/>
                    </a:lnT>
                    <a:lnB>
                      <a:noFill/>
                    </a:lnB>
                    <a:noFill/>
                  </a:tcPr>
                </a:tc>
                <a:tc>
                  <a:txBody>
                    <a:bodyPr/>
                    <a:lstStyle/>
                    <a:p>
                      <a:pPr>
                        <a:buNone/>
                      </a:pPr>
                      <a:r>
                        <a:rPr lang="en-US" sz="1400" b="1"/>
                        <a:t>Effort</a:t>
                      </a:r>
                      <a:endParaRPr lang="en-US" sz="1400"/>
                    </a:p>
                  </a:txBody>
                  <a:tcPr anchor="ctr">
                    <a:lnL>
                      <a:noFill/>
                    </a:lnL>
                    <a:lnR>
                      <a:noFill/>
                    </a:lnR>
                    <a:lnT>
                      <a:noFill/>
                    </a:lnT>
                    <a:lnB>
                      <a:noFill/>
                    </a:lnB>
                    <a:noFill/>
                  </a:tcPr>
                </a:tc>
                <a:tc>
                  <a:txBody>
                    <a:bodyPr/>
                    <a:lstStyle/>
                    <a:p>
                      <a:pPr>
                        <a:buNone/>
                      </a:pPr>
                      <a:r>
                        <a:rPr lang="en-US" sz="1400" b="1"/>
                        <a:t>Approx. Cost (USD)</a:t>
                      </a:r>
                      <a:endParaRPr lang="en-US" sz="1400"/>
                    </a:p>
                  </a:txBody>
                  <a:tcPr anchor="ctr">
                    <a:lnL>
                      <a:noFill/>
                    </a:lnL>
                    <a:lnR>
                      <a:noFill/>
                    </a:lnR>
                    <a:lnT>
                      <a:noFill/>
                    </a:lnT>
                    <a:lnB>
                      <a:noFill/>
                    </a:lnB>
                    <a:noFill/>
                  </a:tcPr>
                </a:tc>
                <a:extLst>
                  <a:ext uri="{0D108BD9-81ED-4DB2-BD59-A6C34878D82A}">
                    <a16:rowId xmlns:a16="http://schemas.microsoft.com/office/drawing/2014/main" val="4144934144"/>
                  </a:ext>
                </a:extLst>
              </a:tr>
              <a:tr h="513665">
                <a:tc>
                  <a:txBody>
                    <a:bodyPr/>
                    <a:lstStyle/>
                    <a:p>
                      <a:pPr>
                        <a:buNone/>
                      </a:pPr>
                      <a:r>
                        <a:rPr lang="en-US" sz="1400"/>
                        <a:t>Data Integration &amp; Snowflake Setup</a:t>
                      </a:r>
                    </a:p>
                  </a:txBody>
                  <a:tcPr anchor="ctr">
                    <a:lnL>
                      <a:noFill/>
                    </a:lnL>
                    <a:lnR>
                      <a:noFill/>
                    </a:lnR>
                    <a:lnT>
                      <a:noFill/>
                    </a:lnT>
                    <a:lnB>
                      <a:noFill/>
                    </a:lnB>
                    <a:noFill/>
                  </a:tcPr>
                </a:tc>
                <a:tc>
                  <a:txBody>
                    <a:bodyPr/>
                    <a:lstStyle/>
                    <a:p>
                      <a:pPr>
                        <a:buNone/>
                      </a:pPr>
                      <a:r>
                        <a:rPr lang="en-US" sz="1400"/>
                        <a:t>3 weeks</a:t>
                      </a:r>
                    </a:p>
                  </a:txBody>
                  <a:tcPr anchor="ctr">
                    <a:lnL>
                      <a:noFill/>
                    </a:lnL>
                    <a:lnR>
                      <a:noFill/>
                    </a:lnR>
                    <a:lnT>
                      <a:noFill/>
                    </a:lnT>
                    <a:lnB>
                      <a:noFill/>
                    </a:lnB>
                    <a:noFill/>
                  </a:tcPr>
                </a:tc>
                <a:tc>
                  <a:txBody>
                    <a:bodyPr/>
                    <a:lstStyle/>
                    <a:p>
                      <a:pPr>
                        <a:buNone/>
                      </a:pPr>
                      <a:r>
                        <a:rPr lang="en-US" sz="1400"/>
                        <a:t>$15 K</a:t>
                      </a:r>
                    </a:p>
                  </a:txBody>
                  <a:tcPr anchor="ctr">
                    <a:lnL>
                      <a:noFill/>
                    </a:lnL>
                    <a:lnR>
                      <a:noFill/>
                    </a:lnR>
                    <a:lnT>
                      <a:noFill/>
                    </a:lnT>
                    <a:lnB>
                      <a:noFill/>
                    </a:lnB>
                    <a:noFill/>
                  </a:tcPr>
                </a:tc>
                <a:extLst>
                  <a:ext uri="{0D108BD9-81ED-4DB2-BD59-A6C34878D82A}">
                    <a16:rowId xmlns:a16="http://schemas.microsoft.com/office/drawing/2014/main" val="2444010034"/>
                  </a:ext>
                </a:extLst>
              </a:tr>
              <a:tr h="513665">
                <a:tc>
                  <a:txBody>
                    <a:bodyPr/>
                    <a:lstStyle/>
                    <a:p>
                      <a:pPr>
                        <a:buNone/>
                      </a:pPr>
                      <a:r>
                        <a:rPr lang="en-US" sz="1400"/>
                        <a:t>Logic Development (RPU, MRT, Audit)</a:t>
                      </a:r>
                    </a:p>
                  </a:txBody>
                  <a:tcPr anchor="ctr">
                    <a:lnL>
                      <a:noFill/>
                    </a:lnL>
                    <a:lnR>
                      <a:noFill/>
                    </a:lnR>
                    <a:lnT>
                      <a:noFill/>
                    </a:lnT>
                    <a:lnB>
                      <a:noFill/>
                    </a:lnB>
                    <a:noFill/>
                  </a:tcPr>
                </a:tc>
                <a:tc>
                  <a:txBody>
                    <a:bodyPr/>
                    <a:lstStyle/>
                    <a:p>
                      <a:pPr>
                        <a:buNone/>
                      </a:pPr>
                      <a:r>
                        <a:rPr lang="en-US" sz="1400"/>
                        <a:t>4 weeks</a:t>
                      </a:r>
                    </a:p>
                  </a:txBody>
                  <a:tcPr anchor="ctr">
                    <a:lnL>
                      <a:noFill/>
                    </a:lnL>
                    <a:lnR>
                      <a:noFill/>
                    </a:lnR>
                    <a:lnT>
                      <a:noFill/>
                    </a:lnT>
                    <a:lnB>
                      <a:noFill/>
                    </a:lnB>
                    <a:noFill/>
                  </a:tcPr>
                </a:tc>
                <a:tc>
                  <a:txBody>
                    <a:bodyPr/>
                    <a:lstStyle/>
                    <a:p>
                      <a:pPr>
                        <a:buNone/>
                      </a:pPr>
                      <a:r>
                        <a:rPr lang="en-US" sz="1400"/>
                        <a:t>$20 K</a:t>
                      </a:r>
                    </a:p>
                  </a:txBody>
                  <a:tcPr anchor="ctr">
                    <a:lnL>
                      <a:noFill/>
                    </a:lnL>
                    <a:lnR>
                      <a:noFill/>
                    </a:lnR>
                    <a:lnT>
                      <a:noFill/>
                    </a:lnT>
                    <a:lnB>
                      <a:noFill/>
                    </a:lnB>
                    <a:noFill/>
                  </a:tcPr>
                </a:tc>
                <a:extLst>
                  <a:ext uri="{0D108BD9-81ED-4DB2-BD59-A6C34878D82A}">
                    <a16:rowId xmlns:a16="http://schemas.microsoft.com/office/drawing/2014/main" val="360971269"/>
                  </a:ext>
                </a:extLst>
              </a:tr>
              <a:tr h="513665">
                <a:tc>
                  <a:txBody>
                    <a:bodyPr/>
                    <a:lstStyle/>
                    <a:p>
                      <a:pPr>
                        <a:buNone/>
                      </a:pPr>
                      <a:r>
                        <a:rPr lang="en-US" sz="1400"/>
                        <a:t>Validation, Testing &amp; Fixes</a:t>
                      </a:r>
                    </a:p>
                  </a:txBody>
                  <a:tcPr anchor="ctr">
                    <a:lnL>
                      <a:noFill/>
                    </a:lnL>
                    <a:lnR>
                      <a:noFill/>
                    </a:lnR>
                    <a:lnT>
                      <a:noFill/>
                    </a:lnT>
                    <a:lnB>
                      <a:noFill/>
                    </a:lnB>
                    <a:noFill/>
                  </a:tcPr>
                </a:tc>
                <a:tc>
                  <a:txBody>
                    <a:bodyPr/>
                    <a:lstStyle/>
                    <a:p>
                      <a:pPr>
                        <a:buNone/>
                      </a:pPr>
                      <a:r>
                        <a:rPr lang="en-US" sz="1400"/>
                        <a:t>2 weeks</a:t>
                      </a:r>
                    </a:p>
                  </a:txBody>
                  <a:tcPr anchor="ctr">
                    <a:lnL>
                      <a:noFill/>
                    </a:lnL>
                    <a:lnR>
                      <a:noFill/>
                    </a:lnR>
                    <a:lnT>
                      <a:noFill/>
                    </a:lnT>
                    <a:lnB>
                      <a:noFill/>
                    </a:lnB>
                    <a:noFill/>
                  </a:tcPr>
                </a:tc>
                <a:tc>
                  <a:txBody>
                    <a:bodyPr/>
                    <a:lstStyle/>
                    <a:p>
                      <a:pPr>
                        <a:buNone/>
                      </a:pPr>
                      <a:r>
                        <a:rPr lang="en-US" sz="1400"/>
                        <a:t>$8 K</a:t>
                      </a:r>
                    </a:p>
                  </a:txBody>
                  <a:tcPr anchor="ctr">
                    <a:lnL>
                      <a:noFill/>
                    </a:lnL>
                    <a:lnR>
                      <a:noFill/>
                    </a:lnR>
                    <a:lnT>
                      <a:noFill/>
                    </a:lnT>
                    <a:lnB>
                      <a:noFill/>
                    </a:lnB>
                    <a:noFill/>
                  </a:tcPr>
                </a:tc>
                <a:extLst>
                  <a:ext uri="{0D108BD9-81ED-4DB2-BD59-A6C34878D82A}">
                    <a16:rowId xmlns:a16="http://schemas.microsoft.com/office/drawing/2014/main" val="878208141"/>
                  </a:ext>
                </a:extLst>
              </a:tr>
              <a:tr h="513665">
                <a:tc>
                  <a:txBody>
                    <a:bodyPr/>
                    <a:lstStyle/>
                    <a:p>
                      <a:pPr>
                        <a:buNone/>
                      </a:pPr>
                      <a:r>
                        <a:rPr lang="en-US" sz="1400"/>
                        <a:t>Power BI Reporting &amp; Exports</a:t>
                      </a:r>
                    </a:p>
                  </a:txBody>
                  <a:tcPr anchor="ctr">
                    <a:lnL>
                      <a:noFill/>
                    </a:lnL>
                    <a:lnR>
                      <a:noFill/>
                    </a:lnR>
                    <a:lnT>
                      <a:noFill/>
                    </a:lnT>
                    <a:lnB>
                      <a:noFill/>
                    </a:lnB>
                    <a:noFill/>
                  </a:tcPr>
                </a:tc>
                <a:tc>
                  <a:txBody>
                    <a:bodyPr/>
                    <a:lstStyle/>
                    <a:p>
                      <a:pPr>
                        <a:buNone/>
                      </a:pPr>
                      <a:r>
                        <a:rPr lang="en-US" sz="1400"/>
                        <a:t>2 weeks</a:t>
                      </a:r>
                    </a:p>
                  </a:txBody>
                  <a:tcPr anchor="ctr">
                    <a:lnL>
                      <a:noFill/>
                    </a:lnL>
                    <a:lnR>
                      <a:noFill/>
                    </a:lnR>
                    <a:lnT>
                      <a:noFill/>
                    </a:lnT>
                    <a:lnB>
                      <a:noFill/>
                    </a:lnB>
                    <a:noFill/>
                  </a:tcPr>
                </a:tc>
                <a:tc>
                  <a:txBody>
                    <a:bodyPr/>
                    <a:lstStyle/>
                    <a:p>
                      <a:pPr>
                        <a:buNone/>
                      </a:pPr>
                      <a:r>
                        <a:rPr lang="en-US" sz="1400"/>
                        <a:t>$6 K</a:t>
                      </a:r>
                    </a:p>
                  </a:txBody>
                  <a:tcPr anchor="ctr">
                    <a:lnL>
                      <a:noFill/>
                    </a:lnL>
                    <a:lnR>
                      <a:noFill/>
                    </a:lnR>
                    <a:lnT>
                      <a:noFill/>
                    </a:lnT>
                    <a:lnB>
                      <a:noFill/>
                    </a:lnB>
                    <a:noFill/>
                  </a:tcPr>
                </a:tc>
                <a:extLst>
                  <a:ext uri="{0D108BD9-81ED-4DB2-BD59-A6C34878D82A}">
                    <a16:rowId xmlns:a16="http://schemas.microsoft.com/office/drawing/2014/main" val="4151480293"/>
                  </a:ext>
                </a:extLst>
              </a:tr>
              <a:tr h="513665">
                <a:tc>
                  <a:txBody>
                    <a:bodyPr/>
                    <a:lstStyle/>
                    <a:p>
                      <a:pPr>
                        <a:buNone/>
                      </a:pPr>
                      <a:r>
                        <a:rPr lang="en-US" sz="1400"/>
                        <a:t>Documentation &amp; Project Management</a:t>
                      </a:r>
                    </a:p>
                  </a:txBody>
                  <a:tcPr anchor="ctr">
                    <a:lnL>
                      <a:noFill/>
                    </a:lnL>
                    <a:lnR>
                      <a:noFill/>
                    </a:lnR>
                    <a:lnT>
                      <a:noFill/>
                    </a:lnT>
                    <a:lnB>
                      <a:noFill/>
                    </a:lnB>
                    <a:noFill/>
                  </a:tcPr>
                </a:tc>
                <a:tc>
                  <a:txBody>
                    <a:bodyPr/>
                    <a:lstStyle/>
                    <a:p>
                      <a:pPr>
                        <a:buNone/>
                      </a:pPr>
                      <a:r>
                        <a:rPr lang="en-US" sz="1400"/>
                        <a:t>1 week</a:t>
                      </a:r>
                    </a:p>
                  </a:txBody>
                  <a:tcPr anchor="ctr">
                    <a:lnL>
                      <a:noFill/>
                    </a:lnL>
                    <a:lnR>
                      <a:noFill/>
                    </a:lnR>
                    <a:lnT>
                      <a:noFill/>
                    </a:lnT>
                    <a:lnB>
                      <a:noFill/>
                    </a:lnB>
                    <a:noFill/>
                  </a:tcPr>
                </a:tc>
                <a:tc>
                  <a:txBody>
                    <a:bodyPr/>
                    <a:lstStyle/>
                    <a:p>
                      <a:pPr>
                        <a:buNone/>
                      </a:pPr>
                      <a:r>
                        <a:rPr lang="en-US" sz="1400"/>
                        <a:t>$4 K</a:t>
                      </a:r>
                    </a:p>
                  </a:txBody>
                  <a:tcPr anchor="ctr">
                    <a:lnL>
                      <a:noFill/>
                    </a:lnL>
                    <a:lnR>
                      <a:noFill/>
                    </a:lnR>
                    <a:lnT>
                      <a:noFill/>
                    </a:lnT>
                    <a:lnB>
                      <a:noFill/>
                    </a:lnB>
                    <a:noFill/>
                  </a:tcPr>
                </a:tc>
                <a:extLst>
                  <a:ext uri="{0D108BD9-81ED-4DB2-BD59-A6C34878D82A}">
                    <a16:rowId xmlns:a16="http://schemas.microsoft.com/office/drawing/2014/main" val="3582678710"/>
                  </a:ext>
                </a:extLst>
              </a:tr>
              <a:tr h="513665">
                <a:tc>
                  <a:txBody>
                    <a:bodyPr/>
                    <a:lstStyle/>
                    <a:p>
                      <a:pPr>
                        <a:buNone/>
                      </a:pPr>
                      <a:r>
                        <a:rPr lang="en-US" sz="1400" b="1"/>
                        <a:t>Total Estimated Cost</a:t>
                      </a:r>
                      <a:endParaRPr lang="en-US" sz="1400"/>
                    </a:p>
                  </a:txBody>
                  <a:tcPr anchor="ctr">
                    <a:lnL>
                      <a:noFill/>
                    </a:lnL>
                    <a:lnR>
                      <a:noFill/>
                    </a:lnR>
                    <a:lnT>
                      <a:noFill/>
                    </a:lnT>
                    <a:lnB>
                      <a:noFill/>
                    </a:lnB>
                    <a:noFill/>
                  </a:tcPr>
                </a:tc>
                <a:tc>
                  <a:txBody>
                    <a:bodyPr/>
                    <a:lstStyle/>
                    <a:p>
                      <a:pPr>
                        <a:buNone/>
                      </a:pPr>
                      <a:r>
                        <a:rPr lang="en-US" sz="1400" b="1"/>
                        <a:t>12 weeks</a:t>
                      </a:r>
                      <a:endParaRPr lang="en-US" sz="1400"/>
                    </a:p>
                  </a:txBody>
                  <a:tcPr anchor="ctr">
                    <a:lnL>
                      <a:noFill/>
                    </a:lnL>
                    <a:lnR>
                      <a:noFill/>
                    </a:lnR>
                    <a:lnT>
                      <a:noFill/>
                    </a:lnT>
                    <a:lnB>
                      <a:noFill/>
                    </a:lnB>
                    <a:noFill/>
                  </a:tcPr>
                </a:tc>
                <a:tc>
                  <a:txBody>
                    <a:bodyPr/>
                    <a:lstStyle/>
                    <a:p>
                      <a:pPr>
                        <a:buNone/>
                      </a:pPr>
                      <a:r>
                        <a:rPr lang="en-US" sz="1400" b="1"/>
                        <a:t>$53 K (approx.)</a:t>
                      </a:r>
                      <a:endParaRPr lang="en-US" sz="1400"/>
                    </a:p>
                  </a:txBody>
                  <a:tcPr anchor="ctr">
                    <a:lnL>
                      <a:noFill/>
                    </a:lnL>
                    <a:lnR>
                      <a:noFill/>
                    </a:lnR>
                    <a:lnT>
                      <a:noFill/>
                    </a:lnT>
                    <a:lnB>
                      <a:noFill/>
                    </a:lnB>
                    <a:noFill/>
                  </a:tcPr>
                </a:tc>
                <a:extLst>
                  <a:ext uri="{0D108BD9-81ED-4DB2-BD59-A6C34878D82A}">
                    <a16:rowId xmlns:a16="http://schemas.microsoft.com/office/drawing/2014/main" val="588905160"/>
                  </a:ext>
                </a:extLst>
              </a:tr>
            </a:tbl>
          </a:graphicData>
        </a:graphic>
      </p:graphicFrame>
    </p:spTree>
    <p:extLst>
      <p:ext uri="{BB962C8B-B14F-4D97-AF65-F5344CB8AC3E}">
        <p14:creationId xmlns:p14="http://schemas.microsoft.com/office/powerpoint/2010/main" val="572014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BF0BEF2-1B82-6E0B-3635-7AA0CAA70EF4}"/>
            </a:ext>
          </a:extLst>
        </p:cNvPr>
        <p:cNvGrpSpPr/>
        <p:nvPr/>
      </p:nvGrpSpPr>
      <p:grpSpPr>
        <a:xfrm>
          <a:off x="0" y="0"/>
          <a:ext cx="0" cy="0"/>
          <a:chOff x="0" y="0"/>
          <a:chExt cx="0" cy="0"/>
        </a:xfrm>
      </p:grpSpPr>
      <p:sp>
        <p:nvSpPr>
          <p:cNvPr id="4" name="Shape 141">
            <a:extLst>
              <a:ext uri="{FF2B5EF4-FFF2-40B4-BE49-F238E27FC236}">
                <a16:creationId xmlns:a16="http://schemas.microsoft.com/office/drawing/2014/main" id="{34C2C954-D9C3-5C10-24A5-D2F4EC2828AB}"/>
              </a:ext>
            </a:extLst>
          </p:cNvPr>
          <p:cNvSpPr/>
          <p:nvPr/>
        </p:nvSpPr>
        <p:spPr>
          <a:xfrm>
            <a:off x="308284" y="125400"/>
            <a:ext cx="6686704"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sz="2800">
                <a:solidFill>
                  <a:srgbClr val="4D4D4D"/>
                </a:solidFill>
                <a:latin typeface="Lato Light"/>
                <a:ea typeface="Lato Light"/>
                <a:cs typeface="Lato Light"/>
                <a:sym typeface="Lato Light"/>
              </a:defRPr>
            </a:pPr>
            <a:r>
              <a:rPr lang="en-US" sz="2800" b="1">
                <a:solidFill>
                  <a:srgbClr val="5410BF"/>
                </a:solidFill>
                <a:latin typeface="Calibri"/>
                <a:ea typeface="Calibri"/>
                <a:cs typeface="Calibri"/>
                <a:sym typeface="Lato Light"/>
              </a:rPr>
              <a:t>Execution Approach</a:t>
            </a:r>
            <a:endParaRPr lang="en-US" sz="2800" b="1">
              <a:solidFill>
                <a:srgbClr val="5410BF"/>
              </a:solidFill>
              <a:latin typeface="Calibri" panose="020F0502020204030204" pitchFamily="34" charset="0"/>
              <a:ea typeface="Calibri" panose="020F0502020204030204" pitchFamily="34" charset="0"/>
              <a:cs typeface="Calibri" panose="020F0502020204030204" pitchFamily="34" charset="0"/>
            </a:endParaRPr>
          </a:p>
        </p:txBody>
      </p:sp>
      <p:sp>
        <p:nvSpPr>
          <p:cNvPr id="228" name="Freeform 4">
            <a:extLst>
              <a:ext uri="{FF2B5EF4-FFF2-40B4-BE49-F238E27FC236}">
                <a16:creationId xmlns:a16="http://schemas.microsoft.com/office/drawing/2014/main" id="{146E8267-83FB-7890-6FA2-E18D8102AD6A}"/>
              </a:ext>
            </a:extLst>
          </p:cNvPr>
          <p:cNvSpPr/>
          <p:nvPr/>
        </p:nvSpPr>
        <p:spPr>
          <a:xfrm>
            <a:off x="428625" y="2648548"/>
            <a:ext cx="10933513" cy="1404836"/>
          </a:xfrm>
          <a:custGeom>
            <a:avLst/>
            <a:gdLst/>
            <a:ahLst/>
            <a:cxnLst/>
            <a:rect l="l" t="t" r="r" b="b"/>
            <a:pathLst>
              <a:path w="16230600" h="2089690">
                <a:moveTo>
                  <a:pt x="0" y="0"/>
                </a:moveTo>
                <a:lnTo>
                  <a:pt x="16230600" y="0"/>
                </a:lnTo>
                <a:lnTo>
                  <a:pt x="16230600" y="2089689"/>
                </a:lnTo>
                <a:lnTo>
                  <a:pt x="0" y="2089689"/>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grpSp>
        <p:nvGrpSpPr>
          <p:cNvPr id="99" name="Group 98">
            <a:extLst>
              <a:ext uri="{FF2B5EF4-FFF2-40B4-BE49-F238E27FC236}">
                <a16:creationId xmlns:a16="http://schemas.microsoft.com/office/drawing/2014/main" id="{CB207FB9-774C-3845-8F02-C204E12A2C2D}"/>
              </a:ext>
            </a:extLst>
          </p:cNvPr>
          <p:cNvGrpSpPr/>
          <p:nvPr/>
        </p:nvGrpSpPr>
        <p:grpSpPr>
          <a:xfrm>
            <a:off x="1123595" y="2026418"/>
            <a:ext cx="1744570" cy="1741033"/>
            <a:chOff x="265902" y="2074759"/>
            <a:chExt cx="1744570" cy="1741033"/>
          </a:xfrm>
        </p:grpSpPr>
        <p:sp>
          <p:nvSpPr>
            <p:cNvPr id="229" name="Freeform 5">
              <a:extLst>
                <a:ext uri="{FF2B5EF4-FFF2-40B4-BE49-F238E27FC236}">
                  <a16:creationId xmlns:a16="http://schemas.microsoft.com/office/drawing/2014/main" id="{E6249601-3C8A-0863-4C46-83905179E8AF}"/>
                </a:ext>
              </a:extLst>
            </p:cNvPr>
            <p:cNvSpPr/>
            <p:nvPr/>
          </p:nvSpPr>
          <p:spPr>
            <a:xfrm>
              <a:off x="265902" y="2074759"/>
              <a:ext cx="1744570" cy="1741033"/>
            </a:xfrm>
            <a:custGeom>
              <a:avLst/>
              <a:gdLst/>
              <a:ahLst/>
              <a:cxnLst/>
              <a:rect l="l" t="t" r="r" b="b"/>
              <a:pathLst>
                <a:path w="2589782" h="2589782">
                  <a:moveTo>
                    <a:pt x="0" y="0"/>
                  </a:moveTo>
                  <a:lnTo>
                    <a:pt x="2589782" y="0"/>
                  </a:lnTo>
                  <a:lnTo>
                    <a:pt x="2589782" y="2589783"/>
                  </a:lnTo>
                  <a:lnTo>
                    <a:pt x="0" y="2589783"/>
                  </a:lnTo>
                  <a:lnTo>
                    <a:pt x="0" y="0"/>
                  </a:lnTo>
                  <a:close/>
                </a:path>
              </a:pathLst>
            </a:custGeom>
            <a:blipFill>
              <a:blip r:embed="rId5">
                <a:alphaModFix amt="16000"/>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235" name="Group 11">
              <a:extLst>
                <a:ext uri="{FF2B5EF4-FFF2-40B4-BE49-F238E27FC236}">
                  <a16:creationId xmlns:a16="http://schemas.microsoft.com/office/drawing/2014/main" id="{CE5E5530-ED56-F82C-2FA8-65286E396E87}"/>
                </a:ext>
              </a:extLst>
            </p:cNvPr>
            <p:cNvGrpSpPr/>
            <p:nvPr/>
          </p:nvGrpSpPr>
          <p:grpSpPr>
            <a:xfrm>
              <a:off x="634020" y="2421057"/>
              <a:ext cx="1008437" cy="1006392"/>
              <a:chOff x="0" y="0"/>
              <a:chExt cx="812800" cy="812800"/>
            </a:xfrm>
          </p:grpSpPr>
          <p:sp>
            <p:nvSpPr>
              <p:cNvPr id="236" name="Freeform 12">
                <a:extLst>
                  <a:ext uri="{FF2B5EF4-FFF2-40B4-BE49-F238E27FC236}">
                    <a16:creationId xmlns:a16="http://schemas.microsoft.com/office/drawing/2014/main" id="{20EBF252-EC11-5CFE-DE52-EF327D8942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10BF"/>
              </a:solidFill>
              <a:ln cap="sq">
                <a:noFill/>
                <a:prstDash val="solid"/>
                <a:miter/>
              </a:ln>
            </p:spPr>
            <p:txBody>
              <a:bodyPr/>
              <a:lstStyle/>
              <a:p>
                <a:endParaRPr lang="en-US"/>
              </a:p>
            </p:txBody>
          </p:sp>
          <p:sp>
            <p:nvSpPr>
              <p:cNvPr id="238" name="TextBox 13">
                <a:extLst>
                  <a:ext uri="{FF2B5EF4-FFF2-40B4-BE49-F238E27FC236}">
                    <a16:creationId xmlns:a16="http://schemas.microsoft.com/office/drawing/2014/main" id="{D2FFCAEF-BFD6-9B5C-2047-3C13EEF1F6F9}"/>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spcBef>
                    <a:spcPct val="0"/>
                  </a:spcBef>
                </a:pPr>
                <a:endParaRPr sz="1000"/>
              </a:p>
            </p:txBody>
          </p:sp>
        </p:grpSp>
        <p:sp>
          <p:nvSpPr>
            <p:cNvPr id="263" name="Freeform 29">
              <a:extLst>
                <a:ext uri="{FF2B5EF4-FFF2-40B4-BE49-F238E27FC236}">
                  <a16:creationId xmlns:a16="http://schemas.microsoft.com/office/drawing/2014/main" id="{34D03787-A023-F15C-1ADD-40748128E983}"/>
                </a:ext>
              </a:extLst>
            </p:cNvPr>
            <p:cNvSpPr/>
            <p:nvPr/>
          </p:nvSpPr>
          <p:spPr>
            <a:xfrm>
              <a:off x="858913" y="2578058"/>
              <a:ext cx="558547" cy="608365"/>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grpSp>
        <p:nvGrpSpPr>
          <p:cNvPr id="101" name="Group 100">
            <a:extLst>
              <a:ext uri="{FF2B5EF4-FFF2-40B4-BE49-F238E27FC236}">
                <a16:creationId xmlns:a16="http://schemas.microsoft.com/office/drawing/2014/main" id="{069B851A-D14F-E4C5-ACD9-1F5C72AAFE07}"/>
              </a:ext>
            </a:extLst>
          </p:cNvPr>
          <p:cNvGrpSpPr/>
          <p:nvPr/>
        </p:nvGrpSpPr>
        <p:grpSpPr>
          <a:xfrm>
            <a:off x="4237511" y="2010945"/>
            <a:ext cx="1744614" cy="1741077"/>
            <a:chOff x="4182266" y="1576975"/>
            <a:chExt cx="1744614" cy="1741077"/>
          </a:xfrm>
        </p:grpSpPr>
        <p:sp>
          <p:nvSpPr>
            <p:cNvPr id="233" name="Freeform 9">
              <a:extLst>
                <a:ext uri="{FF2B5EF4-FFF2-40B4-BE49-F238E27FC236}">
                  <a16:creationId xmlns:a16="http://schemas.microsoft.com/office/drawing/2014/main" id="{A6B247EB-E4D0-3469-5BC0-37BF254495F7}"/>
                </a:ext>
              </a:extLst>
            </p:cNvPr>
            <p:cNvSpPr/>
            <p:nvPr/>
          </p:nvSpPr>
          <p:spPr>
            <a:xfrm>
              <a:off x="4182266" y="1576975"/>
              <a:ext cx="1744614" cy="1741077"/>
            </a:xfrm>
            <a:custGeom>
              <a:avLst/>
              <a:gdLst/>
              <a:ahLst/>
              <a:cxnLst/>
              <a:rect l="l" t="t" r="r" b="b"/>
              <a:pathLst>
                <a:path w="2589847" h="2589848">
                  <a:moveTo>
                    <a:pt x="0" y="0"/>
                  </a:moveTo>
                  <a:lnTo>
                    <a:pt x="2589848" y="0"/>
                  </a:lnTo>
                  <a:lnTo>
                    <a:pt x="2589848" y="2589848"/>
                  </a:lnTo>
                  <a:lnTo>
                    <a:pt x="0" y="2589848"/>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IN"/>
            </a:p>
          </p:txBody>
        </p:sp>
        <p:grpSp>
          <p:nvGrpSpPr>
            <p:cNvPr id="245" name="Group 17">
              <a:extLst>
                <a:ext uri="{FF2B5EF4-FFF2-40B4-BE49-F238E27FC236}">
                  <a16:creationId xmlns:a16="http://schemas.microsoft.com/office/drawing/2014/main" id="{C35FCFEB-5DE1-069D-5EAE-A359C2547C15}"/>
                </a:ext>
              </a:extLst>
            </p:cNvPr>
            <p:cNvGrpSpPr/>
            <p:nvPr/>
          </p:nvGrpSpPr>
          <p:grpSpPr>
            <a:xfrm>
              <a:off x="4575162" y="1842258"/>
              <a:ext cx="1015005" cy="1100750"/>
              <a:chOff x="-81494" y="38100"/>
              <a:chExt cx="818094" cy="889007"/>
            </a:xfrm>
          </p:grpSpPr>
          <p:sp>
            <p:nvSpPr>
              <p:cNvPr id="246" name="Freeform 18">
                <a:extLst>
                  <a:ext uri="{FF2B5EF4-FFF2-40B4-BE49-F238E27FC236}">
                    <a16:creationId xmlns:a16="http://schemas.microsoft.com/office/drawing/2014/main" id="{1A683868-0B6B-DFFF-58A3-C38D257AF0EB}"/>
                  </a:ext>
                </a:extLst>
              </p:cNvPr>
              <p:cNvSpPr/>
              <p:nvPr/>
            </p:nvSpPr>
            <p:spPr>
              <a:xfrm>
                <a:off x="-81494" y="114307"/>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2589E"/>
              </a:solidFill>
              <a:ln cap="sq">
                <a:noFill/>
                <a:prstDash val="solid"/>
                <a:miter/>
              </a:ln>
            </p:spPr>
            <p:txBody>
              <a:bodyPr/>
              <a:lstStyle/>
              <a:p>
                <a:endParaRPr lang="en-US"/>
              </a:p>
            </p:txBody>
          </p:sp>
          <p:sp>
            <p:nvSpPr>
              <p:cNvPr id="35" name="TextBox 19">
                <a:extLst>
                  <a:ext uri="{FF2B5EF4-FFF2-40B4-BE49-F238E27FC236}">
                    <a16:creationId xmlns:a16="http://schemas.microsoft.com/office/drawing/2014/main" id="{E88AD572-C800-FEA4-2CAD-C5215CC1D7B2}"/>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spcBef>
                    <a:spcPct val="0"/>
                  </a:spcBef>
                </a:pPr>
                <a:endParaRPr sz="1000"/>
              </a:p>
            </p:txBody>
          </p:sp>
        </p:grpSp>
        <p:sp>
          <p:nvSpPr>
            <p:cNvPr id="264" name="Freeform 30">
              <a:extLst>
                <a:ext uri="{FF2B5EF4-FFF2-40B4-BE49-F238E27FC236}">
                  <a16:creationId xmlns:a16="http://schemas.microsoft.com/office/drawing/2014/main" id="{BC865025-0EDE-8786-703F-C3A26751DC4F}"/>
                </a:ext>
              </a:extLst>
            </p:cNvPr>
            <p:cNvSpPr/>
            <p:nvPr/>
          </p:nvSpPr>
          <p:spPr>
            <a:xfrm>
              <a:off x="4845861" y="2143955"/>
              <a:ext cx="488045" cy="535962"/>
            </a:xfrm>
            <a:custGeom>
              <a:avLst/>
              <a:gdLst/>
              <a:ahLst/>
              <a:cxnLst/>
              <a:rect l="l" t="t" r="r" b="b"/>
              <a:pathLst>
                <a:path w="724494" h="797242">
                  <a:moveTo>
                    <a:pt x="0" y="0"/>
                  </a:moveTo>
                  <a:lnTo>
                    <a:pt x="724494" y="0"/>
                  </a:lnTo>
                  <a:lnTo>
                    <a:pt x="724494" y="797243"/>
                  </a:lnTo>
                  <a:lnTo>
                    <a:pt x="0" y="79724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grpSp>
      <p:grpSp>
        <p:nvGrpSpPr>
          <p:cNvPr id="102" name="Group 101">
            <a:extLst>
              <a:ext uri="{FF2B5EF4-FFF2-40B4-BE49-F238E27FC236}">
                <a16:creationId xmlns:a16="http://schemas.microsoft.com/office/drawing/2014/main" id="{427DE367-6F84-27EA-1949-391CF34EA04A}"/>
              </a:ext>
            </a:extLst>
          </p:cNvPr>
          <p:cNvGrpSpPr/>
          <p:nvPr/>
        </p:nvGrpSpPr>
        <p:grpSpPr>
          <a:xfrm>
            <a:off x="5876260" y="2891104"/>
            <a:ext cx="1744614" cy="1741077"/>
            <a:chOff x="6467286" y="4546974"/>
            <a:chExt cx="1744614" cy="1741077"/>
          </a:xfrm>
        </p:grpSpPr>
        <p:sp>
          <p:nvSpPr>
            <p:cNvPr id="231" name="Freeform 7">
              <a:extLst>
                <a:ext uri="{FF2B5EF4-FFF2-40B4-BE49-F238E27FC236}">
                  <a16:creationId xmlns:a16="http://schemas.microsoft.com/office/drawing/2014/main" id="{6085F43F-9463-EA80-1904-8D7698B4C002}"/>
                </a:ext>
              </a:extLst>
            </p:cNvPr>
            <p:cNvSpPr/>
            <p:nvPr/>
          </p:nvSpPr>
          <p:spPr>
            <a:xfrm>
              <a:off x="6467286" y="4546974"/>
              <a:ext cx="1744614" cy="1741077"/>
            </a:xfrm>
            <a:custGeom>
              <a:avLst/>
              <a:gdLst/>
              <a:ahLst/>
              <a:cxnLst/>
              <a:rect l="l" t="t" r="r" b="b"/>
              <a:pathLst>
                <a:path w="2589847" h="2589847">
                  <a:moveTo>
                    <a:pt x="0" y="0"/>
                  </a:moveTo>
                  <a:lnTo>
                    <a:pt x="2589848" y="0"/>
                  </a:lnTo>
                  <a:lnTo>
                    <a:pt x="2589848" y="2589848"/>
                  </a:lnTo>
                  <a:lnTo>
                    <a:pt x="0" y="2589848"/>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grpSp>
          <p:nvGrpSpPr>
            <p:cNvPr id="37" name="Group 20">
              <a:extLst>
                <a:ext uri="{FF2B5EF4-FFF2-40B4-BE49-F238E27FC236}">
                  <a16:creationId xmlns:a16="http://schemas.microsoft.com/office/drawing/2014/main" id="{327937E4-2828-D905-52AF-58670077403D}"/>
                </a:ext>
              </a:extLst>
            </p:cNvPr>
            <p:cNvGrpSpPr/>
            <p:nvPr/>
          </p:nvGrpSpPr>
          <p:grpSpPr>
            <a:xfrm>
              <a:off x="6802746" y="4915428"/>
              <a:ext cx="1008437" cy="1006392"/>
              <a:chOff x="0" y="0"/>
              <a:chExt cx="812800" cy="812800"/>
            </a:xfrm>
          </p:grpSpPr>
          <p:sp>
            <p:nvSpPr>
              <p:cNvPr id="40" name="Freeform 21">
                <a:extLst>
                  <a:ext uri="{FF2B5EF4-FFF2-40B4-BE49-F238E27FC236}">
                    <a16:creationId xmlns:a16="http://schemas.microsoft.com/office/drawing/2014/main" id="{4748B15E-2620-3E4B-BBEE-9943C9B751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07C8E"/>
              </a:solidFill>
              <a:ln cap="sq">
                <a:noFill/>
                <a:prstDash val="solid"/>
                <a:miter/>
              </a:ln>
            </p:spPr>
            <p:txBody>
              <a:bodyPr/>
              <a:lstStyle/>
              <a:p>
                <a:endParaRPr lang="en-US"/>
              </a:p>
            </p:txBody>
          </p:sp>
          <p:sp>
            <p:nvSpPr>
              <p:cNvPr id="48" name="TextBox 22">
                <a:extLst>
                  <a:ext uri="{FF2B5EF4-FFF2-40B4-BE49-F238E27FC236}">
                    <a16:creationId xmlns:a16="http://schemas.microsoft.com/office/drawing/2014/main" id="{BDFB2ED0-2D72-8CC1-073E-BEB259D3C77D}"/>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spcBef>
                    <a:spcPct val="0"/>
                  </a:spcBef>
                </a:pPr>
                <a:endParaRPr sz="1000"/>
              </a:p>
            </p:txBody>
          </p:sp>
        </p:grpSp>
        <p:sp>
          <p:nvSpPr>
            <p:cNvPr id="265" name="Freeform 31">
              <a:extLst>
                <a:ext uri="{FF2B5EF4-FFF2-40B4-BE49-F238E27FC236}">
                  <a16:creationId xmlns:a16="http://schemas.microsoft.com/office/drawing/2014/main" id="{149F86A0-8B0E-7886-D714-C5B8E670104F}"/>
                </a:ext>
              </a:extLst>
            </p:cNvPr>
            <p:cNvSpPr/>
            <p:nvPr/>
          </p:nvSpPr>
          <p:spPr>
            <a:xfrm>
              <a:off x="7071067" y="5152116"/>
              <a:ext cx="537051" cy="498445"/>
            </a:xfrm>
            <a:custGeom>
              <a:avLst/>
              <a:gdLst/>
              <a:ahLst/>
              <a:cxnLst/>
              <a:rect l="l" t="t" r="r" b="b"/>
              <a:pathLst>
                <a:path w="797242" h="741436">
                  <a:moveTo>
                    <a:pt x="0" y="0"/>
                  </a:moveTo>
                  <a:lnTo>
                    <a:pt x="797242" y="0"/>
                  </a:lnTo>
                  <a:lnTo>
                    <a:pt x="797242" y="741435"/>
                  </a:lnTo>
                  <a:lnTo>
                    <a:pt x="0" y="74143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grpSp>
      <p:grpSp>
        <p:nvGrpSpPr>
          <p:cNvPr id="103" name="Group 102">
            <a:extLst>
              <a:ext uri="{FF2B5EF4-FFF2-40B4-BE49-F238E27FC236}">
                <a16:creationId xmlns:a16="http://schemas.microsoft.com/office/drawing/2014/main" id="{44019E57-89DD-087C-9938-513A6911E5C9}"/>
              </a:ext>
            </a:extLst>
          </p:cNvPr>
          <p:cNvGrpSpPr/>
          <p:nvPr/>
        </p:nvGrpSpPr>
        <p:grpSpPr>
          <a:xfrm>
            <a:off x="7370862" y="2106035"/>
            <a:ext cx="1744614" cy="1741077"/>
            <a:chOff x="7675662" y="2753735"/>
            <a:chExt cx="1744614" cy="1741077"/>
          </a:xfrm>
        </p:grpSpPr>
        <p:sp>
          <p:nvSpPr>
            <p:cNvPr id="234" name="Freeform 10">
              <a:extLst>
                <a:ext uri="{FF2B5EF4-FFF2-40B4-BE49-F238E27FC236}">
                  <a16:creationId xmlns:a16="http://schemas.microsoft.com/office/drawing/2014/main" id="{E7F571D6-0F0A-F40A-6227-7894CB7FE0C8}"/>
                </a:ext>
              </a:extLst>
            </p:cNvPr>
            <p:cNvSpPr/>
            <p:nvPr/>
          </p:nvSpPr>
          <p:spPr>
            <a:xfrm>
              <a:off x="7675662" y="2753735"/>
              <a:ext cx="1744614" cy="1741077"/>
            </a:xfrm>
            <a:custGeom>
              <a:avLst/>
              <a:gdLst/>
              <a:ahLst/>
              <a:cxnLst/>
              <a:rect l="l" t="t" r="r" b="b"/>
              <a:pathLst>
                <a:path w="2589847" h="2589848">
                  <a:moveTo>
                    <a:pt x="0" y="0"/>
                  </a:moveTo>
                  <a:lnTo>
                    <a:pt x="2589848" y="0"/>
                  </a:lnTo>
                  <a:lnTo>
                    <a:pt x="2589848" y="2589848"/>
                  </a:lnTo>
                  <a:lnTo>
                    <a:pt x="0" y="2589848"/>
                  </a:lnTo>
                  <a:lnTo>
                    <a:pt x="0" y="0"/>
                  </a:lnTo>
                  <a:close/>
                </a:path>
              </a:pathLst>
            </a:custGeom>
            <a:blipFill>
              <a:blip r:embed="rId9">
                <a:alphaModFix amt="16000"/>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grpSp>
          <p:nvGrpSpPr>
            <p:cNvPr id="49" name="Group 23">
              <a:extLst>
                <a:ext uri="{FF2B5EF4-FFF2-40B4-BE49-F238E27FC236}">
                  <a16:creationId xmlns:a16="http://schemas.microsoft.com/office/drawing/2014/main" id="{1CB5EEBD-2010-7DAB-F8C4-0208F6BDFADA}"/>
                </a:ext>
              </a:extLst>
            </p:cNvPr>
            <p:cNvGrpSpPr/>
            <p:nvPr/>
          </p:nvGrpSpPr>
          <p:grpSpPr>
            <a:xfrm>
              <a:off x="8059543" y="3090682"/>
              <a:ext cx="1008437" cy="1006392"/>
              <a:chOff x="0" y="0"/>
              <a:chExt cx="812800" cy="812800"/>
            </a:xfrm>
          </p:grpSpPr>
          <p:sp>
            <p:nvSpPr>
              <p:cNvPr id="50" name="Freeform 24">
                <a:extLst>
                  <a:ext uri="{FF2B5EF4-FFF2-40B4-BE49-F238E27FC236}">
                    <a16:creationId xmlns:a16="http://schemas.microsoft.com/office/drawing/2014/main" id="{9F9BF766-EA14-A99B-33AE-6541BCC1230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9F6B"/>
              </a:solidFill>
              <a:ln cap="sq">
                <a:noFill/>
                <a:prstDash val="solid"/>
                <a:miter/>
              </a:ln>
            </p:spPr>
            <p:txBody>
              <a:bodyPr/>
              <a:lstStyle/>
              <a:p>
                <a:endParaRPr lang="en-US"/>
              </a:p>
            </p:txBody>
          </p:sp>
          <p:sp>
            <p:nvSpPr>
              <p:cNvPr id="51" name="TextBox 25">
                <a:extLst>
                  <a:ext uri="{FF2B5EF4-FFF2-40B4-BE49-F238E27FC236}">
                    <a16:creationId xmlns:a16="http://schemas.microsoft.com/office/drawing/2014/main" id="{243EC8AC-1EBE-989C-7659-73133804565A}"/>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spcBef>
                    <a:spcPct val="0"/>
                  </a:spcBef>
                </a:pPr>
                <a:endParaRPr sz="1000"/>
              </a:p>
            </p:txBody>
          </p:sp>
        </p:grpSp>
        <p:sp>
          <p:nvSpPr>
            <p:cNvPr id="266" name="Freeform 32">
              <a:extLst>
                <a:ext uri="{FF2B5EF4-FFF2-40B4-BE49-F238E27FC236}">
                  <a16:creationId xmlns:a16="http://schemas.microsoft.com/office/drawing/2014/main" id="{53D8832D-587D-0C08-B549-C12AC27BDA74}"/>
                </a:ext>
              </a:extLst>
            </p:cNvPr>
            <p:cNvSpPr/>
            <p:nvPr/>
          </p:nvSpPr>
          <p:spPr>
            <a:xfrm>
              <a:off x="8298492" y="3336126"/>
              <a:ext cx="537052" cy="501125"/>
            </a:xfrm>
            <a:custGeom>
              <a:avLst/>
              <a:gdLst/>
              <a:ahLst/>
              <a:cxnLst/>
              <a:rect l="l" t="t" r="r" b="b"/>
              <a:pathLst>
                <a:path w="797243" h="745422">
                  <a:moveTo>
                    <a:pt x="0" y="0"/>
                  </a:moveTo>
                  <a:lnTo>
                    <a:pt x="797243" y="0"/>
                  </a:lnTo>
                  <a:lnTo>
                    <a:pt x="797243" y="745421"/>
                  </a:lnTo>
                  <a:lnTo>
                    <a:pt x="0" y="74542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grpSp>
      <p:grpSp>
        <p:nvGrpSpPr>
          <p:cNvPr id="104" name="Group 103">
            <a:extLst>
              <a:ext uri="{FF2B5EF4-FFF2-40B4-BE49-F238E27FC236}">
                <a16:creationId xmlns:a16="http://schemas.microsoft.com/office/drawing/2014/main" id="{D1E1FC2D-9BB6-B58F-8EC2-DEC9EB21B1C0}"/>
              </a:ext>
            </a:extLst>
          </p:cNvPr>
          <p:cNvGrpSpPr/>
          <p:nvPr/>
        </p:nvGrpSpPr>
        <p:grpSpPr>
          <a:xfrm>
            <a:off x="8921619" y="2912697"/>
            <a:ext cx="1744614" cy="1741077"/>
            <a:chOff x="9236251" y="3501405"/>
            <a:chExt cx="1744614" cy="1741077"/>
          </a:xfrm>
        </p:grpSpPr>
        <p:sp>
          <p:nvSpPr>
            <p:cNvPr id="232" name="Freeform 8">
              <a:extLst>
                <a:ext uri="{FF2B5EF4-FFF2-40B4-BE49-F238E27FC236}">
                  <a16:creationId xmlns:a16="http://schemas.microsoft.com/office/drawing/2014/main" id="{80DAE16D-6546-2C79-A8E6-90D7A73BFFE6}"/>
                </a:ext>
              </a:extLst>
            </p:cNvPr>
            <p:cNvSpPr/>
            <p:nvPr/>
          </p:nvSpPr>
          <p:spPr>
            <a:xfrm>
              <a:off x="9236251" y="3501405"/>
              <a:ext cx="1744614" cy="1741077"/>
            </a:xfrm>
            <a:custGeom>
              <a:avLst/>
              <a:gdLst/>
              <a:ahLst/>
              <a:cxnLst/>
              <a:rect l="l" t="t" r="r" b="b"/>
              <a:pathLst>
                <a:path w="2589847" h="2589847">
                  <a:moveTo>
                    <a:pt x="0" y="0"/>
                  </a:moveTo>
                  <a:lnTo>
                    <a:pt x="2589848" y="0"/>
                  </a:lnTo>
                  <a:lnTo>
                    <a:pt x="2589848" y="2589848"/>
                  </a:lnTo>
                  <a:lnTo>
                    <a:pt x="0" y="2589848"/>
                  </a:lnTo>
                  <a:lnTo>
                    <a:pt x="0" y="0"/>
                  </a:lnTo>
                  <a:close/>
                </a:path>
              </a:pathLst>
            </a:custGeom>
            <a:blipFill>
              <a:blip r:embed="rId13">
                <a:alphaModFix amt="16000"/>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grpSp>
          <p:nvGrpSpPr>
            <p:cNvPr id="52" name="Group 26">
              <a:extLst>
                <a:ext uri="{FF2B5EF4-FFF2-40B4-BE49-F238E27FC236}">
                  <a16:creationId xmlns:a16="http://schemas.microsoft.com/office/drawing/2014/main" id="{AD838592-08C7-6E4D-289C-CB4776950E3C}"/>
                </a:ext>
              </a:extLst>
            </p:cNvPr>
            <p:cNvGrpSpPr/>
            <p:nvPr/>
          </p:nvGrpSpPr>
          <p:grpSpPr>
            <a:xfrm>
              <a:off x="9624727" y="3830292"/>
              <a:ext cx="1008437" cy="1006392"/>
              <a:chOff x="0" y="0"/>
              <a:chExt cx="812800" cy="812800"/>
            </a:xfrm>
          </p:grpSpPr>
          <p:sp>
            <p:nvSpPr>
              <p:cNvPr id="260" name="Freeform 27">
                <a:extLst>
                  <a:ext uri="{FF2B5EF4-FFF2-40B4-BE49-F238E27FC236}">
                    <a16:creationId xmlns:a16="http://schemas.microsoft.com/office/drawing/2014/main" id="{61809B80-D5EA-1D6C-F2D4-82649197BD5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441"/>
              </a:solidFill>
              <a:ln cap="sq">
                <a:noFill/>
                <a:prstDash val="solid"/>
                <a:miter/>
              </a:ln>
            </p:spPr>
            <p:txBody>
              <a:bodyPr/>
              <a:lstStyle/>
              <a:p>
                <a:endParaRPr lang="en-US"/>
              </a:p>
            </p:txBody>
          </p:sp>
          <p:sp>
            <p:nvSpPr>
              <p:cNvPr id="262" name="TextBox 28">
                <a:extLst>
                  <a:ext uri="{FF2B5EF4-FFF2-40B4-BE49-F238E27FC236}">
                    <a16:creationId xmlns:a16="http://schemas.microsoft.com/office/drawing/2014/main" id="{A6259C0C-4270-0E23-B0BA-133E4158A7F2}"/>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spcBef>
                    <a:spcPct val="0"/>
                  </a:spcBef>
                </a:pPr>
                <a:endParaRPr sz="1000"/>
              </a:p>
            </p:txBody>
          </p:sp>
        </p:grpSp>
        <p:sp>
          <p:nvSpPr>
            <p:cNvPr id="267" name="Freeform 33">
              <a:extLst>
                <a:ext uri="{FF2B5EF4-FFF2-40B4-BE49-F238E27FC236}">
                  <a16:creationId xmlns:a16="http://schemas.microsoft.com/office/drawing/2014/main" id="{09DFB241-C110-BFA6-8FFB-E37279F59E7C}"/>
                </a:ext>
              </a:extLst>
            </p:cNvPr>
            <p:cNvSpPr/>
            <p:nvPr/>
          </p:nvSpPr>
          <p:spPr>
            <a:xfrm>
              <a:off x="9874554" y="4046613"/>
              <a:ext cx="488045" cy="535962"/>
            </a:xfrm>
            <a:custGeom>
              <a:avLst/>
              <a:gdLst/>
              <a:ahLst/>
              <a:cxnLst/>
              <a:rect l="l" t="t" r="r" b="b"/>
              <a:pathLst>
                <a:path w="724494" h="797242">
                  <a:moveTo>
                    <a:pt x="0" y="0"/>
                  </a:moveTo>
                  <a:lnTo>
                    <a:pt x="724494" y="0"/>
                  </a:lnTo>
                  <a:lnTo>
                    <a:pt x="724494" y="797243"/>
                  </a:lnTo>
                  <a:lnTo>
                    <a:pt x="0" y="797243"/>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grpSp>
      <p:grpSp>
        <p:nvGrpSpPr>
          <p:cNvPr id="100" name="Group 99">
            <a:extLst>
              <a:ext uri="{FF2B5EF4-FFF2-40B4-BE49-F238E27FC236}">
                <a16:creationId xmlns:a16="http://schemas.microsoft.com/office/drawing/2014/main" id="{5D127575-E271-11B7-A317-94B0513811E8}"/>
              </a:ext>
            </a:extLst>
          </p:cNvPr>
          <p:cNvGrpSpPr/>
          <p:nvPr/>
        </p:nvGrpSpPr>
        <p:grpSpPr>
          <a:xfrm>
            <a:off x="2595730" y="2882217"/>
            <a:ext cx="1744614" cy="1741077"/>
            <a:chOff x="3293177" y="4579079"/>
            <a:chExt cx="1744614" cy="1741077"/>
          </a:xfrm>
        </p:grpSpPr>
        <p:sp>
          <p:nvSpPr>
            <p:cNvPr id="230" name="Freeform 6">
              <a:extLst>
                <a:ext uri="{FF2B5EF4-FFF2-40B4-BE49-F238E27FC236}">
                  <a16:creationId xmlns:a16="http://schemas.microsoft.com/office/drawing/2014/main" id="{15C7A8DD-0EF8-D7FA-610C-8CC61CB41C43}"/>
                </a:ext>
              </a:extLst>
            </p:cNvPr>
            <p:cNvSpPr/>
            <p:nvPr/>
          </p:nvSpPr>
          <p:spPr>
            <a:xfrm>
              <a:off x="3293177" y="4579079"/>
              <a:ext cx="1744614" cy="1741077"/>
            </a:xfrm>
            <a:custGeom>
              <a:avLst/>
              <a:gdLst/>
              <a:ahLst/>
              <a:cxnLst/>
              <a:rect l="l" t="t" r="r" b="b"/>
              <a:pathLst>
                <a:path w="2589847" h="2589848">
                  <a:moveTo>
                    <a:pt x="0" y="0"/>
                  </a:moveTo>
                  <a:lnTo>
                    <a:pt x="2589847" y="0"/>
                  </a:lnTo>
                  <a:lnTo>
                    <a:pt x="2589847" y="2589847"/>
                  </a:lnTo>
                  <a:lnTo>
                    <a:pt x="0" y="2589847"/>
                  </a:lnTo>
                  <a:lnTo>
                    <a:pt x="0" y="0"/>
                  </a:lnTo>
                  <a:close/>
                </a:path>
              </a:pathLst>
            </a:custGeom>
            <a:blipFill>
              <a:blip r:embed="rId21">
                <a:alphaModFix amt="16000"/>
                <a:extLst>
                  <a:ext uri="{96DAC541-7B7A-43D3-8B79-37D633B846F1}">
                    <asvg:svgBlip xmlns:asvg="http://schemas.microsoft.com/office/drawing/2016/SVG/main" r:embed="rId22"/>
                  </a:ext>
                </a:extLst>
              </a:blip>
              <a:stretch>
                <a:fillRect/>
              </a:stretch>
            </a:blipFill>
            <a:ln cap="sq">
              <a:noFill/>
              <a:prstDash val="solid"/>
              <a:miter/>
            </a:ln>
          </p:spPr>
          <p:txBody>
            <a:bodyPr/>
            <a:lstStyle/>
            <a:p>
              <a:endParaRPr lang="en-US"/>
            </a:p>
          </p:txBody>
        </p:sp>
        <p:grpSp>
          <p:nvGrpSpPr>
            <p:cNvPr id="240" name="Group 14">
              <a:extLst>
                <a:ext uri="{FF2B5EF4-FFF2-40B4-BE49-F238E27FC236}">
                  <a16:creationId xmlns:a16="http://schemas.microsoft.com/office/drawing/2014/main" id="{A9081B38-E404-F32F-19D7-1C164AC57563}"/>
                </a:ext>
              </a:extLst>
            </p:cNvPr>
            <p:cNvGrpSpPr/>
            <p:nvPr/>
          </p:nvGrpSpPr>
          <p:grpSpPr>
            <a:xfrm>
              <a:off x="3661266" y="4969109"/>
              <a:ext cx="1008437" cy="1006392"/>
              <a:chOff x="0" y="0"/>
              <a:chExt cx="812800" cy="812800"/>
            </a:xfrm>
          </p:grpSpPr>
          <p:sp>
            <p:nvSpPr>
              <p:cNvPr id="242" name="Freeform 15">
                <a:extLst>
                  <a:ext uri="{FF2B5EF4-FFF2-40B4-BE49-F238E27FC236}">
                    <a16:creationId xmlns:a16="http://schemas.microsoft.com/office/drawing/2014/main" id="{6BF53F2C-FFE8-70FC-52DF-7EAE044C79B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334AF"/>
              </a:solidFill>
              <a:ln cap="sq">
                <a:noFill/>
                <a:prstDash val="solid"/>
                <a:miter/>
              </a:ln>
            </p:spPr>
            <p:txBody>
              <a:bodyPr/>
              <a:lstStyle/>
              <a:p>
                <a:endParaRPr lang="en-US"/>
              </a:p>
            </p:txBody>
          </p:sp>
          <p:sp>
            <p:nvSpPr>
              <p:cNvPr id="244" name="TextBox 16">
                <a:extLst>
                  <a:ext uri="{FF2B5EF4-FFF2-40B4-BE49-F238E27FC236}">
                    <a16:creationId xmlns:a16="http://schemas.microsoft.com/office/drawing/2014/main" id="{27C98412-5344-2093-EB85-291BF744B03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spcBef>
                    <a:spcPct val="0"/>
                  </a:spcBef>
                </a:pPr>
                <a:endParaRPr sz="1000"/>
              </a:p>
            </p:txBody>
          </p:sp>
        </p:grpSp>
        <p:sp>
          <p:nvSpPr>
            <p:cNvPr id="274" name="Freeform 34">
              <a:extLst>
                <a:ext uri="{FF2B5EF4-FFF2-40B4-BE49-F238E27FC236}">
                  <a16:creationId xmlns:a16="http://schemas.microsoft.com/office/drawing/2014/main" id="{0BE50EBC-8422-1732-3488-25D21C3A740B}"/>
                </a:ext>
              </a:extLst>
            </p:cNvPr>
            <p:cNvSpPr/>
            <p:nvPr/>
          </p:nvSpPr>
          <p:spPr>
            <a:xfrm>
              <a:off x="3918134" y="5152116"/>
              <a:ext cx="532560" cy="526165"/>
            </a:xfrm>
            <a:custGeom>
              <a:avLst/>
              <a:gdLst/>
              <a:ahLst/>
              <a:cxnLst/>
              <a:rect l="l" t="t" r="r" b="b"/>
              <a:pathLst>
                <a:path w="790575" h="782669">
                  <a:moveTo>
                    <a:pt x="0" y="0"/>
                  </a:moveTo>
                  <a:lnTo>
                    <a:pt x="790575" y="0"/>
                  </a:lnTo>
                  <a:lnTo>
                    <a:pt x="790575" y="782669"/>
                  </a:lnTo>
                  <a:lnTo>
                    <a:pt x="0" y="78266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n-US"/>
            </a:p>
          </p:txBody>
        </p:sp>
      </p:grpSp>
      <p:grpSp>
        <p:nvGrpSpPr>
          <p:cNvPr id="280" name="Group 45">
            <a:extLst>
              <a:ext uri="{FF2B5EF4-FFF2-40B4-BE49-F238E27FC236}">
                <a16:creationId xmlns:a16="http://schemas.microsoft.com/office/drawing/2014/main" id="{E74A9435-E0AA-C17A-0CDA-B4118221C0EB}"/>
              </a:ext>
            </a:extLst>
          </p:cNvPr>
          <p:cNvGrpSpPr/>
          <p:nvPr/>
        </p:nvGrpSpPr>
        <p:grpSpPr>
          <a:xfrm>
            <a:off x="929312" y="1099562"/>
            <a:ext cx="2783536" cy="1010002"/>
            <a:chOff x="297279" y="54621"/>
            <a:chExt cx="5509477" cy="2003166"/>
          </a:xfrm>
        </p:grpSpPr>
        <p:sp>
          <p:nvSpPr>
            <p:cNvPr id="281" name="TextBox 46">
              <a:extLst>
                <a:ext uri="{FF2B5EF4-FFF2-40B4-BE49-F238E27FC236}">
                  <a16:creationId xmlns:a16="http://schemas.microsoft.com/office/drawing/2014/main" id="{206E75A2-2DBF-A6C9-4BB0-1F3BDD420CE3}"/>
                </a:ext>
              </a:extLst>
            </p:cNvPr>
            <p:cNvSpPr txBox="1"/>
            <p:nvPr/>
          </p:nvSpPr>
          <p:spPr>
            <a:xfrm>
              <a:off x="297279" y="54621"/>
              <a:ext cx="4214043" cy="712287"/>
            </a:xfrm>
            <a:prstGeom prst="rect">
              <a:avLst/>
            </a:prstGeom>
          </p:spPr>
          <p:txBody>
            <a:bodyPr lIns="0" tIns="0" rIns="0" bIns="0" rtlCol="0" anchor="t">
              <a:spAutoFit/>
            </a:bodyPr>
            <a:lstStyle/>
            <a:p>
              <a:pPr algn="ctr">
                <a:lnSpc>
                  <a:spcPts val="3359"/>
                </a:lnSpc>
              </a:pPr>
              <a:r>
                <a:rPr lang="en-US" sz="1100" b="1">
                  <a:solidFill>
                    <a:srgbClr val="151857"/>
                  </a:solidFill>
                  <a:ea typeface="Liberation Sans Bold"/>
                  <a:cs typeface="Liberation Sans Bold"/>
                  <a:sym typeface="Liberation Sans Bold"/>
                </a:rPr>
                <a:t>Planning &amp; Analysis</a:t>
              </a:r>
            </a:p>
          </p:txBody>
        </p:sp>
        <p:sp>
          <p:nvSpPr>
            <p:cNvPr id="282" name="TextBox 47">
              <a:extLst>
                <a:ext uri="{FF2B5EF4-FFF2-40B4-BE49-F238E27FC236}">
                  <a16:creationId xmlns:a16="http://schemas.microsoft.com/office/drawing/2014/main" id="{E339E454-4214-794B-8F94-54850BCF115C}"/>
                </a:ext>
              </a:extLst>
            </p:cNvPr>
            <p:cNvSpPr txBox="1"/>
            <p:nvPr/>
          </p:nvSpPr>
          <p:spPr>
            <a:xfrm>
              <a:off x="608517" y="836943"/>
              <a:ext cx="5198239" cy="1220844"/>
            </a:xfrm>
            <a:prstGeom prst="rect">
              <a:avLst/>
            </a:prstGeom>
          </p:spPr>
          <p:txBody>
            <a:bodyPr lIns="0" tIns="0" rIns="0" bIns="0" rtlCol="0" anchor="t">
              <a:spAutoFit/>
            </a:bodyPr>
            <a:lstStyle/>
            <a:p>
              <a:pPr marL="388620" lvl="1" indent="-194310" algn="l">
                <a:buFont typeface="Arial"/>
                <a:buChar char="•"/>
              </a:pPr>
              <a:r>
                <a:rPr lang="en-US" sz="1000">
                  <a:solidFill>
                    <a:srgbClr val="5B5B5B"/>
                  </a:solidFill>
                  <a:ea typeface="Liberation Sans"/>
                  <a:cs typeface="Liberation Sans"/>
                  <a:sym typeface="Liberation Sans"/>
                </a:rPr>
                <a:t>Assessment of the current environment</a:t>
              </a:r>
            </a:p>
            <a:p>
              <a:pPr marL="388620" lvl="1" indent="-194310" algn="l">
                <a:buFont typeface="Arial"/>
                <a:buChar char="•"/>
              </a:pPr>
              <a:r>
                <a:rPr lang="en-US" sz="1000">
                  <a:solidFill>
                    <a:srgbClr val="5B5B5B"/>
                  </a:solidFill>
                  <a:ea typeface="Liberation Sans"/>
                  <a:cs typeface="Liberation Sans"/>
                  <a:sym typeface="Liberation Sans"/>
                </a:rPr>
                <a:t>Tableau online setup</a:t>
              </a:r>
            </a:p>
            <a:p>
              <a:pPr marL="388620" lvl="1" indent="-194310" algn="l">
                <a:buFont typeface="Arial"/>
                <a:buChar char="•"/>
              </a:pPr>
              <a:r>
                <a:rPr lang="en-US" sz="1000">
                  <a:solidFill>
                    <a:srgbClr val="5B5B5B"/>
                  </a:solidFill>
                  <a:ea typeface="Liberation Sans"/>
                  <a:cs typeface="Liberation Sans"/>
                  <a:sym typeface="Liberation Sans"/>
                </a:rPr>
                <a:t>Data source and Workbook inventory</a:t>
              </a:r>
            </a:p>
            <a:p>
              <a:pPr marL="388620" lvl="1" indent="-194310" algn="l">
                <a:buFont typeface="Arial"/>
                <a:buChar char="•"/>
              </a:pPr>
              <a:r>
                <a:rPr lang="en-US" sz="1000">
                  <a:solidFill>
                    <a:srgbClr val="5B5B5B"/>
                  </a:solidFill>
                  <a:ea typeface="Liberation Sans"/>
                  <a:cs typeface="Liberation Sans"/>
                  <a:sym typeface="Liberation Sans"/>
                </a:rPr>
                <a:t>User Access mapping</a:t>
              </a:r>
            </a:p>
          </p:txBody>
        </p:sp>
      </p:grpSp>
      <p:grpSp>
        <p:nvGrpSpPr>
          <p:cNvPr id="283" name="Group 51">
            <a:extLst>
              <a:ext uri="{FF2B5EF4-FFF2-40B4-BE49-F238E27FC236}">
                <a16:creationId xmlns:a16="http://schemas.microsoft.com/office/drawing/2014/main" id="{EF86B637-F314-376B-1DCE-F969AD21EE39}"/>
              </a:ext>
            </a:extLst>
          </p:cNvPr>
          <p:cNvGrpSpPr/>
          <p:nvPr/>
        </p:nvGrpSpPr>
        <p:grpSpPr>
          <a:xfrm>
            <a:off x="3579263" y="708459"/>
            <a:ext cx="3489478" cy="1493655"/>
            <a:chOff x="-1266948" y="376539"/>
            <a:chExt cx="6906754" cy="2962410"/>
          </a:xfrm>
        </p:grpSpPr>
        <p:sp>
          <p:nvSpPr>
            <p:cNvPr id="284" name="TextBox 52">
              <a:extLst>
                <a:ext uri="{FF2B5EF4-FFF2-40B4-BE49-F238E27FC236}">
                  <a16:creationId xmlns:a16="http://schemas.microsoft.com/office/drawing/2014/main" id="{7970CDD6-6D6F-121E-0AC9-44F964ED25C6}"/>
                </a:ext>
              </a:extLst>
            </p:cNvPr>
            <p:cNvSpPr txBox="1"/>
            <p:nvPr/>
          </p:nvSpPr>
          <p:spPr>
            <a:xfrm>
              <a:off x="-1266948" y="376539"/>
              <a:ext cx="4849538" cy="729583"/>
            </a:xfrm>
            <a:prstGeom prst="rect">
              <a:avLst/>
            </a:prstGeom>
          </p:spPr>
          <p:txBody>
            <a:bodyPr lIns="0" tIns="0" rIns="0" bIns="0" rtlCol="0" anchor="t">
              <a:spAutoFit/>
            </a:bodyPr>
            <a:lstStyle/>
            <a:p>
              <a:pPr algn="ctr">
                <a:lnSpc>
                  <a:spcPts val="3359"/>
                </a:lnSpc>
              </a:pPr>
              <a:r>
                <a:rPr lang="en-US" sz="1100" b="1">
                  <a:solidFill>
                    <a:srgbClr val="151857"/>
                  </a:solidFill>
                  <a:ea typeface="Liberation Sans Bold"/>
                  <a:cs typeface="Liberation Sans Bold"/>
                  <a:sym typeface="Liberation Sans Bold"/>
                </a:rPr>
                <a:t>Migration</a:t>
              </a:r>
            </a:p>
          </p:txBody>
        </p:sp>
        <p:sp>
          <p:nvSpPr>
            <p:cNvPr id="285" name="TextBox 53">
              <a:extLst>
                <a:ext uri="{FF2B5EF4-FFF2-40B4-BE49-F238E27FC236}">
                  <a16:creationId xmlns:a16="http://schemas.microsoft.com/office/drawing/2014/main" id="{F58CFCC8-09F2-3A85-24A6-8A88085FE468}"/>
                </a:ext>
              </a:extLst>
            </p:cNvPr>
            <p:cNvSpPr txBox="1"/>
            <p:nvPr/>
          </p:nvSpPr>
          <p:spPr>
            <a:xfrm>
              <a:off x="92926" y="1202471"/>
              <a:ext cx="5546880" cy="2136478"/>
            </a:xfrm>
            <a:prstGeom prst="rect">
              <a:avLst/>
            </a:prstGeom>
          </p:spPr>
          <p:txBody>
            <a:bodyPr lIns="0" tIns="0" rIns="0" bIns="0" rtlCol="0" anchor="t">
              <a:spAutoFit/>
            </a:bodyPr>
            <a:lstStyle/>
            <a:p>
              <a:pPr marL="388620" lvl="1" indent="-194310" algn="l">
                <a:buFont typeface="Arial"/>
                <a:buChar char="•"/>
              </a:pPr>
              <a:r>
                <a:rPr lang="en-US" sz="1000">
                  <a:solidFill>
                    <a:srgbClr val="5B5B5B"/>
                  </a:solidFill>
                  <a:ea typeface="Liberation Sans"/>
                  <a:cs typeface="Liberation Sans"/>
                  <a:sym typeface="Liberation Sans"/>
                </a:rPr>
                <a:t>Backup Tableau Server workbooks</a:t>
              </a:r>
            </a:p>
            <a:p>
              <a:pPr marL="388620" lvl="1" indent="-194310" algn="l">
                <a:buFont typeface="Arial"/>
                <a:buChar char="•"/>
              </a:pPr>
              <a:r>
                <a:rPr lang="en-US" sz="1000">
                  <a:solidFill>
                    <a:srgbClr val="5B5B5B"/>
                  </a:solidFill>
                  <a:ea typeface="Liberation Sans"/>
                  <a:cs typeface="Liberation Sans"/>
                  <a:sym typeface="Liberation Sans"/>
                </a:rPr>
                <a:t>Prepare Structure</a:t>
              </a:r>
            </a:p>
            <a:p>
              <a:pPr marL="388620" lvl="1" indent="-194310" algn="l">
                <a:buFont typeface="Arial"/>
                <a:buChar char="•"/>
              </a:pPr>
              <a:r>
                <a:rPr lang="en-US" sz="1000">
                  <a:solidFill>
                    <a:srgbClr val="5B5B5B"/>
                  </a:solidFill>
                  <a:ea typeface="Liberation Sans"/>
                  <a:cs typeface="Liberation Sans"/>
                  <a:sym typeface="Liberation Sans"/>
                </a:rPr>
                <a:t>Migrate Data Source</a:t>
              </a:r>
            </a:p>
            <a:p>
              <a:pPr marL="388620" lvl="1" indent="-194310" algn="l">
                <a:buFont typeface="Arial"/>
                <a:buChar char="•"/>
              </a:pPr>
              <a:r>
                <a:rPr lang="en-US" sz="1000">
                  <a:solidFill>
                    <a:srgbClr val="5B5B5B"/>
                  </a:solidFill>
                  <a:ea typeface="Liberation Sans"/>
                  <a:cs typeface="Liberation Sans"/>
                  <a:sym typeface="Liberation Sans"/>
                </a:rPr>
                <a:t>Migrate Workbook</a:t>
              </a:r>
            </a:p>
            <a:p>
              <a:pPr marL="388620" lvl="1" indent="-194310" algn="l">
                <a:buFont typeface="Arial"/>
                <a:buChar char="•"/>
              </a:pPr>
              <a:r>
                <a:rPr lang="en-US" sz="1000">
                  <a:solidFill>
                    <a:srgbClr val="5B5B5B"/>
                  </a:solidFill>
                  <a:ea typeface="Liberation Sans"/>
                  <a:cs typeface="Liberation Sans"/>
                  <a:sym typeface="Liberation Sans"/>
                </a:rPr>
                <a:t>Migrate Users and Group</a:t>
              </a:r>
            </a:p>
            <a:p>
              <a:pPr marL="388620" lvl="1" indent="-194310" algn="l">
                <a:buFont typeface="Arial"/>
                <a:buChar char="•"/>
              </a:pPr>
              <a:r>
                <a:rPr lang="en-US" sz="1000">
                  <a:solidFill>
                    <a:srgbClr val="5B5B5B"/>
                  </a:solidFill>
                  <a:ea typeface="Liberation Sans"/>
                  <a:cs typeface="Liberation Sans"/>
                  <a:sym typeface="Liberation Sans"/>
                </a:rPr>
                <a:t>Set Refresh Schedule (If Any)</a:t>
              </a:r>
            </a:p>
            <a:p>
              <a:pPr marL="388620" lvl="1" indent="-194310" algn="l">
                <a:buFont typeface="Arial"/>
                <a:buChar char="•"/>
              </a:pPr>
              <a:r>
                <a:rPr lang="en-US" sz="1000">
                  <a:solidFill>
                    <a:srgbClr val="5B5B5B"/>
                  </a:solidFill>
                  <a:ea typeface="Liberation Sans"/>
                  <a:cs typeface="Liberation Sans"/>
                  <a:sym typeface="Liberation Sans"/>
                </a:rPr>
                <a:t>Perform Initial Smoke Test</a:t>
              </a:r>
            </a:p>
          </p:txBody>
        </p:sp>
      </p:grpSp>
      <p:grpSp>
        <p:nvGrpSpPr>
          <p:cNvPr id="286" name="Group 57">
            <a:extLst>
              <a:ext uri="{FF2B5EF4-FFF2-40B4-BE49-F238E27FC236}">
                <a16:creationId xmlns:a16="http://schemas.microsoft.com/office/drawing/2014/main" id="{0B40AE85-428E-7257-00DD-C54A27B5F7D7}"/>
              </a:ext>
            </a:extLst>
          </p:cNvPr>
          <p:cNvGrpSpPr/>
          <p:nvPr/>
        </p:nvGrpSpPr>
        <p:grpSpPr>
          <a:xfrm>
            <a:off x="5801973" y="689830"/>
            <a:ext cx="4333473" cy="1428078"/>
            <a:chOff x="-2405096" y="29298"/>
            <a:chExt cx="8577283" cy="2832351"/>
          </a:xfrm>
        </p:grpSpPr>
        <p:sp>
          <p:nvSpPr>
            <p:cNvPr id="287" name="TextBox 58">
              <a:extLst>
                <a:ext uri="{FF2B5EF4-FFF2-40B4-BE49-F238E27FC236}">
                  <a16:creationId xmlns:a16="http://schemas.microsoft.com/office/drawing/2014/main" id="{721515C2-5DEF-6E20-0030-10A93BE507F7}"/>
                </a:ext>
              </a:extLst>
            </p:cNvPr>
            <p:cNvSpPr txBox="1"/>
            <p:nvPr/>
          </p:nvSpPr>
          <p:spPr>
            <a:xfrm>
              <a:off x="-2405096" y="29298"/>
              <a:ext cx="6172187" cy="729584"/>
            </a:xfrm>
            <a:prstGeom prst="rect">
              <a:avLst/>
            </a:prstGeom>
          </p:spPr>
          <p:txBody>
            <a:bodyPr lIns="0" tIns="0" rIns="0" bIns="0" rtlCol="0" anchor="t">
              <a:spAutoFit/>
            </a:bodyPr>
            <a:lstStyle/>
            <a:p>
              <a:pPr algn="ctr">
                <a:lnSpc>
                  <a:spcPts val="3359"/>
                </a:lnSpc>
              </a:pPr>
              <a:r>
                <a:rPr lang="en-US" sz="1100" b="1">
                  <a:solidFill>
                    <a:srgbClr val="151857"/>
                  </a:solidFill>
                  <a:ea typeface="Liberation Sans Bold"/>
                  <a:cs typeface="Liberation Sans Bold"/>
                  <a:sym typeface="Liberation Sans Bold"/>
                </a:rPr>
                <a:t>UAT</a:t>
              </a:r>
            </a:p>
          </p:txBody>
        </p:sp>
        <p:sp>
          <p:nvSpPr>
            <p:cNvPr id="91" name="TextBox 59">
              <a:extLst>
                <a:ext uri="{FF2B5EF4-FFF2-40B4-BE49-F238E27FC236}">
                  <a16:creationId xmlns:a16="http://schemas.microsoft.com/office/drawing/2014/main" id="{5F5E5813-8B1C-AD8D-D771-6CB2CBC32E8E}"/>
                </a:ext>
              </a:extLst>
            </p:cNvPr>
            <p:cNvSpPr txBox="1"/>
            <p:nvPr/>
          </p:nvSpPr>
          <p:spPr>
            <a:xfrm>
              <a:off x="0" y="725170"/>
              <a:ext cx="6172187" cy="2136479"/>
            </a:xfrm>
            <a:prstGeom prst="rect">
              <a:avLst/>
            </a:prstGeom>
          </p:spPr>
          <p:txBody>
            <a:bodyPr lIns="0" tIns="0" rIns="0" bIns="0" rtlCol="0" anchor="t">
              <a:spAutoFit/>
            </a:bodyPr>
            <a:lstStyle/>
            <a:p>
              <a:pPr marL="388620" lvl="1" indent="-194310" algn="l">
                <a:buFont typeface="Arial"/>
                <a:buChar char="•"/>
              </a:pPr>
              <a:r>
                <a:rPr lang="en-US" sz="1000">
                  <a:solidFill>
                    <a:srgbClr val="5B5B5B"/>
                  </a:solidFill>
                  <a:ea typeface="Liberation Sans"/>
                  <a:cs typeface="Liberation Sans"/>
                  <a:sym typeface="Liberation Sans"/>
                </a:rPr>
                <a:t>Coordinate with business users</a:t>
              </a:r>
            </a:p>
            <a:p>
              <a:pPr marL="388620" lvl="1" indent="-194310" algn="l">
                <a:buFont typeface="Arial"/>
                <a:buChar char="•"/>
              </a:pPr>
              <a:r>
                <a:rPr lang="en-US" sz="1000">
                  <a:solidFill>
                    <a:srgbClr val="5B5B5B"/>
                  </a:solidFill>
                  <a:ea typeface="Liberation Sans"/>
                  <a:cs typeface="Liberation Sans"/>
                  <a:sym typeface="Liberation Sans"/>
                </a:rPr>
                <a:t>Initiate UAT</a:t>
              </a:r>
            </a:p>
            <a:p>
              <a:pPr marL="388620" lvl="1" indent="-194310" algn="l">
                <a:buFont typeface="Arial"/>
                <a:buChar char="•"/>
              </a:pPr>
              <a:r>
                <a:rPr lang="en-US" sz="1000">
                  <a:solidFill>
                    <a:srgbClr val="5B5B5B"/>
                  </a:solidFill>
                  <a:ea typeface="Liberation Sans"/>
                  <a:cs typeface="Liberation Sans"/>
                  <a:sym typeface="Liberation Sans"/>
                </a:rPr>
                <a:t>Capture feedbacks and Fix issues </a:t>
              </a:r>
            </a:p>
            <a:p>
              <a:pPr marL="388620" lvl="1" indent="-194310" algn="l">
                <a:buFont typeface="Arial"/>
                <a:buChar char="•"/>
              </a:pPr>
              <a:r>
                <a:rPr lang="en-US" sz="1000">
                  <a:solidFill>
                    <a:srgbClr val="5B5B5B"/>
                  </a:solidFill>
                  <a:ea typeface="Liberation Sans"/>
                  <a:cs typeface="Liberation Sans"/>
                  <a:sym typeface="Liberation Sans"/>
                </a:rPr>
                <a:t>Data Sources Accessibility Testing</a:t>
              </a:r>
            </a:p>
            <a:p>
              <a:pPr marL="388620" lvl="1" indent="-194310" algn="l">
                <a:buFont typeface="Arial"/>
                <a:buChar char="•"/>
              </a:pPr>
              <a:r>
                <a:rPr lang="en-US" sz="1000">
                  <a:solidFill>
                    <a:srgbClr val="5B5B5B"/>
                  </a:solidFill>
                  <a:ea typeface="Liberation Sans"/>
                  <a:cs typeface="Liberation Sans"/>
                  <a:sym typeface="Liberation Sans"/>
                </a:rPr>
                <a:t>Workbook Accessibility Testing</a:t>
              </a:r>
            </a:p>
            <a:p>
              <a:pPr marL="388620" lvl="1" indent="-194310" algn="l">
                <a:buFont typeface="Arial"/>
                <a:buChar char="•"/>
              </a:pPr>
              <a:r>
                <a:rPr lang="en-US" sz="1000">
                  <a:solidFill>
                    <a:srgbClr val="5B5B5B"/>
                  </a:solidFill>
                  <a:ea typeface="Liberation Sans"/>
                  <a:cs typeface="Liberation Sans"/>
                  <a:sym typeface="Liberation Sans"/>
                </a:rPr>
                <a:t>Workbook Data Validation</a:t>
              </a:r>
            </a:p>
            <a:p>
              <a:pPr marL="388620" lvl="1" indent="-194310" algn="l">
                <a:buFont typeface="Arial"/>
                <a:buChar char="•"/>
              </a:pPr>
              <a:r>
                <a:rPr lang="en-US" sz="1000">
                  <a:solidFill>
                    <a:srgbClr val="5B5B5B"/>
                  </a:solidFill>
                  <a:ea typeface="Liberation Sans"/>
                  <a:cs typeface="Liberation Sans"/>
                  <a:sym typeface="Liberation Sans"/>
                </a:rPr>
                <a:t>Functional Testing (Drill down, Drill through</a:t>
              </a:r>
            </a:p>
          </p:txBody>
        </p:sp>
      </p:grpSp>
      <p:grpSp>
        <p:nvGrpSpPr>
          <p:cNvPr id="105" name="Group 48">
            <a:extLst>
              <a:ext uri="{FF2B5EF4-FFF2-40B4-BE49-F238E27FC236}">
                <a16:creationId xmlns:a16="http://schemas.microsoft.com/office/drawing/2014/main" id="{A7F0685D-520E-708C-F0F7-E70FFE2BF749}"/>
              </a:ext>
            </a:extLst>
          </p:cNvPr>
          <p:cNvGrpSpPr/>
          <p:nvPr/>
        </p:nvGrpSpPr>
        <p:grpSpPr>
          <a:xfrm>
            <a:off x="2383548" y="4448252"/>
            <a:ext cx="3106383" cy="1312728"/>
            <a:chOff x="588280" y="30018"/>
            <a:chExt cx="4953902" cy="1750303"/>
          </a:xfrm>
        </p:grpSpPr>
        <p:sp>
          <p:nvSpPr>
            <p:cNvPr id="106" name="TextBox 49">
              <a:extLst>
                <a:ext uri="{FF2B5EF4-FFF2-40B4-BE49-F238E27FC236}">
                  <a16:creationId xmlns:a16="http://schemas.microsoft.com/office/drawing/2014/main" id="{37AED9B3-AA0A-EB9C-F41D-405018206344}"/>
                </a:ext>
              </a:extLst>
            </p:cNvPr>
            <p:cNvSpPr txBox="1"/>
            <p:nvPr/>
          </p:nvSpPr>
          <p:spPr>
            <a:xfrm>
              <a:off x="588280" y="30018"/>
              <a:ext cx="3736698" cy="490477"/>
            </a:xfrm>
            <a:prstGeom prst="rect">
              <a:avLst/>
            </a:prstGeom>
          </p:spPr>
          <p:txBody>
            <a:bodyPr wrap="square" lIns="0" tIns="0" rIns="0" bIns="0" rtlCol="0" anchor="t">
              <a:spAutoFit/>
            </a:bodyPr>
            <a:lstStyle/>
            <a:p>
              <a:pPr algn="ctr">
                <a:lnSpc>
                  <a:spcPts val="3359"/>
                </a:lnSpc>
              </a:pPr>
              <a:r>
                <a:rPr lang="en-US" sz="1100" b="1">
                  <a:solidFill>
                    <a:srgbClr val="151857"/>
                  </a:solidFill>
                  <a:ea typeface="Liberation Sans Bold"/>
                  <a:cs typeface="Liberation Sans Bold"/>
                  <a:sym typeface="Liberation Sans Bold"/>
                </a:rPr>
                <a:t>Pre Migration Preparation</a:t>
              </a:r>
            </a:p>
          </p:txBody>
        </p:sp>
        <p:sp>
          <p:nvSpPr>
            <p:cNvPr id="107" name="TextBox 50">
              <a:extLst>
                <a:ext uri="{FF2B5EF4-FFF2-40B4-BE49-F238E27FC236}">
                  <a16:creationId xmlns:a16="http://schemas.microsoft.com/office/drawing/2014/main" id="{F6E197B8-1B19-5FA4-51CB-206C6824E294}"/>
                </a:ext>
              </a:extLst>
            </p:cNvPr>
            <p:cNvSpPr txBox="1"/>
            <p:nvPr/>
          </p:nvSpPr>
          <p:spPr>
            <a:xfrm>
              <a:off x="736051" y="549215"/>
              <a:ext cx="4806131" cy="1231106"/>
            </a:xfrm>
            <a:prstGeom prst="rect">
              <a:avLst/>
            </a:prstGeom>
          </p:spPr>
          <p:txBody>
            <a:bodyPr lIns="0" tIns="0" rIns="0" bIns="0" rtlCol="0" anchor="t">
              <a:spAutoFit/>
            </a:bodyPr>
            <a:lstStyle/>
            <a:p>
              <a:pPr marL="388620" lvl="1" indent="-194310" algn="l">
                <a:buFont typeface="Arial"/>
                <a:buChar char="•"/>
              </a:pPr>
              <a:r>
                <a:rPr lang="en-US" sz="1000">
                  <a:solidFill>
                    <a:srgbClr val="5B5B5B"/>
                  </a:solidFill>
                  <a:ea typeface="Liberation Sans"/>
                  <a:cs typeface="Liberation Sans"/>
                  <a:sym typeface="Liberation Sans"/>
                </a:rPr>
                <a:t>Environment readiness</a:t>
              </a:r>
            </a:p>
            <a:p>
              <a:pPr marL="388620" lvl="1" indent="-194310" algn="l">
                <a:buFont typeface="Arial"/>
                <a:buChar char="•"/>
              </a:pPr>
              <a:r>
                <a:rPr lang="en-US" sz="1000">
                  <a:solidFill>
                    <a:srgbClr val="5B5B5B"/>
                  </a:solidFill>
                  <a:ea typeface="Liberation Sans"/>
                  <a:cs typeface="Liberation Sans"/>
                  <a:sym typeface="Liberation Sans"/>
                </a:rPr>
                <a:t>Tableau Inventory preparation</a:t>
              </a:r>
            </a:p>
            <a:p>
              <a:pPr marL="388620" lvl="1" indent="-194310" algn="l">
                <a:buFont typeface="Arial"/>
                <a:buChar char="•"/>
              </a:pPr>
              <a:r>
                <a:rPr lang="en-US" sz="1000">
                  <a:solidFill>
                    <a:srgbClr val="5B5B5B"/>
                  </a:solidFill>
                  <a:ea typeface="Liberation Sans"/>
                  <a:cs typeface="Liberation Sans"/>
                  <a:sym typeface="Liberation Sans"/>
                </a:rPr>
                <a:t>Data sources adjustment</a:t>
              </a:r>
            </a:p>
            <a:p>
              <a:pPr marL="388620" lvl="1" indent="-194310" algn="l">
                <a:buFont typeface="Arial"/>
                <a:buChar char="•"/>
              </a:pPr>
              <a:r>
                <a:rPr lang="en-US" sz="1000">
                  <a:solidFill>
                    <a:srgbClr val="5B5B5B"/>
                  </a:solidFill>
                  <a:ea typeface="Liberation Sans"/>
                  <a:cs typeface="Liberation Sans"/>
                  <a:sym typeface="Liberation Sans"/>
                </a:rPr>
                <a:t>Identify dependencies</a:t>
              </a:r>
            </a:p>
            <a:p>
              <a:pPr marL="388620" lvl="1" indent="-194310" algn="l">
                <a:buFont typeface="Arial"/>
                <a:buChar char="•"/>
              </a:pPr>
              <a:r>
                <a:rPr lang="en-US" sz="1000">
                  <a:solidFill>
                    <a:srgbClr val="5B5B5B"/>
                  </a:solidFill>
                  <a:ea typeface="Liberation Sans"/>
                  <a:cs typeface="Liberation Sans"/>
                  <a:sym typeface="Liberation Sans"/>
                </a:rPr>
                <a:t>Migration preparation, set roles &amp; responsibilities</a:t>
              </a:r>
            </a:p>
          </p:txBody>
        </p:sp>
      </p:grpSp>
      <p:grpSp>
        <p:nvGrpSpPr>
          <p:cNvPr id="108" name="Group 54">
            <a:extLst>
              <a:ext uri="{FF2B5EF4-FFF2-40B4-BE49-F238E27FC236}">
                <a16:creationId xmlns:a16="http://schemas.microsoft.com/office/drawing/2014/main" id="{14767613-5643-5E3B-894E-869494306D11}"/>
              </a:ext>
            </a:extLst>
          </p:cNvPr>
          <p:cNvGrpSpPr/>
          <p:nvPr/>
        </p:nvGrpSpPr>
        <p:grpSpPr>
          <a:xfrm>
            <a:off x="5332917" y="4445180"/>
            <a:ext cx="3121715" cy="1674584"/>
            <a:chOff x="-298709" y="-148335"/>
            <a:chExt cx="7534562" cy="2232777"/>
          </a:xfrm>
        </p:grpSpPr>
        <p:sp>
          <p:nvSpPr>
            <p:cNvPr id="109" name="TextBox 55">
              <a:extLst>
                <a:ext uri="{FF2B5EF4-FFF2-40B4-BE49-F238E27FC236}">
                  <a16:creationId xmlns:a16="http://schemas.microsoft.com/office/drawing/2014/main" id="{99666B47-8536-F85D-AEE7-D28DBEFFF254}"/>
                </a:ext>
              </a:extLst>
            </p:cNvPr>
            <p:cNvSpPr txBox="1"/>
            <p:nvPr/>
          </p:nvSpPr>
          <p:spPr>
            <a:xfrm>
              <a:off x="-298709" y="-148335"/>
              <a:ext cx="6422039" cy="490477"/>
            </a:xfrm>
            <a:prstGeom prst="rect">
              <a:avLst/>
            </a:prstGeom>
          </p:spPr>
          <p:txBody>
            <a:bodyPr lIns="0" tIns="0" rIns="0" bIns="0" rtlCol="0" anchor="t">
              <a:spAutoFit/>
            </a:bodyPr>
            <a:lstStyle/>
            <a:p>
              <a:pPr algn="ctr">
                <a:lnSpc>
                  <a:spcPts val="3359"/>
                </a:lnSpc>
              </a:pPr>
              <a:r>
                <a:rPr lang="en-US" sz="1100" b="1">
                  <a:solidFill>
                    <a:srgbClr val="151857"/>
                  </a:solidFill>
                  <a:ea typeface="Liberation Sans Bold"/>
                  <a:cs typeface="Liberation Sans Bold"/>
                  <a:sym typeface="Liberation Sans Bold"/>
                </a:rPr>
                <a:t>Testing &amp; Validation</a:t>
              </a:r>
            </a:p>
          </p:txBody>
        </p:sp>
        <p:sp>
          <p:nvSpPr>
            <p:cNvPr id="110" name="TextBox 56">
              <a:extLst>
                <a:ext uri="{FF2B5EF4-FFF2-40B4-BE49-F238E27FC236}">
                  <a16:creationId xmlns:a16="http://schemas.microsoft.com/office/drawing/2014/main" id="{216186F3-7BEE-144D-D2B3-F794EAA5AC8F}"/>
                </a:ext>
              </a:extLst>
            </p:cNvPr>
            <p:cNvSpPr txBox="1"/>
            <p:nvPr/>
          </p:nvSpPr>
          <p:spPr>
            <a:xfrm>
              <a:off x="813814" y="442969"/>
              <a:ext cx="6422039" cy="1641473"/>
            </a:xfrm>
            <a:prstGeom prst="rect">
              <a:avLst/>
            </a:prstGeom>
          </p:spPr>
          <p:txBody>
            <a:bodyPr lIns="0" tIns="0" rIns="0" bIns="0" rtlCol="0" anchor="t">
              <a:spAutoFit/>
            </a:bodyPr>
            <a:lstStyle/>
            <a:p>
              <a:pPr marL="388620" lvl="1" indent="-194310" algn="l">
                <a:buFont typeface="Arial"/>
                <a:buChar char="•"/>
              </a:pPr>
              <a:r>
                <a:rPr lang="en-US" sz="1000">
                  <a:solidFill>
                    <a:srgbClr val="5B5B5B"/>
                  </a:solidFill>
                  <a:ea typeface="Liberation Sans"/>
                  <a:cs typeface="Liberation Sans"/>
                  <a:sym typeface="Liberation Sans"/>
                </a:rPr>
                <a:t>Site Admin level testing</a:t>
              </a:r>
            </a:p>
            <a:p>
              <a:pPr marL="388620" lvl="1" indent="-194310" algn="l">
                <a:buFont typeface="Arial"/>
                <a:buChar char="•"/>
              </a:pPr>
              <a:r>
                <a:rPr lang="en-US" sz="1000">
                  <a:solidFill>
                    <a:srgbClr val="5B5B5B"/>
                  </a:solidFill>
                  <a:ea typeface="Liberation Sans"/>
                  <a:cs typeface="Liberation Sans"/>
                  <a:sym typeface="Liberation Sans"/>
                </a:rPr>
                <a:t>Data Source level testing</a:t>
              </a:r>
            </a:p>
            <a:p>
              <a:pPr marL="388620" lvl="1" indent="-194310" algn="l">
                <a:buFont typeface="Arial"/>
                <a:buChar char="•"/>
              </a:pPr>
              <a:r>
                <a:rPr lang="en-US" sz="1000">
                  <a:solidFill>
                    <a:srgbClr val="5B5B5B"/>
                  </a:solidFill>
                  <a:ea typeface="Liberation Sans"/>
                  <a:cs typeface="Liberation Sans"/>
                  <a:sym typeface="Liberation Sans"/>
                </a:rPr>
                <a:t>Workbook level testing</a:t>
              </a:r>
            </a:p>
            <a:p>
              <a:pPr marL="388620" lvl="1" indent="-194310" algn="l">
                <a:buFont typeface="Arial"/>
                <a:buChar char="•"/>
              </a:pPr>
              <a:r>
                <a:rPr lang="en-US" sz="1000">
                  <a:solidFill>
                    <a:srgbClr val="5B5B5B"/>
                  </a:solidFill>
                  <a:ea typeface="Liberation Sans"/>
                  <a:cs typeface="Liberation Sans"/>
                  <a:sym typeface="Liberation Sans"/>
                </a:rPr>
                <a:t>Data Validation</a:t>
              </a:r>
            </a:p>
            <a:p>
              <a:pPr marL="388620" lvl="1" indent="-194310" algn="l">
                <a:buFont typeface="Arial"/>
                <a:buChar char="•"/>
              </a:pPr>
              <a:r>
                <a:rPr lang="en-US" sz="1000">
                  <a:solidFill>
                    <a:srgbClr val="5B5B5B"/>
                  </a:solidFill>
                  <a:ea typeface="Liberation Sans"/>
                  <a:cs typeface="Liberation Sans"/>
                  <a:sym typeface="Liberation Sans"/>
                </a:rPr>
                <a:t>Functional Testing</a:t>
              </a:r>
            </a:p>
            <a:p>
              <a:pPr marL="388620" lvl="1" indent="-194310" algn="l">
                <a:buFont typeface="Arial"/>
                <a:buChar char="•"/>
              </a:pPr>
              <a:r>
                <a:rPr lang="en-US" sz="1000">
                  <a:solidFill>
                    <a:srgbClr val="5B5B5B"/>
                  </a:solidFill>
                  <a:ea typeface="Liberation Sans"/>
                  <a:cs typeface="Liberation Sans"/>
                  <a:sym typeface="Liberation Sans"/>
                </a:rPr>
                <a:t>Schedule Extract Refresh Testing</a:t>
              </a:r>
            </a:p>
            <a:p>
              <a:pPr marL="388620" lvl="1" indent="-194310" algn="l">
                <a:buFont typeface="Arial"/>
                <a:buChar char="•"/>
              </a:pPr>
              <a:r>
                <a:rPr lang="en-US" sz="1000">
                  <a:solidFill>
                    <a:srgbClr val="5B5B5B"/>
                  </a:solidFill>
                  <a:ea typeface="Liberation Sans"/>
                  <a:cs typeface="Liberation Sans"/>
                  <a:sym typeface="Liberation Sans"/>
                </a:rPr>
                <a:t>Subscription Testing</a:t>
              </a:r>
            </a:p>
            <a:p>
              <a:pPr marL="388620" lvl="1" indent="-194310" algn="l">
                <a:buFont typeface="Arial"/>
                <a:buChar char="•"/>
              </a:pPr>
              <a:r>
                <a:rPr lang="en-US" sz="1000">
                  <a:solidFill>
                    <a:srgbClr val="5B5B5B"/>
                  </a:solidFill>
                  <a:ea typeface="Liberation Sans"/>
                  <a:cs typeface="Liberation Sans"/>
                  <a:sym typeface="Liberation Sans"/>
                </a:rPr>
                <a:t>Backup Testing</a:t>
              </a:r>
            </a:p>
          </p:txBody>
        </p:sp>
      </p:grpSp>
      <p:grpSp>
        <p:nvGrpSpPr>
          <p:cNvPr id="111" name="Group 60">
            <a:extLst>
              <a:ext uri="{FF2B5EF4-FFF2-40B4-BE49-F238E27FC236}">
                <a16:creationId xmlns:a16="http://schemas.microsoft.com/office/drawing/2014/main" id="{6F272172-45A4-AAD3-62F9-D8A61F3289D0}"/>
              </a:ext>
            </a:extLst>
          </p:cNvPr>
          <p:cNvGrpSpPr/>
          <p:nvPr/>
        </p:nvGrpSpPr>
        <p:grpSpPr>
          <a:xfrm>
            <a:off x="8798646" y="4441750"/>
            <a:ext cx="3057774" cy="1005754"/>
            <a:chOff x="1024768" y="-419264"/>
            <a:chExt cx="5786441" cy="1341005"/>
          </a:xfrm>
        </p:grpSpPr>
        <p:sp>
          <p:nvSpPr>
            <p:cNvPr id="112" name="TextBox 61">
              <a:extLst>
                <a:ext uri="{FF2B5EF4-FFF2-40B4-BE49-F238E27FC236}">
                  <a16:creationId xmlns:a16="http://schemas.microsoft.com/office/drawing/2014/main" id="{EA96D3E2-9365-114B-7C72-9D7C4BA8F036}"/>
                </a:ext>
              </a:extLst>
            </p:cNvPr>
            <p:cNvSpPr txBox="1"/>
            <p:nvPr/>
          </p:nvSpPr>
          <p:spPr>
            <a:xfrm>
              <a:off x="1024768" y="-419264"/>
              <a:ext cx="4018295" cy="490477"/>
            </a:xfrm>
            <a:prstGeom prst="rect">
              <a:avLst/>
            </a:prstGeom>
          </p:spPr>
          <p:txBody>
            <a:bodyPr lIns="0" tIns="0" rIns="0" bIns="0" rtlCol="0" anchor="t">
              <a:spAutoFit/>
            </a:bodyPr>
            <a:lstStyle/>
            <a:p>
              <a:pPr algn="ctr">
                <a:lnSpc>
                  <a:spcPts val="3359"/>
                </a:lnSpc>
              </a:pPr>
              <a:r>
                <a:rPr lang="en-US" sz="1100" b="1">
                  <a:solidFill>
                    <a:srgbClr val="151857"/>
                  </a:solidFill>
                  <a:ea typeface="Liberation Sans Bold"/>
                  <a:cs typeface="Liberation Sans Bold"/>
                  <a:sym typeface="Liberation Sans Bold"/>
                </a:rPr>
                <a:t>Go Live &amp; Normalization</a:t>
              </a:r>
            </a:p>
          </p:txBody>
        </p:sp>
        <p:sp>
          <p:nvSpPr>
            <p:cNvPr id="113" name="TextBox 62">
              <a:extLst>
                <a:ext uri="{FF2B5EF4-FFF2-40B4-BE49-F238E27FC236}">
                  <a16:creationId xmlns:a16="http://schemas.microsoft.com/office/drawing/2014/main" id="{2BE61167-F270-FFC9-7A12-7429CE42F084}"/>
                </a:ext>
              </a:extLst>
            </p:cNvPr>
            <p:cNvSpPr txBox="1"/>
            <p:nvPr/>
          </p:nvSpPr>
          <p:spPr>
            <a:xfrm>
              <a:off x="1139406" y="101004"/>
              <a:ext cx="5671803" cy="820737"/>
            </a:xfrm>
            <a:prstGeom prst="rect">
              <a:avLst/>
            </a:prstGeom>
          </p:spPr>
          <p:txBody>
            <a:bodyPr lIns="0" tIns="0" rIns="0" bIns="0" rtlCol="0" anchor="t">
              <a:spAutoFit/>
            </a:bodyPr>
            <a:lstStyle/>
            <a:p>
              <a:pPr marL="388620" lvl="1" indent="-194310" algn="l">
                <a:buFont typeface="Arial"/>
                <a:buChar char="•"/>
              </a:pPr>
              <a:r>
                <a:rPr lang="en-US" sz="1000">
                  <a:solidFill>
                    <a:srgbClr val="5B5B5B"/>
                  </a:solidFill>
                  <a:ea typeface="Liberation Sans"/>
                  <a:cs typeface="Liberation Sans"/>
                  <a:sym typeface="Liberation Sans"/>
                </a:rPr>
                <a:t>User Support and Communication</a:t>
              </a:r>
            </a:p>
            <a:p>
              <a:pPr marL="388620" lvl="1" indent="-194310" algn="l">
                <a:buFont typeface="Arial"/>
                <a:buChar char="•"/>
              </a:pPr>
              <a:r>
                <a:rPr lang="en-US" sz="1000">
                  <a:solidFill>
                    <a:srgbClr val="5B5B5B"/>
                  </a:solidFill>
                  <a:ea typeface="Liberation Sans"/>
                  <a:cs typeface="Liberation Sans"/>
                  <a:sym typeface="Liberation Sans"/>
                </a:rPr>
                <a:t>Continuous Monitoring</a:t>
              </a:r>
            </a:p>
            <a:p>
              <a:pPr marL="388620" lvl="1" indent="-194310" algn="l">
                <a:buFont typeface="Arial"/>
                <a:buChar char="•"/>
              </a:pPr>
              <a:r>
                <a:rPr lang="en-US" sz="1000">
                  <a:solidFill>
                    <a:srgbClr val="5B5B5B"/>
                  </a:solidFill>
                  <a:ea typeface="Liberation Sans"/>
                  <a:cs typeface="Liberation Sans"/>
                  <a:sym typeface="Liberation Sans"/>
                </a:rPr>
                <a:t>Knowledge transfer &amp; training</a:t>
              </a:r>
            </a:p>
            <a:p>
              <a:pPr marL="388620" lvl="1" indent="-194310" algn="l">
                <a:buFont typeface="Arial"/>
                <a:buChar char="•"/>
              </a:pPr>
              <a:r>
                <a:rPr lang="en-US" sz="1000">
                  <a:solidFill>
                    <a:srgbClr val="5B5B5B"/>
                  </a:solidFill>
                  <a:ea typeface="Liberation Sans"/>
                  <a:cs typeface="Liberation Sans"/>
                  <a:sym typeface="Liberation Sans"/>
                </a:rPr>
                <a:t>Security Audits</a:t>
              </a:r>
            </a:p>
          </p:txBody>
        </p:sp>
      </p:grpSp>
      <p:sp>
        <p:nvSpPr>
          <p:cNvPr id="3" name="TextBox 2">
            <a:extLst>
              <a:ext uri="{FF2B5EF4-FFF2-40B4-BE49-F238E27FC236}">
                <a16:creationId xmlns:a16="http://schemas.microsoft.com/office/drawing/2014/main" id="{0C15FEF8-6E3E-3188-38B5-9A1664144F54}"/>
              </a:ext>
            </a:extLst>
          </p:cNvPr>
          <p:cNvSpPr txBox="1"/>
          <p:nvPr/>
        </p:nvSpPr>
        <p:spPr>
          <a:xfrm>
            <a:off x="1810171" y="779080"/>
            <a:ext cx="277429" cy="523220"/>
          </a:xfrm>
          <a:prstGeom prst="rect">
            <a:avLst/>
          </a:prstGeom>
          <a:noFill/>
        </p:spPr>
        <p:txBody>
          <a:bodyPr wrap="square">
            <a:spAutoFit/>
          </a:bodyPr>
          <a:lstStyle/>
          <a:p>
            <a:r>
              <a:rPr lang="en-US" sz="2800" b="1">
                <a:solidFill>
                  <a:srgbClr val="5410BF"/>
                </a:solidFill>
                <a:latin typeface="Calibri" panose="020F0502020204030204" pitchFamily="34" charset="0"/>
                <a:ea typeface="Calibri" panose="020F0502020204030204" pitchFamily="34" charset="0"/>
                <a:cs typeface="Calibri" panose="020F0502020204030204" pitchFamily="34" charset="0"/>
                <a:sym typeface="Lato Light"/>
              </a:rPr>
              <a:t>1</a:t>
            </a:r>
            <a:endParaRPr lang="en-IN" sz="2800"/>
          </a:p>
        </p:txBody>
      </p:sp>
      <p:sp>
        <p:nvSpPr>
          <p:cNvPr id="5" name="TextBox 4">
            <a:extLst>
              <a:ext uri="{FF2B5EF4-FFF2-40B4-BE49-F238E27FC236}">
                <a16:creationId xmlns:a16="http://schemas.microsoft.com/office/drawing/2014/main" id="{E31B8C5C-9549-DE8C-C5BB-E98347792A83}"/>
              </a:ext>
            </a:extLst>
          </p:cNvPr>
          <p:cNvSpPr txBox="1"/>
          <p:nvPr/>
        </p:nvSpPr>
        <p:spPr>
          <a:xfrm>
            <a:off x="3329322" y="4180998"/>
            <a:ext cx="277429" cy="523220"/>
          </a:xfrm>
          <a:prstGeom prst="rect">
            <a:avLst/>
          </a:prstGeom>
          <a:noFill/>
        </p:spPr>
        <p:txBody>
          <a:bodyPr wrap="square">
            <a:spAutoFit/>
          </a:bodyPr>
          <a:lstStyle/>
          <a:p>
            <a:r>
              <a:rPr lang="en-US" sz="2800" b="1">
                <a:solidFill>
                  <a:srgbClr val="8334AF"/>
                </a:solidFill>
                <a:latin typeface="Calibri" panose="020F0502020204030204" pitchFamily="34" charset="0"/>
                <a:ea typeface="Calibri" panose="020F0502020204030204" pitchFamily="34" charset="0"/>
                <a:cs typeface="Calibri" panose="020F0502020204030204" pitchFamily="34" charset="0"/>
                <a:sym typeface="Lato Light"/>
              </a:rPr>
              <a:t>2</a:t>
            </a:r>
            <a:endParaRPr lang="en-IN" sz="2800">
              <a:solidFill>
                <a:srgbClr val="8334AF"/>
              </a:solidFill>
            </a:endParaRPr>
          </a:p>
        </p:txBody>
      </p:sp>
      <p:sp>
        <p:nvSpPr>
          <p:cNvPr id="6" name="TextBox 5">
            <a:extLst>
              <a:ext uri="{FF2B5EF4-FFF2-40B4-BE49-F238E27FC236}">
                <a16:creationId xmlns:a16="http://schemas.microsoft.com/office/drawing/2014/main" id="{D0393B54-3B81-2112-C807-B1BA92868DC5}"/>
              </a:ext>
            </a:extLst>
          </p:cNvPr>
          <p:cNvSpPr txBox="1"/>
          <p:nvPr/>
        </p:nvSpPr>
        <p:spPr>
          <a:xfrm>
            <a:off x="5055488" y="373780"/>
            <a:ext cx="277429" cy="523220"/>
          </a:xfrm>
          <a:prstGeom prst="rect">
            <a:avLst/>
          </a:prstGeom>
          <a:noFill/>
        </p:spPr>
        <p:txBody>
          <a:bodyPr wrap="square">
            <a:spAutoFit/>
          </a:bodyPr>
          <a:lstStyle/>
          <a:p>
            <a:r>
              <a:rPr lang="en-US" sz="2800" b="1">
                <a:solidFill>
                  <a:srgbClr val="B2589E"/>
                </a:solidFill>
                <a:latin typeface="Calibri" panose="020F0502020204030204" pitchFamily="34" charset="0"/>
                <a:ea typeface="Calibri" panose="020F0502020204030204" pitchFamily="34" charset="0"/>
                <a:cs typeface="Calibri" panose="020F0502020204030204" pitchFamily="34" charset="0"/>
                <a:sym typeface="Lato Light"/>
              </a:rPr>
              <a:t>3</a:t>
            </a:r>
            <a:endParaRPr lang="en-IN" sz="2800">
              <a:solidFill>
                <a:srgbClr val="B2589E"/>
              </a:solidFill>
            </a:endParaRPr>
          </a:p>
        </p:txBody>
      </p:sp>
      <p:sp>
        <p:nvSpPr>
          <p:cNvPr id="7" name="TextBox 6">
            <a:extLst>
              <a:ext uri="{FF2B5EF4-FFF2-40B4-BE49-F238E27FC236}">
                <a16:creationId xmlns:a16="http://schemas.microsoft.com/office/drawing/2014/main" id="{2B142686-8E5C-300D-ECE5-1E1FF18D7E6A}"/>
              </a:ext>
            </a:extLst>
          </p:cNvPr>
          <p:cNvSpPr txBox="1"/>
          <p:nvPr/>
        </p:nvSpPr>
        <p:spPr>
          <a:xfrm>
            <a:off x="6534337" y="4171601"/>
            <a:ext cx="277429" cy="523220"/>
          </a:xfrm>
          <a:prstGeom prst="rect">
            <a:avLst/>
          </a:prstGeom>
          <a:noFill/>
        </p:spPr>
        <p:txBody>
          <a:bodyPr wrap="square">
            <a:spAutoFit/>
          </a:bodyPr>
          <a:lstStyle/>
          <a:p>
            <a:r>
              <a:rPr lang="en-US" sz="2800" b="1">
                <a:solidFill>
                  <a:srgbClr val="E07C8E"/>
                </a:solidFill>
                <a:latin typeface="Calibri" panose="020F0502020204030204" pitchFamily="34" charset="0"/>
                <a:ea typeface="Calibri" panose="020F0502020204030204" pitchFamily="34" charset="0"/>
                <a:cs typeface="Calibri" panose="020F0502020204030204" pitchFamily="34" charset="0"/>
                <a:sym typeface="Lato Light"/>
              </a:rPr>
              <a:t>4</a:t>
            </a:r>
            <a:endParaRPr lang="en-IN" sz="2800">
              <a:solidFill>
                <a:srgbClr val="E07C8E"/>
              </a:solidFill>
            </a:endParaRPr>
          </a:p>
        </p:txBody>
      </p:sp>
      <p:sp>
        <p:nvSpPr>
          <p:cNvPr id="8" name="TextBox 7">
            <a:extLst>
              <a:ext uri="{FF2B5EF4-FFF2-40B4-BE49-F238E27FC236}">
                <a16:creationId xmlns:a16="http://schemas.microsoft.com/office/drawing/2014/main" id="{C101C49D-2ECA-3C35-278B-5A73FE314E71}"/>
              </a:ext>
            </a:extLst>
          </p:cNvPr>
          <p:cNvSpPr txBox="1"/>
          <p:nvPr/>
        </p:nvSpPr>
        <p:spPr>
          <a:xfrm>
            <a:off x="7965740" y="347402"/>
            <a:ext cx="277429" cy="523220"/>
          </a:xfrm>
          <a:prstGeom prst="rect">
            <a:avLst/>
          </a:prstGeom>
          <a:noFill/>
        </p:spPr>
        <p:txBody>
          <a:bodyPr wrap="square">
            <a:spAutoFit/>
          </a:bodyPr>
          <a:lstStyle/>
          <a:p>
            <a:r>
              <a:rPr lang="en-US" sz="2800" b="1">
                <a:solidFill>
                  <a:srgbClr val="FD9F6B"/>
                </a:solidFill>
                <a:latin typeface="Calibri" panose="020F0502020204030204" pitchFamily="34" charset="0"/>
                <a:ea typeface="Calibri" panose="020F0502020204030204" pitchFamily="34" charset="0"/>
                <a:cs typeface="Calibri" panose="020F0502020204030204" pitchFamily="34" charset="0"/>
                <a:sym typeface="Lato Light"/>
              </a:rPr>
              <a:t>5</a:t>
            </a:r>
            <a:endParaRPr lang="en-IN" sz="2800">
              <a:solidFill>
                <a:srgbClr val="FD9F6B"/>
              </a:solidFill>
            </a:endParaRPr>
          </a:p>
        </p:txBody>
      </p:sp>
      <p:sp>
        <p:nvSpPr>
          <p:cNvPr id="9" name="TextBox 8">
            <a:extLst>
              <a:ext uri="{FF2B5EF4-FFF2-40B4-BE49-F238E27FC236}">
                <a16:creationId xmlns:a16="http://schemas.microsoft.com/office/drawing/2014/main" id="{3FCE4945-4EDF-106C-E215-76649ABCAD41}"/>
              </a:ext>
            </a:extLst>
          </p:cNvPr>
          <p:cNvSpPr txBox="1"/>
          <p:nvPr/>
        </p:nvSpPr>
        <p:spPr>
          <a:xfrm>
            <a:off x="9655211" y="4163013"/>
            <a:ext cx="277429" cy="523220"/>
          </a:xfrm>
          <a:prstGeom prst="rect">
            <a:avLst/>
          </a:prstGeom>
          <a:noFill/>
        </p:spPr>
        <p:txBody>
          <a:bodyPr wrap="square">
            <a:spAutoFit/>
          </a:bodyPr>
          <a:lstStyle/>
          <a:p>
            <a:r>
              <a:rPr lang="en-US" sz="2800" b="1">
                <a:solidFill>
                  <a:srgbClr val="F75441"/>
                </a:solidFill>
                <a:latin typeface="Calibri" panose="020F0502020204030204" pitchFamily="34" charset="0"/>
                <a:ea typeface="Calibri" panose="020F0502020204030204" pitchFamily="34" charset="0"/>
                <a:cs typeface="Calibri" panose="020F0502020204030204" pitchFamily="34" charset="0"/>
                <a:sym typeface="Lato Light"/>
              </a:rPr>
              <a:t>6</a:t>
            </a:r>
            <a:endParaRPr lang="en-IN" sz="2800">
              <a:solidFill>
                <a:srgbClr val="F75441"/>
              </a:solidFill>
            </a:endParaRPr>
          </a:p>
        </p:txBody>
      </p:sp>
    </p:spTree>
    <p:extLst>
      <p:ext uri="{BB962C8B-B14F-4D97-AF65-F5344CB8AC3E}">
        <p14:creationId xmlns:p14="http://schemas.microsoft.com/office/powerpoint/2010/main" val="335483899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DB8C8E-6EDB-44A1-B5A7-8E87BD63EA98}"/>
            </a:ext>
          </a:extLst>
        </p:cNvPr>
        <p:cNvGrpSpPr/>
        <p:nvPr/>
      </p:nvGrpSpPr>
      <p:grpSpPr>
        <a:xfrm>
          <a:off x="0" y="0"/>
          <a:ext cx="0" cy="0"/>
          <a:chOff x="0" y="0"/>
          <a:chExt cx="0" cy="0"/>
        </a:xfrm>
      </p:grpSpPr>
      <p:sp>
        <p:nvSpPr>
          <p:cNvPr id="3" name="Shape 141">
            <a:extLst>
              <a:ext uri="{FF2B5EF4-FFF2-40B4-BE49-F238E27FC236}">
                <a16:creationId xmlns:a16="http://schemas.microsoft.com/office/drawing/2014/main" id="{DAEA44F1-EDEB-A180-BE2D-43E09B6C8D12}"/>
              </a:ext>
            </a:extLst>
          </p:cNvPr>
          <p:cNvSpPr/>
          <p:nvPr/>
        </p:nvSpPr>
        <p:spPr>
          <a:xfrm>
            <a:off x="252216" y="215948"/>
            <a:ext cx="117519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r>
              <a:rPr lang="en-US" sz="2800" b="1">
                <a:solidFill>
                  <a:srgbClr val="5410BF"/>
                </a:solidFill>
                <a:latin typeface="Calibri" panose="020F0502020204030204" pitchFamily="34" charset="0"/>
                <a:ea typeface="Calibri" panose="020F0502020204030204" pitchFamily="34" charset="0"/>
                <a:cs typeface="Calibri" panose="020F0502020204030204" pitchFamily="34" charset="0"/>
                <a:sym typeface="Lato Light"/>
              </a:rPr>
              <a:t>Project Timeline</a:t>
            </a:r>
            <a:endParaRPr lang="en-US" sz="2800" b="1">
              <a:solidFill>
                <a:srgbClr val="5410BF"/>
              </a:solidFill>
              <a:latin typeface="Calibri" panose="020F0502020204030204" pitchFamily="34" charset="0"/>
              <a:ea typeface="Calibri" panose="020F0502020204030204" pitchFamily="34" charset="0"/>
              <a:cs typeface="Calibri" panose="020F0502020204030204" pitchFamily="34" charset="0"/>
            </a:endParaRPr>
          </a:p>
        </p:txBody>
      </p:sp>
      <p:sp>
        <p:nvSpPr>
          <p:cNvPr id="374" name="AutoShape 9">
            <a:extLst>
              <a:ext uri="{FF2B5EF4-FFF2-40B4-BE49-F238E27FC236}">
                <a16:creationId xmlns:a16="http://schemas.microsoft.com/office/drawing/2014/main" id="{29223FBB-1AA1-F82A-150C-4A5F4809D16B}"/>
              </a:ext>
            </a:extLst>
          </p:cNvPr>
          <p:cNvSpPr/>
          <p:nvPr/>
        </p:nvSpPr>
        <p:spPr>
          <a:xfrm rot="5400000">
            <a:off x="126939" y="3675376"/>
            <a:ext cx="4083439" cy="0"/>
          </a:xfrm>
          <a:prstGeom prst="line">
            <a:avLst/>
          </a:prstGeom>
          <a:ln w="28575" cap="flat">
            <a:solidFill>
              <a:srgbClr val="CBCBCB"/>
            </a:solidFill>
            <a:prstDash val="solid"/>
            <a:headEnd type="none" w="sm" len="sm"/>
            <a:tailEnd type="none" w="sm" len="sm"/>
          </a:ln>
        </p:spPr>
        <p:txBody>
          <a:bodyPr/>
          <a:lstStyle/>
          <a:p>
            <a:endParaRPr lang="en-US"/>
          </a:p>
        </p:txBody>
      </p:sp>
      <p:sp>
        <p:nvSpPr>
          <p:cNvPr id="381" name="TextBox 16">
            <a:extLst>
              <a:ext uri="{FF2B5EF4-FFF2-40B4-BE49-F238E27FC236}">
                <a16:creationId xmlns:a16="http://schemas.microsoft.com/office/drawing/2014/main" id="{094B0E61-8D64-F644-4464-FE1843085867}"/>
              </a:ext>
            </a:extLst>
          </p:cNvPr>
          <p:cNvSpPr txBox="1"/>
          <p:nvPr/>
        </p:nvSpPr>
        <p:spPr>
          <a:xfrm>
            <a:off x="247647" y="2251696"/>
            <a:ext cx="1844194" cy="220701"/>
          </a:xfrm>
          <a:prstGeom prst="rect">
            <a:avLst/>
          </a:prstGeom>
        </p:spPr>
        <p:txBody>
          <a:bodyPr wrap="square" lIns="0" tIns="0" rIns="0" bIns="0" rtlCol="0" anchor="t">
            <a:spAutoFit/>
          </a:bodyPr>
          <a:lstStyle/>
          <a:p>
            <a:pPr>
              <a:lnSpc>
                <a:spcPts val="1840"/>
              </a:lnSpc>
              <a:spcBef>
                <a:spcPct val="0"/>
              </a:spcBef>
            </a:pPr>
            <a:r>
              <a:rPr lang="en-US" sz="1400" b="1">
                <a:solidFill>
                  <a:srgbClr val="000000"/>
                </a:solidFill>
                <a:ea typeface="Fira Sans Medium"/>
                <a:cs typeface="Fira Sans Medium"/>
                <a:sym typeface="Fira Sans Medium"/>
              </a:rPr>
              <a:t>Planning &amp; Analysis</a:t>
            </a:r>
          </a:p>
        </p:txBody>
      </p:sp>
      <p:sp>
        <p:nvSpPr>
          <p:cNvPr id="382" name="TextBox 17">
            <a:extLst>
              <a:ext uri="{FF2B5EF4-FFF2-40B4-BE49-F238E27FC236}">
                <a16:creationId xmlns:a16="http://schemas.microsoft.com/office/drawing/2014/main" id="{63A54213-A169-6028-E805-870E461EBD98}"/>
              </a:ext>
            </a:extLst>
          </p:cNvPr>
          <p:cNvSpPr txBox="1"/>
          <p:nvPr/>
        </p:nvSpPr>
        <p:spPr>
          <a:xfrm>
            <a:off x="241744" y="2774645"/>
            <a:ext cx="1950398" cy="451534"/>
          </a:xfrm>
          <a:prstGeom prst="rect">
            <a:avLst/>
          </a:prstGeom>
        </p:spPr>
        <p:txBody>
          <a:bodyPr wrap="square" lIns="0" tIns="0" rIns="0" bIns="0" rtlCol="0" anchor="t">
            <a:spAutoFit/>
          </a:bodyPr>
          <a:lstStyle/>
          <a:p>
            <a:pPr>
              <a:lnSpc>
                <a:spcPts val="1840"/>
              </a:lnSpc>
            </a:pPr>
            <a:r>
              <a:rPr lang="en-US" sz="1400" b="1">
                <a:ea typeface="Fira Sans Medium"/>
                <a:cs typeface="Fira Sans Medium"/>
                <a:sym typeface="Fira Sans Medium"/>
              </a:rPr>
              <a:t>Pre Migration Preparation</a:t>
            </a:r>
          </a:p>
        </p:txBody>
      </p:sp>
      <p:sp>
        <p:nvSpPr>
          <p:cNvPr id="383" name="TextBox 18">
            <a:extLst>
              <a:ext uri="{FF2B5EF4-FFF2-40B4-BE49-F238E27FC236}">
                <a16:creationId xmlns:a16="http://schemas.microsoft.com/office/drawing/2014/main" id="{4DCDD1D3-7897-21E7-5596-AEE1E2E90D58}"/>
              </a:ext>
            </a:extLst>
          </p:cNvPr>
          <p:cNvSpPr txBox="1"/>
          <p:nvPr/>
        </p:nvSpPr>
        <p:spPr>
          <a:xfrm>
            <a:off x="241744" y="3462513"/>
            <a:ext cx="1466807" cy="219291"/>
          </a:xfrm>
          <a:prstGeom prst="rect">
            <a:avLst/>
          </a:prstGeom>
        </p:spPr>
        <p:txBody>
          <a:bodyPr lIns="0" tIns="0" rIns="0" bIns="0" rtlCol="0" anchor="t">
            <a:spAutoFit/>
          </a:bodyPr>
          <a:lstStyle/>
          <a:p>
            <a:pPr>
              <a:lnSpc>
                <a:spcPts val="1840"/>
              </a:lnSpc>
              <a:spcBef>
                <a:spcPct val="0"/>
              </a:spcBef>
            </a:pPr>
            <a:r>
              <a:rPr lang="en-US" sz="1400" b="1">
                <a:solidFill>
                  <a:srgbClr val="000000"/>
                </a:solidFill>
                <a:sym typeface="Liberation Sans Bold"/>
              </a:rPr>
              <a:t>Migration</a:t>
            </a:r>
            <a:endParaRPr lang="en-US" sz="1400" b="1">
              <a:solidFill>
                <a:srgbClr val="000000"/>
              </a:solidFill>
              <a:sym typeface="Fira Sans Medium"/>
            </a:endParaRPr>
          </a:p>
        </p:txBody>
      </p:sp>
      <p:grpSp>
        <p:nvGrpSpPr>
          <p:cNvPr id="419" name="Group 418">
            <a:extLst>
              <a:ext uri="{FF2B5EF4-FFF2-40B4-BE49-F238E27FC236}">
                <a16:creationId xmlns:a16="http://schemas.microsoft.com/office/drawing/2014/main" id="{CACB469B-3311-4247-F82C-F6F70C8C4B76}"/>
              </a:ext>
            </a:extLst>
          </p:cNvPr>
          <p:cNvGrpSpPr/>
          <p:nvPr/>
        </p:nvGrpSpPr>
        <p:grpSpPr>
          <a:xfrm>
            <a:off x="2226274" y="1734179"/>
            <a:ext cx="1071653" cy="394418"/>
            <a:chOff x="2977996" y="194708"/>
            <a:chExt cx="2687613" cy="304807"/>
          </a:xfrm>
          <a:solidFill>
            <a:srgbClr val="86C7ED"/>
          </a:solidFill>
        </p:grpSpPr>
        <p:sp>
          <p:nvSpPr>
            <p:cNvPr id="375" name="AutoShape 10">
              <a:extLst>
                <a:ext uri="{FF2B5EF4-FFF2-40B4-BE49-F238E27FC236}">
                  <a16:creationId xmlns:a16="http://schemas.microsoft.com/office/drawing/2014/main" id="{C9A17A99-8883-D115-BD63-A8CA44FFA022}"/>
                </a:ext>
              </a:extLst>
            </p:cNvPr>
            <p:cNvSpPr/>
            <p:nvPr/>
          </p:nvSpPr>
          <p:spPr>
            <a:xfrm>
              <a:off x="2977996" y="194708"/>
              <a:ext cx="2679055" cy="304807"/>
            </a:xfrm>
            <a:prstGeom prst="rect">
              <a:avLst/>
            </a:prstGeom>
            <a:grpFill/>
          </p:spPr>
          <p:txBody>
            <a:bodyPr/>
            <a:lstStyle/>
            <a:p>
              <a:endParaRPr lang="en-IN"/>
            </a:p>
          </p:txBody>
        </p:sp>
        <p:sp>
          <p:nvSpPr>
            <p:cNvPr id="384" name="TextBox 19">
              <a:extLst>
                <a:ext uri="{FF2B5EF4-FFF2-40B4-BE49-F238E27FC236}">
                  <a16:creationId xmlns:a16="http://schemas.microsoft.com/office/drawing/2014/main" id="{18AB736E-E779-1D83-E78D-8EFFACBAEAC9}"/>
                </a:ext>
              </a:extLst>
            </p:cNvPr>
            <p:cNvSpPr txBox="1"/>
            <p:nvPr/>
          </p:nvSpPr>
          <p:spPr>
            <a:xfrm>
              <a:off x="3080430" y="242119"/>
              <a:ext cx="2585179" cy="214065"/>
            </a:xfrm>
            <a:prstGeom prst="rect">
              <a:avLst/>
            </a:prstGeom>
            <a:grpFill/>
          </p:spPr>
          <p:txBody>
            <a:bodyPr wrap="square" lIns="0" tIns="0" rIns="0" bIns="0" rtlCol="0" anchor="t">
              <a:spAutoFit/>
            </a:bodyPr>
            <a:lstStyle/>
            <a:p>
              <a:pPr algn="ctr">
                <a:spcBef>
                  <a:spcPct val="0"/>
                </a:spcBef>
              </a:pPr>
              <a:r>
                <a:rPr lang="en-US" sz="900"/>
                <a:t>Kick-off, Team Alignment</a:t>
              </a:r>
              <a:endParaRPr lang="en-US" sz="900" b="1" spc="5">
                <a:ea typeface="Fira Sans Medium"/>
                <a:cs typeface="Fira Sans Medium"/>
                <a:sym typeface="Fira Sans Medium"/>
              </a:endParaRPr>
            </a:p>
          </p:txBody>
        </p:sp>
      </p:grpSp>
      <p:sp>
        <p:nvSpPr>
          <p:cNvPr id="390" name="TextBox 25">
            <a:extLst>
              <a:ext uri="{FF2B5EF4-FFF2-40B4-BE49-F238E27FC236}">
                <a16:creationId xmlns:a16="http://schemas.microsoft.com/office/drawing/2014/main" id="{EED2AE21-F71B-0F05-54E0-8D3A8011AE6E}"/>
              </a:ext>
            </a:extLst>
          </p:cNvPr>
          <p:cNvSpPr txBox="1"/>
          <p:nvPr/>
        </p:nvSpPr>
        <p:spPr>
          <a:xfrm>
            <a:off x="247650" y="1078805"/>
            <a:ext cx="1242893" cy="320601"/>
          </a:xfrm>
          <a:prstGeom prst="rect">
            <a:avLst/>
          </a:prstGeom>
        </p:spPr>
        <p:txBody>
          <a:bodyPr lIns="0" tIns="0" rIns="0" bIns="0" rtlCol="0" anchor="t">
            <a:spAutoFit/>
          </a:bodyPr>
          <a:lstStyle/>
          <a:p>
            <a:pPr>
              <a:lnSpc>
                <a:spcPts val="2453"/>
              </a:lnSpc>
              <a:spcBef>
                <a:spcPct val="0"/>
              </a:spcBef>
            </a:pPr>
            <a:r>
              <a:rPr lang="en-US" sz="2133" b="1">
                <a:solidFill>
                  <a:srgbClr val="1836B2"/>
                </a:solidFill>
                <a:ea typeface="Fira Sans Semi-Bold"/>
                <a:cs typeface="Fira Sans Semi-Bold"/>
                <a:sym typeface="Fira Sans Semi-Bold"/>
              </a:rPr>
              <a:t>Phases</a:t>
            </a:r>
          </a:p>
        </p:txBody>
      </p:sp>
      <p:sp>
        <p:nvSpPr>
          <p:cNvPr id="394" name="AutoShape 30">
            <a:extLst>
              <a:ext uri="{FF2B5EF4-FFF2-40B4-BE49-F238E27FC236}">
                <a16:creationId xmlns:a16="http://schemas.microsoft.com/office/drawing/2014/main" id="{45B67F28-E986-CA4C-959F-A5C5A1C96599}"/>
              </a:ext>
            </a:extLst>
          </p:cNvPr>
          <p:cNvSpPr/>
          <p:nvPr/>
        </p:nvSpPr>
        <p:spPr>
          <a:xfrm>
            <a:off x="2168658" y="1633654"/>
            <a:ext cx="9465236" cy="0"/>
          </a:xfrm>
          <a:prstGeom prst="line">
            <a:avLst/>
          </a:prstGeom>
          <a:ln w="28575" cap="flat">
            <a:solidFill>
              <a:srgbClr val="CBCBCB"/>
            </a:solidFill>
            <a:prstDash val="solid"/>
            <a:headEnd type="none" w="sm" len="sm"/>
            <a:tailEnd type="none" w="sm" len="sm"/>
          </a:ln>
        </p:spPr>
        <p:txBody>
          <a:bodyPr/>
          <a:lstStyle/>
          <a:p>
            <a:endParaRPr lang="en-US"/>
          </a:p>
        </p:txBody>
      </p:sp>
      <p:grpSp>
        <p:nvGrpSpPr>
          <p:cNvPr id="417" name="Group 33">
            <a:extLst>
              <a:ext uri="{FF2B5EF4-FFF2-40B4-BE49-F238E27FC236}">
                <a16:creationId xmlns:a16="http://schemas.microsoft.com/office/drawing/2014/main" id="{5052C1E2-5CAC-02E7-712A-35D5B72A7D0B}"/>
              </a:ext>
            </a:extLst>
          </p:cNvPr>
          <p:cNvGrpSpPr/>
          <p:nvPr/>
        </p:nvGrpSpPr>
        <p:grpSpPr>
          <a:xfrm>
            <a:off x="10101666" y="947855"/>
            <a:ext cx="1538851" cy="520499"/>
            <a:chOff x="0" y="0"/>
            <a:chExt cx="24117736" cy="5372100"/>
          </a:xfrm>
        </p:grpSpPr>
        <p:sp>
          <p:nvSpPr>
            <p:cNvPr id="418" name="Freeform 34">
              <a:extLst>
                <a:ext uri="{FF2B5EF4-FFF2-40B4-BE49-F238E27FC236}">
                  <a16:creationId xmlns:a16="http://schemas.microsoft.com/office/drawing/2014/main" id="{D68C628D-5B3F-944D-8798-AB190955B615}"/>
                </a:ext>
              </a:extLst>
            </p:cNvPr>
            <p:cNvSpPr/>
            <p:nvPr/>
          </p:nvSpPr>
          <p:spPr>
            <a:xfrm>
              <a:off x="0" y="0"/>
              <a:ext cx="24117736" cy="5372100"/>
            </a:xfrm>
            <a:custGeom>
              <a:avLst/>
              <a:gdLst/>
              <a:ahLst/>
              <a:cxnLst/>
              <a:rect l="l" t="t" r="r" b="b"/>
              <a:pathLst>
                <a:path w="24117736" h="5372100">
                  <a:moveTo>
                    <a:pt x="22567066" y="0"/>
                  </a:moveTo>
                  <a:lnTo>
                    <a:pt x="1550670" y="0"/>
                  </a:lnTo>
                  <a:lnTo>
                    <a:pt x="0" y="2686050"/>
                  </a:lnTo>
                  <a:lnTo>
                    <a:pt x="1550670" y="5372100"/>
                  </a:lnTo>
                  <a:lnTo>
                    <a:pt x="22567066" y="5372100"/>
                  </a:lnTo>
                  <a:lnTo>
                    <a:pt x="24117736" y="2686050"/>
                  </a:lnTo>
                  <a:lnTo>
                    <a:pt x="22567066" y="0"/>
                  </a:lnTo>
                  <a:close/>
                </a:path>
              </a:pathLst>
            </a:custGeom>
            <a:solidFill>
              <a:srgbClr val="1836B2"/>
            </a:solidFill>
          </p:spPr>
          <p:txBody>
            <a:bodyPr/>
            <a:lstStyle/>
            <a:p>
              <a:endParaRPr lang="en-US"/>
            </a:p>
          </p:txBody>
        </p:sp>
      </p:grpSp>
      <p:sp>
        <p:nvSpPr>
          <p:cNvPr id="421" name="TextBox 16">
            <a:extLst>
              <a:ext uri="{FF2B5EF4-FFF2-40B4-BE49-F238E27FC236}">
                <a16:creationId xmlns:a16="http://schemas.microsoft.com/office/drawing/2014/main" id="{90D42B88-0B1C-F7B6-56A5-0DC959AFAFAA}"/>
              </a:ext>
            </a:extLst>
          </p:cNvPr>
          <p:cNvSpPr txBox="1"/>
          <p:nvPr/>
        </p:nvSpPr>
        <p:spPr>
          <a:xfrm>
            <a:off x="247647" y="1805410"/>
            <a:ext cx="1466807" cy="220701"/>
          </a:xfrm>
          <a:prstGeom prst="rect">
            <a:avLst/>
          </a:prstGeom>
        </p:spPr>
        <p:txBody>
          <a:bodyPr lIns="0" tIns="0" rIns="0" bIns="0" rtlCol="0" anchor="t">
            <a:spAutoFit/>
          </a:bodyPr>
          <a:lstStyle/>
          <a:p>
            <a:pPr>
              <a:lnSpc>
                <a:spcPts val="1840"/>
              </a:lnSpc>
              <a:spcBef>
                <a:spcPct val="0"/>
              </a:spcBef>
            </a:pPr>
            <a:r>
              <a:rPr lang="en-US" sz="1400" b="1">
                <a:solidFill>
                  <a:srgbClr val="000000"/>
                </a:solidFill>
                <a:ea typeface="Fira Sans Medium"/>
                <a:cs typeface="Fira Sans Medium"/>
                <a:sym typeface="Fira Sans Medium"/>
              </a:rPr>
              <a:t>Project Initiation</a:t>
            </a:r>
          </a:p>
        </p:txBody>
      </p:sp>
      <p:sp>
        <p:nvSpPr>
          <p:cNvPr id="422" name="TextBox 18">
            <a:extLst>
              <a:ext uri="{FF2B5EF4-FFF2-40B4-BE49-F238E27FC236}">
                <a16:creationId xmlns:a16="http://schemas.microsoft.com/office/drawing/2014/main" id="{ED1AF1EB-EC36-4F53-7F86-A945AF74013A}"/>
              </a:ext>
            </a:extLst>
          </p:cNvPr>
          <p:cNvSpPr txBox="1"/>
          <p:nvPr/>
        </p:nvSpPr>
        <p:spPr>
          <a:xfrm>
            <a:off x="241744" y="4001253"/>
            <a:ext cx="1923064" cy="444802"/>
          </a:xfrm>
          <a:prstGeom prst="rect">
            <a:avLst/>
          </a:prstGeom>
        </p:spPr>
        <p:txBody>
          <a:bodyPr wrap="square" lIns="0" tIns="0" rIns="0" bIns="0" rtlCol="0" anchor="t">
            <a:spAutoFit/>
          </a:bodyPr>
          <a:lstStyle>
            <a:defPPr>
              <a:defRPr lang="pt-PT"/>
            </a:defPPr>
            <a:lvl1pPr>
              <a:lnSpc>
                <a:spcPts val="1840"/>
              </a:lnSpc>
              <a:spcBef>
                <a:spcPct val="0"/>
              </a:spcBef>
              <a:defRPr sz="1400" b="1">
                <a:solidFill>
                  <a:srgbClr val="000000"/>
                </a:solidFill>
                <a:latin typeface="Fira Sans Medium"/>
                <a:ea typeface="Fira Sans Medium"/>
                <a:cs typeface="Fira Sans Medium"/>
              </a:defRPr>
            </a:lvl1pPr>
          </a:lstStyle>
          <a:p>
            <a:r>
              <a:rPr lang="en-US">
                <a:latin typeface="+mn-lt"/>
                <a:sym typeface="Liberation Sans Bold"/>
              </a:rPr>
              <a:t>Post Migration Validation &amp; UAT</a:t>
            </a:r>
          </a:p>
        </p:txBody>
      </p:sp>
      <p:sp>
        <p:nvSpPr>
          <p:cNvPr id="423" name="TextBox 18">
            <a:extLst>
              <a:ext uri="{FF2B5EF4-FFF2-40B4-BE49-F238E27FC236}">
                <a16:creationId xmlns:a16="http://schemas.microsoft.com/office/drawing/2014/main" id="{CB44A03F-AE23-42B4-1727-007C5A3829A9}"/>
              </a:ext>
            </a:extLst>
          </p:cNvPr>
          <p:cNvSpPr txBox="1"/>
          <p:nvPr/>
        </p:nvSpPr>
        <p:spPr>
          <a:xfrm>
            <a:off x="252216" y="4593731"/>
            <a:ext cx="1923064" cy="461665"/>
          </a:xfrm>
          <a:prstGeom prst="rect">
            <a:avLst/>
          </a:prstGeom>
        </p:spPr>
        <p:txBody>
          <a:bodyPr wrap="square" lIns="0" tIns="0" rIns="0" bIns="0" rtlCol="0" anchor="t">
            <a:spAutoFit/>
          </a:bodyPr>
          <a:lstStyle/>
          <a:p>
            <a:pPr>
              <a:lnSpc>
                <a:spcPts val="1840"/>
              </a:lnSpc>
              <a:spcBef>
                <a:spcPct val="0"/>
              </a:spcBef>
            </a:pPr>
            <a:r>
              <a:rPr lang="en-US" sz="1400" b="1">
                <a:solidFill>
                  <a:srgbClr val="000000"/>
                </a:solidFill>
                <a:sym typeface="Liberation Sans Bold"/>
              </a:rPr>
              <a:t>Go Live &amp; Normalization</a:t>
            </a:r>
          </a:p>
        </p:txBody>
      </p:sp>
      <p:sp>
        <p:nvSpPr>
          <p:cNvPr id="425" name="TextBox 18">
            <a:extLst>
              <a:ext uri="{FF2B5EF4-FFF2-40B4-BE49-F238E27FC236}">
                <a16:creationId xmlns:a16="http://schemas.microsoft.com/office/drawing/2014/main" id="{79A5DB59-8BF1-CF97-9BE5-82534556892D}"/>
              </a:ext>
            </a:extLst>
          </p:cNvPr>
          <p:cNvSpPr txBox="1"/>
          <p:nvPr/>
        </p:nvSpPr>
        <p:spPr>
          <a:xfrm>
            <a:off x="264238" y="5275550"/>
            <a:ext cx="1891856" cy="220701"/>
          </a:xfrm>
          <a:prstGeom prst="rect">
            <a:avLst/>
          </a:prstGeom>
        </p:spPr>
        <p:txBody>
          <a:bodyPr wrap="square" lIns="0" tIns="0" rIns="0" bIns="0" rtlCol="0" anchor="t">
            <a:spAutoFit/>
          </a:bodyPr>
          <a:lstStyle/>
          <a:p>
            <a:pPr>
              <a:lnSpc>
                <a:spcPts val="1840"/>
              </a:lnSpc>
              <a:spcBef>
                <a:spcPct val="0"/>
              </a:spcBef>
            </a:pPr>
            <a:r>
              <a:rPr lang="en-US" sz="1400" b="1">
                <a:solidFill>
                  <a:srgbClr val="000000"/>
                </a:solidFill>
                <a:sym typeface="Liberation Sans Bold"/>
              </a:rPr>
              <a:t>Hypercare Support</a:t>
            </a:r>
          </a:p>
        </p:txBody>
      </p:sp>
      <p:sp>
        <p:nvSpPr>
          <p:cNvPr id="426" name="AutoShape 9">
            <a:extLst>
              <a:ext uri="{FF2B5EF4-FFF2-40B4-BE49-F238E27FC236}">
                <a16:creationId xmlns:a16="http://schemas.microsoft.com/office/drawing/2014/main" id="{47B1D528-5D6B-19E0-6B7B-5789BA50C1CA}"/>
              </a:ext>
            </a:extLst>
          </p:cNvPr>
          <p:cNvSpPr/>
          <p:nvPr/>
        </p:nvSpPr>
        <p:spPr>
          <a:xfrm rot="5400000">
            <a:off x="9589084" y="3675325"/>
            <a:ext cx="4083542" cy="0"/>
          </a:xfrm>
          <a:prstGeom prst="line">
            <a:avLst/>
          </a:prstGeom>
          <a:ln w="28575" cap="flat">
            <a:solidFill>
              <a:srgbClr val="CBCBCB"/>
            </a:solidFill>
            <a:prstDash val="solid"/>
            <a:headEnd type="none" w="sm" len="sm"/>
            <a:tailEnd type="none" w="sm" len="sm"/>
          </a:ln>
        </p:spPr>
        <p:txBody>
          <a:bodyPr/>
          <a:lstStyle/>
          <a:p>
            <a:endParaRPr lang="en-US"/>
          </a:p>
        </p:txBody>
      </p:sp>
      <p:sp>
        <p:nvSpPr>
          <p:cNvPr id="427" name="AutoShape 30">
            <a:extLst>
              <a:ext uri="{FF2B5EF4-FFF2-40B4-BE49-F238E27FC236}">
                <a16:creationId xmlns:a16="http://schemas.microsoft.com/office/drawing/2014/main" id="{5E8E8F29-F326-10A7-CA62-5E058A189B11}"/>
              </a:ext>
            </a:extLst>
          </p:cNvPr>
          <p:cNvSpPr/>
          <p:nvPr/>
        </p:nvSpPr>
        <p:spPr>
          <a:xfrm>
            <a:off x="2175281" y="2224204"/>
            <a:ext cx="9465236" cy="0"/>
          </a:xfrm>
          <a:prstGeom prst="line">
            <a:avLst/>
          </a:prstGeom>
          <a:ln w="28575" cap="flat">
            <a:solidFill>
              <a:srgbClr val="CBCBCB"/>
            </a:solidFill>
            <a:prstDash val="solid"/>
            <a:headEnd type="none" w="sm" len="sm"/>
            <a:tailEnd type="none" w="sm" len="sm"/>
          </a:ln>
        </p:spPr>
        <p:txBody>
          <a:bodyPr/>
          <a:lstStyle/>
          <a:p>
            <a:endParaRPr lang="en-US"/>
          </a:p>
        </p:txBody>
      </p:sp>
      <p:sp>
        <p:nvSpPr>
          <p:cNvPr id="428" name="AutoShape 30">
            <a:extLst>
              <a:ext uri="{FF2B5EF4-FFF2-40B4-BE49-F238E27FC236}">
                <a16:creationId xmlns:a16="http://schemas.microsoft.com/office/drawing/2014/main" id="{324EA30D-9AB3-ABFC-DA4C-8397031E8EED}"/>
              </a:ext>
            </a:extLst>
          </p:cNvPr>
          <p:cNvSpPr/>
          <p:nvPr/>
        </p:nvSpPr>
        <p:spPr>
          <a:xfrm>
            <a:off x="2165756" y="2741856"/>
            <a:ext cx="9465236" cy="0"/>
          </a:xfrm>
          <a:prstGeom prst="line">
            <a:avLst/>
          </a:prstGeom>
          <a:ln w="28575" cap="flat">
            <a:solidFill>
              <a:srgbClr val="CBCBCB"/>
            </a:solidFill>
            <a:prstDash val="solid"/>
            <a:headEnd type="none" w="sm" len="sm"/>
            <a:tailEnd type="none" w="sm" len="sm"/>
          </a:ln>
        </p:spPr>
        <p:txBody>
          <a:bodyPr/>
          <a:lstStyle/>
          <a:p>
            <a:endParaRPr lang="en-US"/>
          </a:p>
        </p:txBody>
      </p:sp>
      <p:sp>
        <p:nvSpPr>
          <p:cNvPr id="429" name="AutoShape 30">
            <a:extLst>
              <a:ext uri="{FF2B5EF4-FFF2-40B4-BE49-F238E27FC236}">
                <a16:creationId xmlns:a16="http://schemas.microsoft.com/office/drawing/2014/main" id="{781C99C8-B5F3-9403-083A-AAC379AC9BD6}"/>
              </a:ext>
            </a:extLst>
          </p:cNvPr>
          <p:cNvSpPr/>
          <p:nvPr/>
        </p:nvSpPr>
        <p:spPr>
          <a:xfrm>
            <a:off x="2175281" y="3336256"/>
            <a:ext cx="9465236" cy="0"/>
          </a:xfrm>
          <a:prstGeom prst="line">
            <a:avLst/>
          </a:prstGeom>
          <a:ln w="28575" cap="flat">
            <a:solidFill>
              <a:srgbClr val="CBCBCB"/>
            </a:solidFill>
            <a:prstDash val="solid"/>
            <a:headEnd type="none" w="sm" len="sm"/>
            <a:tailEnd type="none" w="sm" len="sm"/>
          </a:ln>
        </p:spPr>
        <p:txBody>
          <a:bodyPr/>
          <a:lstStyle/>
          <a:p>
            <a:endParaRPr lang="en-US"/>
          </a:p>
        </p:txBody>
      </p:sp>
      <p:sp>
        <p:nvSpPr>
          <p:cNvPr id="430" name="AutoShape 30">
            <a:extLst>
              <a:ext uri="{FF2B5EF4-FFF2-40B4-BE49-F238E27FC236}">
                <a16:creationId xmlns:a16="http://schemas.microsoft.com/office/drawing/2014/main" id="{89A6AB41-03DF-8EE6-61BC-BB9A6998FE2D}"/>
              </a:ext>
            </a:extLst>
          </p:cNvPr>
          <p:cNvSpPr/>
          <p:nvPr/>
        </p:nvSpPr>
        <p:spPr>
          <a:xfrm>
            <a:off x="2165619" y="3919625"/>
            <a:ext cx="9465236" cy="0"/>
          </a:xfrm>
          <a:prstGeom prst="line">
            <a:avLst/>
          </a:prstGeom>
          <a:ln w="28575" cap="flat">
            <a:solidFill>
              <a:srgbClr val="CBCBCB"/>
            </a:solidFill>
            <a:prstDash val="solid"/>
            <a:headEnd type="none" w="sm" len="sm"/>
            <a:tailEnd type="none" w="sm" len="sm"/>
          </a:ln>
        </p:spPr>
        <p:txBody>
          <a:bodyPr/>
          <a:lstStyle/>
          <a:p>
            <a:endParaRPr lang="en-US"/>
          </a:p>
        </p:txBody>
      </p:sp>
      <p:sp>
        <p:nvSpPr>
          <p:cNvPr id="431" name="AutoShape 30">
            <a:extLst>
              <a:ext uri="{FF2B5EF4-FFF2-40B4-BE49-F238E27FC236}">
                <a16:creationId xmlns:a16="http://schemas.microsoft.com/office/drawing/2014/main" id="{25237731-B5E4-9297-F725-6B777AC087F9}"/>
              </a:ext>
            </a:extLst>
          </p:cNvPr>
          <p:cNvSpPr/>
          <p:nvPr/>
        </p:nvSpPr>
        <p:spPr>
          <a:xfrm>
            <a:off x="2156093" y="4514464"/>
            <a:ext cx="9465236" cy="0"/>
          </a:xfrm>
          <a:prstGeom prst="line">
            <a:avLst/>
          </a:prstGeom>
          <a:ln w="28575" cap="flat">
            <a:solidFill>
              <a:srgbClr val="CBCBCB"/>
            </a:solidFill>
            <a:prstDash val="solid"/>
            <a:headEnd type="none" w="sm" len="sm"/>
            <a:tailEnd type="none" w="sm" len="sm"/>
          </a:ln>
        </p:spPr>
        <p:txBody>
          <a:bodyPr/>
          <a:lstStyle/>
          <a:p>
            <a:endParaRPr lang="en-US"/>
          </a:p>
        </p:txBody>
      </p:sp>
      <p:sp>
        <p:nvSpPr>
          <p:cNvPr id="432" name="AutoShape 30">
            <a:extLst>
              <a:ext uri="{FF2B5EF4-FFF2-40B4-BE49-F238E27FC236}">
                <a16:creationId xmlns:a16="http://schemas.microsoft.com/office/drawing/2014/main" id="{3B59C1A3-0C77-C464-16B0-E9548A01367E}"/>
              </a:ext>
            </a:extLst>
          </p:cNvPr>
          <p:cNvSpPr/>
          <p:nvPr/>
        </p:nvSpPr>
        <p:spPr>
          <a:xfrm>
            <a:off x="2165619" y="5081300"/>
            <a:ext cx="9465236" cy="0"/>
          </a:xfrm>
          <a:prstGeom prst="line">
            <a:avLst/>
          </a:prstGeom>
          <a:ln w="28575" cap="flat">
            <a:solidFill>
              <a:srgbClr val="CBCBCB"/>
            </a:solidFill>
            <a:prstDash val="solid"/>
            <a:headEnd type="none" w="sm" len="sm"/>
            <a:tailEnd type="none" w="sm" len="sm"/>
          </a:ln>
        </p:spPr>
        <p:txBody>
          <a:bodyPr/>
          <a:lstStyle/>
          <a:p>
            <a:endParaRPr lang="en-US"/>
          </a:p>
        </p:txBody>
      </p:sp>
      <p:sp>
        <p:nvSpPr>
          <p:cNvPr id="434" name="AutoShape 30">
            <a:extLst>
              <a:ext uri="{FF2B5EF4-FFF2-40B4-BE49-F238E27FC236}">
                <a16:creationId xmlns:a16="http://schemas.microsoft.com/office/drawing/2014/main" id="{1F74F7DC-FB5A-10FF-322C-A1E9911960C6}"/>
              </a:ext>
            </a:extLst>
          </p:cNvPr>
          <p:cNvSpPr/>
          <p:nvPr/>
        </p:nvSpPr>
        <p:spPr>
          <a:xfrm>
            <a:off x="2156093" y="5709671"/>
            <a:ext cx="9465236" cy="0"/>
          </a:xfrm>
          <a:prstGeom prst="line">
            <a:avLst/>
          </a:prstGeom>
          <a:ln w="28575" cap="flat">
            <a:solidFill>
              <a:srgbClr val="CBCBCB"/>
            </a:solidFill>
            <a:prstDash val="solid"/>
            <a:headEnd type="none" w="sm" len="sm"/>
            <a:tailEnd type="none" w="sm" len="sm"/>
          </a:ln>
        </p:spPr>
        <p:txBody>
          <a:bodyPr/>
          <a:lstStyle/>
          <a:p>
            <a:endParaRPr lang="en-US"/>
          </a:p>
        </p:txBody>
      </p:sp>
      <p:sp>
        <p:nvSpPr>
          <p:cNvPr id="435" name="AutoShape 9">
            <a:extLst>
              <a:ext uri="{FF2B5EF4-FFF2-40B4-BE49-F238E27FC236}">
                <a16:creationId xmlns:a16="http://schemas.microsoft.com/office/drawing/2014/main" id="{50345167-CC04-F590-4E05-A1CBD4704738}"/>
              </a:ext>
            </a:extLst>
          </p:cNvPr>
          <p:cNvSpPr/>
          <p:nvPr/>
        </p:nvSpPr>
        <p:spPr>
          <a:xfrm rot="5400000">
            <a:off x="1304494" y="3667897"/>
            <a:ext cx="4083439" cy="0"/>
          </a:xfrm>
          <a:prstGeom prst="line">
            <a:avLst/>
          </a:prstGeom>
          <a:ln w="28575" cap="flat">
            <a:solidFill>
              <a:srgbClr val="CBCBCB"/>
            </a:solidFill>
            <a:prstDash val="solid"/>
            <a:headEnd type="none" w="sm" len="sm"/>
            <a:tailEnd type="none" w="sm" len="sm"/>
          </a:ln>
        </p:spPr>
        <p:txBody>
          <a:bodyPr/>
          <a:lstStyle/>
          <a:p>
            <a:endParaRPr lang="en-US"/>
          </a:p>
        </p:txBody>
      </p:sp>
      <p:sp>
        <p:nvSpPr>
          <p:cNvPr id="436" name="AutoShape 9">
            <a:extLst>
              <a:ext uri="{FF2B5EF4-FFF2-40B4-BE49-F238E27FC236}">
                <a16:creationId xmlns:a16="http://schemas.microsoft.com/office/drawing/2014/main" id="{51E564AE-CB54-7AB6-2A8F-B1B7D9CEC2E0}"/>
              </a:ext>
            </a:extLst>
          </p:cNvPr>
          <p:cNvSpPr/>
          <p:nvPr/>
        </p:nvSpPr>
        <p:spPr>
          <a:xfrm rot="5400000">
            <a:off x="2427142" y="3681804"/>
            <a:ext cx="4083439" cy="0"/>
          </a:xfrm>
          <a:prstGeom prst="line">
            <a:avLst/>
          </a:prstGeom>
          <a:ln w="28575" cap="flat">
            <a:solidFill>
              <a:srgbClr val="CBCBCB"/>
            </a:solidFill>
            <a:prstDash val="solid"/>
            <a:headEnd type="none" w="sm" len="sm"/>
            <a:tailEnd type="none" w="sm" len="sm"/>
          </a:ln>
        </p:spPr>
        <p:txBody>
          <a:bodyPr/>
          <a:lstStyle/>
          <a:p>
            <a:endParaRPr lang="en-US"/>
          </a:p>
        </p:txBody>
      </p:sp>
      <p:sp>
        <p:nvSpPr>
          <p:cNvPr id="437" name="AutoShape 9">
            <a:extLst>
              <a:ext uri="{FF2B5EF4-FFF2-40B4-BE49-F238E27FC236}">
                <a16:creationId xmlns:a16="http://schemas.microsoft.com/office/drawing/2014/main" id="{2A3ED133-D042-7254-E7A8-E2C9C6A6D573}"/>
              </a:ext>
            </a:extLst>
          </p:cNvPr>
          <p:cNvSpPr/>
          <p:nvPr/>
        </p:nvSpPr>
        <p:spPr>
          <a:xfrm rot="5400000">
            <a:off x="3648007" y="3681805"/>
            <a:ext cx="4083439" cy="0"/>
          </a:xfrm>
          <a:prstGeom prst="line">
            <a:avLst/>
          </a:prstGeom>
          <a:ln w="28575" cap="flat">
            <a:solidFill>
              <a:srgbClr val="CBCBCB"/>
            </a:solidFill>
            <a:prstDash val="solid"/>
            <a:headEnd type="none" w="sm" len="sm"/>
            <a:tailEnd type="none" w="sm" len="sm"/>
          </a:ln>
        </p:spPr>
        <p:txBody>
          <a:bodyPr/>
          <a:lstStyle/>
          <a:p>
            <a:endParaRPr lang="en-US"/>
          </a:p>
        </p:txBody>
      </p:sp>
      <p:sp>
        <p:nvSpPr>
          <p:cNvPr id="438" name="AutoShape 9">
            <a:extLst>
              <a:ext uri="{FF2B5EF4-FFF2-40B4-BE49-F238E27FC236}">
                <a16:creationId xmlns:a16="http://schemas.microsoft.com/office/drawing/2014/main" id="{05122011-6A54-69DE-11BE-BB31587130B0}"/>
              </a:ext>
            </a:extLst>
          </p:cNvPr>
          <p:cNvSpPr/>
          <p:nvPr/>
        </p:nvSpPr>
        <p:spPr>
          <a:xfrm rot="5400000">
            <a:off x="4806693" y="3656562"/>
            <a:ext cx="4083439" cy="0"/>
          </a:xfrm>
          <a:prstGeom prst="line">
            <a:avLst/>
          </a:prstGeom>
          <a:ln w="28575" cap="flat">
            <a:solidFill>
              <a:srgbClr val="CBCBCB"/>
            </a:solidFill>
            <a:prstDash val="solid"/>
            <a:headEnd type="none" w="sm" len="sm"/>
            <a:tailEnd type="none" w="sm" len="sm"/>
          </a:ln>
        </p:spPr>
        <p:txBody>
          <a:bodyPr/>
          <a:lstStyle/>
          <a:p>
            <a:endParaRPr lang="en-US"/>
          </a:p>
        </p:txBody>
      </p:sp>
      <p:sp>
        <p:nvSpPr>
          <p:cNvPr id="439" name="AutoShape 9">
            <a:extLst>
              <a:ext uri="{FF2B5EF4-FFF2-40B4-BE49-F238E27FC236}">
                <a16:creationId xmlns:a16="http://schemas.microsoft.com/office/drawing/2014/main" id="{37795647-1627-6230-32F0-AC2955A7B875}"/>
              </a:ext>
            </a:extLst>
          </p:cNvPr>
          <p:cNvSpPr/>
          <p:nvPr/>
        </p:nvSpPr>
        <p:spPr>
          <a:xfrm rot="5400000">
            <a:off x="5939813" y="3689232"/>
            <a:ext cx="4083439" cy="0"/>
          </a:xfrm>
          <a:prstGeom prst="line">
            <a:avLst/>
          </a:prstGeom>
          <a:ln w="28575" cap="flat">
            <a:solidFill>
              <a:srgbClr val="CBCBCB"/>
            </a:solidFill>
            <a:prstDash val="solid"/>
            <a:headEnd type="none" w="sm" len="sm"/>
            <a:tailEnd type="none" w="sm" len="sm"/>
          </a:ln>
        </p:spPr>
        <p:txBody>
          <a:bodyPr/>
          <a:lstStyle/>
          <a:p>
            <a:endParaRPr lang="en-US"/>
          </a:p>
        </p:txBody>
      </p:sp>
      <p:sp>
        <p:nvSpPr>
          <p:cNvPr id="440" name="AutoShape 9">
            <a:extLst>
              <a:ext uri="{FF2B5EF4-FFF2-40B4-BE49-F238E27FC236}">
                <a16:creationId xmlns:a16="http://schemas.microsoft.com/office/drawing/2014/main" id="{7F29398C-4EF9-E554-683D-9DB21ADBCC78}"/>
              </a:ext>
            </a:extLst>
          </p:cNvPr>
          <p:cNvSpPr/>
          <p:nvPr/>
        </p:nvSpPr>
        <p:spPr>
          <a:xfrm rot="5400000">
            <a:off x="7110748" y="3675274"/>
            <a:ext cx="4083439" cy="0"/>
          </a:xfrm>
          <a:prstGeom prst="line">
            <a:avLst/>
          </a:prstGeom>
          <a:ln w="28575" cap="flat">
            <a:solidFill>
              <a:srgbClr val="CBCBCB"/>
            </a:solidFill>
            <a:prstDash val="solid"/>
            <a:headEnd type="none" w="sm" len="sm"/>
            <a:tailEnd type="none" w="sm" len="sm"/>
          </a:ln>
        </p:spPr>
        <p:txBody>
          <a:bodyPr/>
          <a:lstStyle/>
          <a:p>
            <a:endParaRPr lang="en-US"/>
          </a:p>
        </p:txBody>
      </p:sp>
      <p:sp>
        <p:nvSpPr>
          <p:cNvPr id="441" name="AutoShape 9">
            <a:extLst>
              <a:ext uri="{FF2B5EF4-FFF2-40B4-BE49-F238E27FC236}">
                <a16:creationId xmlns:a16="http://schemas.microsoft.com/office/drawing/2014/main" id="{8A8101FB-3DA9-3E15-9E75-90908B6DD4B7}"/>
              </a:ext>
            </a:extLst>
          </p:cNvPr>
          <p:cNvSpPr/>
          <p:nvPr/>
        </p:nvSpPr>
        <p:spPr>
          <a:xfrm rot="5400000">
            <a:off x="8281683" y="3656562"/>
            <a:ext cx="4083439" cy="0"/>
          </a:xfrm>
          <a:prstGeom prst="line">
            <a:avLst/>
          </a:prstGeom>
          <a:ln w="28575" cap="flat">
            <a:solidFill>
              <a:srgbClr val="CBCBCB"/>
            </a:solidFill>
            <a:prstDash val="solid"/>
            <a:headEnd type="none" w="sm" len="sm"/>
            <a:tailEnd type="none" w="sm" len="sm"/>
          </a:ln>
        </p:spPr>
        <p:txBody>
          <a:bodyPr/>
          <a:lstStyle/>
          <a:p>
            <a:endParaRPr lang="en-US"/>
          </a:p>
        </p:txBody>
      </p:sp>
      <p:grpSp>
        <p:nvGrpSpPr>
          <p:cNvPr id="446" name="Group 445">
            <a:extLst>
              <a:ext uri="{FF2B5EF4-FFF2-40B4-BE49-F238E27FC236}">
                <a16:creationId xmlns:a16="http://schemas.microsoft.com/office/drawing/2014/main" id="{493C1D7A-D59B-461E-FDAB-FB22A608D1DC}"/>
              </a:ext>
            </a:extLst>
          </p:cNvPr>
          <p:cNvGrpSpPr/>
          <p:nvPr/>
        </p:nvGrpSpPr>
        <p:grpSpPr>
          <a:xfrm>
            <a:off x="2685122" y="2291238"/>
            <a:ext cx="1725871" cy="399919"/>
            <a:chOff x="4363134" y="1921492"/>
            <a:chExt cx="3100392" cy="338745"/>
          </a:xfrm>
        </p:grpSpPr>
        <p:sp>
          <p:nvSpPr>
            <p:cNvPr id="447" name="AutoShape 13">
              <a:extLst>
                <a:ext uri="{FF2B5EF4-FFF2-40B4-BE49-F238E27FC236}">
                  <a16:creationId xmlns:a16="http://schemas.microsoft.com/office/drawing/2014/main" id="{FD643BC1-813B-57E3-2C98-EB3092B30F2F}"/>
                </a:ext>
              </a:extLst>
            </p:cNvPr>
            <p:cNvSpPr/>
            <p:nvPr/>
          </p:nvSpPr>
          <p:spPr>
            <a:xfrm>
              <a:off x="4363134" y="1921492"/>
              <a:ext cx="3100390" cy="338745"/>
            </a:xfrm>
            <a:prstGeom prst="rect">
              <a:avLst/>
            </a:prstGeom>
            <a:solidFill>
              <a:srgbClr val="3886E1"/>
            </a:solidFill>
          </p:spPr>
          <p:txBody>
            <a:bodyPr/>
            <a:lstStyle/>
            <a:p>
              <a:endParaRPr lang="en-US"/>
            </a:p>
          </p:txBody>
        </p:sp>
        <p:sp>
          <p:nvSpPr>
            <p:cNvPr id="448" name="TextBox 22">
              <a:extLst>
                <a:ext uri="{FF2B5EF4-FFF2-40B4-BE49-F238E27FC236}">
                  <a16:creationId xmlns:a16="http://schemas.microsoft.com/office/drawing/2014/main" id="{1E819CBB-E44D-5F95-EBD6-F45775D66E07}"/>
                </a:ext>
              </a:extLst>
            </p:cNvPr>
            <p:cNvSpPr txBox="1"/>
            <p:nvPr/>
          </p:nvSpPr>
          <p:spPr>
            <a:xfrm>
              <a:off x="4374117" y="1966709"/>
              <a:ext cx="3089409" cy="234627"/>
            </a:xfrm>
            <a:prstGeom prst="rect">
              <a:avLst/>
            </a:prstGeom>
          </p:spPr>
          <p:txBody>
            <a:bodyPr wrap="square" lIns="0" tIns="0" rIns="0" bIns="0" rtlCol="0" anchor="t">
              <a:spAutoFit/>
            </a:bodyPr>
            <a:lstStyle/>
            <a:p>
              <a:pPr algn="ctr">
                <a:spcBef>
                  <a:spcPct val="0"/>
                </a:spcBef>
              </a:pPr>
              <a:r>
                <a:rPr lang="en-IN" sz="900"/>
                <a:t>Stakeholder alignment, access provisioning, Plan finalization</a:t>
              </a:r>
              <a:endParaRPr lang="en-US" sz="900" b="1" spc="5">
                <a:ea typeface="Fira Sans Medium"/>
                <a:cs typeface="Fira Sans Medium"/>
                <a:sym typeface="Fira Sans Medium"/>
              </a:endParaRPr>
            </a:p>
          </p:txBody>
        </p:sp>
      </p:grpSp>
      <p:grpSp>
        <p:nvGrpSpPr>
          <p:cNvPr id="352" name="Group 351">
            <a:extLst>
              <a:ext uri="{FF2B5EF4-FFF2-40B4-BE49-F238E27FC236}">
                <a16:creationId xmlns:a16="http://schemas.microsoft.com/office/drawing/2014/main" id="{B457A45F-5480-CACE-A080-8718D8DCF83F}"/>
              </a:ext>
            </a:extLst>
          </p:cNvPr>
          <p:cNvGrpSpPr/>
          <p:nvPr/>
        </p:nvGrpSpPr>
        <p:grpSpPr>
          <a:xfrm>
            <a:off x="8973156" y="905052"/>
            <a:ext cx="1509016" cy="563708"/>
            <a:chOff x="8973155" y="948845"/>
            <a:chExt cx="1663403" cy="563708"/>
          </a:xfrm>
        </p:grpSpPr>
        <p:grpSp>
          <p:nvGrpSpPr>
            <p:cNvPr id="415" name="Group 31">
              <a:extLst>
                <a:ext uri="{FF2B5EF4-FFF2-40B4-BE49-F238E27FC236}">
                  <a16:creationId xmlns:a16="http://schemas.microsoft.com/office/drawing/2014/main" id="{B82850E9-5D2A-6E49-E090-C36F3507D539}"/>
                </a:ext>
              </a:extLst>
            </p:cNvPr>
            <p:cNvGrpSpPr/>
            <p:nvPr/>
          </p:nvGrpSpPr>
          <p:grpSpPr>
            <a:xfrm>
              <a:off x="8973155" y="948845"/>
              <a:ext cx="1663403" cy="563708"/>
              <a:chOff x="0" y="0"/>
              <a:chExt cx="24117736" cy="5372100"/>
            </a:xfrm>
          </p:grpSpPr>
          <p:sp>
            <p:nvSpPr>
              <p:cNvPr id="416" name="Freeform 32">
                <a:extLst>
                  <a:ext uri="{FF2B5EF4-FFF2-40B4-BE49-F238E27FC236}">
                    <a16:creationId xmlns:a16="http://schemas.microsoft.com/office/drawing/2014/main" id="{0CE05D38-897E-EA7A-AE86-68631D6DA023}"/>
                  </a:ext>
                </a:extLst>
              </p:cNvPr>
              <p:cNvSpPr/>
              <p:nvPr/>
            </p:nvSpPr>
            <p:spPr>
              <a:xfrm>
                <a:off x="0" y="0"/>
                <a:ext cx="24117736" cy="5372100"/>
              </a:xfrm>
              <a:custGeom>
                <a:avLst/>
                <a:gdLst/>
                <a:ahLst/>
                <a:cxnLst/>
                <a:rect l="l" t="t" r="r" b="b"/>
                <a:pathLst>
                  <a:path w="24117736" h="5372100">
                    <a:moveTo>
                      <a:pt x="22567066" y="0"/>
                    </a:moveTo>
                    <a:lnTo>
                      <a:pt x="1550670" y="0"/>
                    </a:lnTo>
                    <a:lnTo>
                      <a:pt x="0" y="2686050"/>
                    </a:lnTo>
                    <a:lnTo>
                      <a:pt x="1550670" y="5372100"/>
                    </a:lnTo>
                    <a:lnTo>
                      <a:pt x="22567066" y="5372100"/>
                    </a:lnTo>
                    <a:lnTo>
                      <a:pt x="24117736" y="2686050"/>
                    </a:lnTo>
                    <a:lnTo>
                      <a:pt x="22567066" y="0"/>
                    </a:lnTo>
                    <a:close/>
                  </a:path>
                </a:pathLst>
              </a:custGeom>
              <a:solidFill>
                <a:srgbClr val="A066CB"/>
              </a:solidFill>
            </p:spPr>
            <p:txBody>
              <a:bodyPr/>
              <a:lstStyle/>
              <a:p>
                <a:endParaRPr lang="en-US" sz="1400"/>
              </a:p>
            </p:txBody>
          </p:sp>
        </p:grpSp>
        <p:sp>
          <p:nvSpPr>
            <p:cNvPr id="454" name="TextBox 39">
              <a:extLst>
                <a:ext uri="{FF2B5EF4-FFF2-40B4-BE49-F238E27FC236}">
                  <a16:creationId xmlns:a16="http://schemas.microsoft.com/office/drawing/2014/main" id="{F8BD4589-A8E5-E67D-87AD-33BF81B0872E}"/>
                </a:ext>
              </a:extLst>
            </p:cNvPr>
            <p:cNvSpPr txBox="1"/>
            <p:nvPr/>
          </p:nvSpPr>
          <p:spPr>
            <a:xfrm>
              <a:off x="9347326" y="1096255"/>
              <a:ext cx="1158346" cy="281295"/>
            </a:xfrm>
            <a:prstGeom prst="rect">
              <a:avLst/>
            </a:prstGeom>
          </p:spPr>
          <p:txBody>
            <a:bodyPr wrap="square" lIns="0" tIns="0" rIns="0" bIns="0" rtlCol="0" anchor="t">
              <a:spAutoFit/>
            </a:bodyPr>
            <a:lstStyle/>
            <a:p>
              <a:pPr algn="ctr">
                <a:lnSpc>
                  <a:spcPts val="2453"/>
                </a:lnSpc>
                <a:spcBef>
                  <a:spcPct val="0"/>
                </a:spcBef>
              </a:pPr>
              <a:r>
                <a:rPr lang="en-US" sz="1400" b="1">
                  <a:solidFill>
                    <a:srgbClr val="FFFFFF"/>
                  </a:solidFill>
                  <a:sym typeface="Fira Sans Semi-Bold"/>
                </a:rPr>
                <a:t>29</a:t>
              </a:r>
              <a:r>
                <a:rPr lang="en-US" sz="1400" b="1" baseline="30000">
                  <a:solidFill>
                    <a:srgbClr val="FFFFFF"/>
                  </a:solidFill>
                  <a:sym typeface="Fira Sans Semi-Bold"/>
                </a:rPr>
                <a:t>th</a:t>
              </a:r>
              <a:r>
                <a:rPr lang="en-US" sz="1400" b="1">
                  <a:solidFill>
                    <a:srgbClr val="FFFFFF"/>
                  </a:solidFill>
                  <a:sym typeface="Fira Sans Semi-Bold"/>
                </a:rPr>
                <a:t> Sep</a:t>
              </a:r>
              <a:endParaRPr lang="en-US" sz="1400"/>
            </a:p>
          </p:txBody>
        </p:sp>
      </p:grpSp>
      <p:sp>
        <p:nvSpPr>
          <p:cNvPr id="455" name="TextBox 39">
            <a:extLst>
              <a:ext uri="{FF2B5EF4-FFF2-40B4-BE49-F238E27FC236}">
                <a16:creationId xmlns:a16="http://schemas.microsoft.com/office/drawing/2014/main" id="{CD208ADE-C737-36E7-02D3-B04DB4952DE1}"/>
              </a:ext>
            </a:extLst>
          </p:cNvPr>
          <p:cNvSpPr txBox="1"/>
          <p:nvPr/>
        </p:nvSpPr>
        <p:spPr>
          <a:xfrm>
            <a:off x="10363434" y="1042407"/>
            <a:ext cx="1158346" cy="281295"/>
          </a:xfrm>
          <a:prstGeom prst="rect">
            <a:avLst/>
          </a:prstGeom>
        </p:spPr>
        <p:txBody>
          <a:bodyPr wrap="square" lIns="0" tIns="0" rIns="0" bIns="0" rtlCol="0" anchor="t">
            <a:spAutoFit/>
          </a:bodyPr>
          <a:lstStyle/>
          <a:p>
            <a:pPr algn="ctr">
              <a:lnSpc>
                <a:spcPts val="2453"/>
              </a:lnSpc>
              <a:spcBef>
                <a:spcPct val="0"/>
              </a:spcBef>
            </a:pPr>
            <a:r>
              <a:rPr lang="en-US" sz="1400" b="1">
                <a:solidFill>
                  <a:srgbClr val="FFFFFF"/>
                </a:solidFill>
                <a:cs typeface="Arial"/>
              </a:rPr>
              <a:t>10</a:t>
            </a:r>
            <a:r>
              <a:rPr lang="en-US" sz="1400" b="1" baseline="30000">
                <a:solidFill>
                  <a:srgbClr val="FFFFFF"/>
                </a:solidFill>
                <a:cs typeface="Arial"/>
              </a:rPr>
              <a:t>th</a:t>
            </a:r>
            <a:r>
              <a:rPr lang="en-US" sz="1400" b="1">
                <a:solidFill>
                  <a:srgbClr val="FFFFFF"/>
                </a:solidFill>
                <a:cs typeface="Arial"/>
              </a:rPr>
              <a:t> Oct</a:t>
            </a:r>
            <a:endParaRPr lang="en-US" sz="1400" b="1">
              <a:solidFill>
                <a:srgbClr val="FFFFFF"/>
              </a:solidFill>
            </a:endParaRPr>
          </a:p>
        </p:txBody>
      </p:sp>
      <p:grpSp>
        <p:nvGrpSpPr>
          <p:cNvPr id="456" name="Group 455">
            <a:extLst>
              <a:ext uri="{FF2B5EF4-FFF2-40B4-BE49-F238E27FC236}">
                <a16:creationId xmlns:a16="http://schemas.microsoft.com/office/drawing/2014/main" id="{263B6448-23C7-E799-E97A-73816C222250}"/>
              </a:ext>
            </a:extLst>
          </p:cNvPr>
          <p:cNvGrpSpPr/>
          <p:nvPr/>
        </p:nvGrpSpPr>
        <p:grpSpPr>
          <a:xfrm>
            <a:off x="3770264" y="2834102"/>
            <a:ext cx="1563736" cy="399919"/>
            <a:chOff x="4363134" y="1921492"/>
            <a:chExt cx="3100392" cy="338745"/>
          </a:xfrm>
          <a:solidFill>
            <a:srgbClr val="86C7ED"/>
          </a:solidFill>
        </p:grpSpPr>
        <p:sp>
          <p:nvSpPr>
            <p:cNvPr id="457" name="AutoShape 13">
              <a:extLst>
                <a:ext uri="{FF2B5EF4-FFF2-40B4-BE49-F238E27FC236}">
                  <a16:creationId xmlns:a16="http://schemas.microsoft.com/office/drawing/2014/main" id="{DF8CCED4-0690-C8F7-A0A8-D55134AB7B6E}"/>
                </a:ext>
              </a:extLst>
            </p:cNvPr>
            <p:cNvSpPr/>
            <p:nvPr/>
          </p:nvSpPr>
          <p:spPr>
            <a:xfrm>
              <a:off x="4363134" y="1921492"/>
              <a:ext cx="3100390" cy="338745"/>
            </a:xfrm>
            <a:prstGeom prst="rect">
              <a:avLst/>
            </a:prstGeom>
            <a:grpFill/>
          </p:spPr>
          <p:txBody>
            <a:bodyPr/>
            <a:lstStyle/>
            <a:p>
              <a:endParaRPr lang="en-US"/>
            </a:p>
          </p:txBody>
        </p:sp>
        <p:sp>
          <p:nvSpPr>
            <p:cNvPr id="458" name="TextBox 22">
              <a:extLst>
                <a:ext uri="{FF2B5EF4-FFF2-40B4-BE49-F238E27FC236}">
                  <a16:creationId xmlns:a16="http://schemas.microsoft.com/office/drawing/2014/main" id="{CCBF2499-B5DC-C96C-EEA7-7A3B603D5866}"/>
                </a:ext>
              </a:extLst>
            </p:cNvPr>
            <p:cNvSpPr txBox="1"/>
            <p:nvPr/>
          </p:nvSpPr>
          <p:spPr>
            <a:xfrm>
              <a:off x="4374117" y="1966709"/>
              <a:ext cx="3089409" cy="234627"/>
            </a:xfrm>
            <a:prstGeom prst="rect">
              <a:avLst/>
            </a:prstGeom>
            <a:grpFill/>
          </p:spPr>
          <p:txBody>
            <a:bodyPr wrap="square" lIns="0" tIns="0" rIns="0" bIns="0" rtlCol="0" anchor="t">
              <a:spAutoFit/>
            </a:bodyPr>
            <a:lstStyle/>
            <a:p>
              <a:pPr algn="ctr">
                <a:spcBef>
                  <a:spcPct val="0"/>
                </a:spcBef>
              </a:pPr>
              <a:r>
                <a:rPr lang="en-IN" sz="900"/>
                <a:t>Inventory, DS Mapping, Dependency mapping, RLS</a:t>
              </a:r>
              <a:endParaRPr lang="en-US" sz="900" b="1" spc="5">
                <a:ea typeface="Fira Sans Medium"/>
                <a:cs typeface="Fira Sans Medium"/>
                <a:sym typeface="Fira Sans Medium"/>
              </a:endParaRPr>
            </a:p>
          </p:txBody>
        </p:sp>
      </p:grpSp>
      <p:grpSp>
        <p:nvGrpSpPr>
          <p:cNvPr id="459" name="Group 458">
            <a:extLst>
              <a:ext uri="{FF2B5EF4-FFF2-40B4-BE49-F238E27FC236}">
                <a16:creationId xmlns:a16="http://schemas.microsoft.com/office/drawing/2014/main" id="{77209F86-BBA6-8384-2F6D-2E93C29BC189}"/>
              </a:ext>
            </a:extLst>
          </p:cNvPr>
          <p:cNvGrpSpPr/>
          <p:nvPr/>
        </p:nvGrpSpPr>
        <p:grpSpPr>
          <a:xfrm>
            <a:off x="4821024" y="3422247"/>
            <a:ext cx="1948038" cy="399919"/>
            <a:chOff x="4363134" y="1921492"/>
            <a:chExt cx="3100392" cy="338745"/>
          </a:xfrm>
        </p:grpSpPr>
        <p:sp>
          <p:nvSpPr>
            <p:cNvPr id="460" name="AutoShape 13">
              <a:extLst>
                <a:ext uri="{FF2B5EF4-FFF2-40B4-BE49-F238E27FC236}">
                  <a16:creationId xmlns:a16="http://schemas.microsoft.com/office/drawing/2014/main" id="{3A642998-C727-E200-4A71-7845D115CD1F}"/>
                </a:ext>
              </a:extLst>
            </p:cNvPr>
            <p:cNvSpPr/>
            <p:nvPr/>
          </p:nvSpPr>
          <p:spPr>
            <a:xfrm>
              <a:off x="4363134" y="1921492"/>
              <a:ext cx="3100390" cy="338745"/>
            </a:xfrm>
            <a:prstGeom prst="rect">
              <a:avLst/>
            </a:prstGeom>
            <a:solidFill>
              <a:srgbClr val="3886E1"/>
            </a:solidFill>
          </p:spPr>
          <p:txBody>
            <a:bodyPr/>
            <a:lstStyle/>
            <a:p>
              <a:endParaRPr lang="en-US"/>
            </a:p>
          </p:txBody>
        </p:sp>
        <p:sp>
          <p:nvSpPr>
            <p:cNvPr id="461" name="TextBox 22">
              <a:extLst>
                <a:ext uri="{FF2B5EF4-FFF2-40B4-BE49-F238E27FC236}">
                  <a16:creationId xmlns:a16="http://schemas.microsoft.com/office/drawing/2014/main" id="{19689A68-4B11-2098-103A-E354BD0D4270}"/>
                </a:ext>
              </a:extLst>
            </p:cNvPr>
            <p:cNvSpPr txBox="1"/>
            <p:nvPr/>
          </p:nvSpPr>
          <p:spPr>
            <a:xfrm>
              <a:off x="4374117" y="1966709"/>
              <a:ext cx="3089409" cy="234628"/>
            </a:xfrm>
            <a:prstGeom prst="rect">
              <a:avLst/>
            </a:prstGeom>
          </p:spPr>
          <p:txBody>
            <a:bodyPr wrap="square" lIns="0" tIns="0" rIns="0" bIns="0" rtlCol="0" anchor="t">
              <a:spAutoFit/>
            </a:bodyPr>
            <a:lstStyle/>
            <a:p>
              <a:pPr algn="ctr">
                <a:spcBef>
                  <a:spcPct val="0"/>
                </a:spcBef>
              </a:pPr>
              <a:r>
                <a:rPr lang="en-IN" sz="900"/>
                <a:t>Workbook &amp; DS Migration,</a:t>
              </a:r>
            </a:p>
            <a:p>
              <a:pPr algn="ctr">
                <a:spcBef>
                  <a:spcPct val="0"/>
                </a:spcBef>
              </a:pPr>
              <a:r>
                <a:rPr lang="en-IN" sz="900" spc="5">
                  <a:ea typeface="Fira Sans Medium"/>
                  <a:cs typeface="Fira Sans Medium"/>
                  <a:sym typeface="Fira Sans Medium"/>
                </a:rPr>
                <a:t>User and group migration</a:t>
              </a:r>
              <a:endParaRPr lang="en-US" sz="900" spc="5">
                <a:ea typeface="Fira Sans Medium"/>
                <a:cs typeface="Fira Sans Medium"/>
                <a:sym typeface="Fira Sans Medium"/>
              </a:endParaRPr>
            </a:p>
          </p:txBody>
        </p:sp>
      </p:grpSp>
      <p:grpSp>
        <p:nvGrpSpPr>
          <p:cNvPr id="462" name="Group 461">
            <a:extLst>
              <a:ext uri="{FF2B5EF4-FFF2-40B4-BE49-F238E27FC236}">
                <a16:creationId xmlns:a16="http://schemas.microsoft.com/office/drawing/2014/main" id="{7A233B6E-7F47-85CF-D631-B01E56EAE78A}"/>
              </a:ext>
            </a:extLst>
          </p:cNvPr>
          <p:cNvGrpSpPr/>
          <p:nvPr/>
        </p:nvGrpSpPr>
        <p:grpSpPr>
          <a:xfrm>
            <a:off x="6238876" y="4060018"/>
            <a:ext cx="1732996" cy="399919"/>
            <a:chOff x="4363134" y="1921492"/>
            <a:chExt cx="3100392" cy="338745"/>
          </a:xfrm>
          <a:solidFill>
            <a:srgbClr val="86C7ED"/>
          </a:solidFill>
        </p:grpSpPr>
        <p:sp>
          <p:nvSpPr>
            <p:cNvPr id="463" name="AutoShape 13">
              <a:extLst>
                <a:ext uri="{FF2B5EF4-FFF2-40B4-BE49-F238E27FC236}">
                  <a16:creationId xmlns:a16="http://schemas.microsoft.com/office/drawing/2014/main" id="{0E8CFF57-8A9C-89B0-D359-AFC630E201D7}"/>
                </a:ext>
              </a:extLst>
            </p:cNvPr>
            <p:cNvSpPr/>
            <p:nvPr/>
          </p:nvSpPr>
          <p:spPr>
            <a:xfrm>
              <a:off x="4363134" y="1921492"/>
              <a:ext cx="3100390" cy="338745"/>
            </a:xfrm>
            <a:prstGeom prst="rect">
              <a:avLst/>
            </a:prstGeom>
            <a:grpFill/>
          </p:spPr>
          <p:txBody>
            <a:bodyPr/>
            <a:lstStyle/>
            <a:p>
              <a:endParaRPr lang="en-US"/>
            </a:p>
          </p:txBody>
        </p:sp>
        <p:sp>
          <p:nvSpPr>
            <p:cNvPr id="464" name="TextBox 22">
              <a:extLst>
                <a:ext uri="{FF2B5EF4-FFF2-40B4-BE49-F238E27FC236}">
                  <a16:creationId xmlns:a16="http://schemas.microsoft.com/office/drawing/2014/main" id="{335BA082-6CE6-792F-2093-1000B5975FEC}"/>
                </a:ext>
              </a:extLst>
            </p:cNvPr>
            <p:cNvSpPr txBox="1"/>
            <p:nvPr/>
          </p:nvSpPr>
          <p:spPr>
            <a:xfrm>
              <a:off x="4374117" y="1966709"/>
              <a:ext cx="3089409" cy="234628"/>
            </a:xfrm>
            <a:prstGeom prst="rect">
              <a:avLst/>
            </a:prstGeom>
            <a:grpFill/>
          </p:spPr>
          <p:txBody>
            <a:bodyPr wrap="square" lIns="0" tIns="0" rIns="0" bIns="0" rtlCol="0" anchor="t">
              <a:spAutoFit/>
            </a:bodyPr>
            <a:lstStyle/>
            <a:p>
              <a:pPr algn="ctr">
                <a:spcBef>
                  <a:spcPct val="0"/>
                </a:spcBef>
              </a:pPr>
              <a:r>
                <a:rPr lang="en-US" sz="900" spc="5">
                  <a:ea typeface="Fira Sans Medium"/>
                  <a:cs typeface="Fira Sans Medium"/>
                  <a:sym typeface="Fira Sans Medium"/>
                </a:rPr>
                <a:t>F</a:t>
              </a:r>
              <a:r>
                <a:rPr lang="en-IN" sz="900" spc="5">
                  <a:ea typeface="Fira Sans Medium"/>
                  <a:cs typeface="Fira Sans Medium"/>
                  <a:sym typeface="Fira Sans Medium"/>
                </a:rPr>
                <a:t>functionality, Unit and UAT Testing. Performance Monitoring </a:t>
              </a:r>
              <a:endParaRPr lang="en-US" sz="900" spc="5">
                <a:ea typeface="Fira Sans Medium"/>
                <a:cs typeface="Fira Sans Medium"/>
                <a:sym typeface="Fira Sans Medium"/>
              </a:endParaRPr>
            </a:p>
          </p:txBody>
        </p:sp>
      </p:grpSp>
      <p:grpSp>
        <p:nvGrpSpPr>
          <p:cNvPr id="465" name="Group 464">
            <a:extLst>
              <a:ext uri="{FF2B5EF4-FFF2-40B4-BE49-F238E27FC236}">
                <a16:creationId xmlns:a16="http://schemas.microsoft.com/office/drawing/2014/main" id="{9DE6A7FE-CCEA-F721-DC5E-655DF7F80E31}"/>
              </a:ext>
            </a:extLst>
          </p:cNvPr>
          <p:cNvGrpSpPr/>
          <p:nvPr/>
        </p:nvGrpSpPr>
        <p:grpSpPr>
          <a:xfrm>
            <a:off x="9223359" y="5199673"/>
            <a:ext cx="2378775" cy="399919"/>
            <a:chOff x="4363134" y="1921492"/>
            <a:chExt cx="3100392" cy="338745"/>
          </a:xfrm>
          <a:solidFill>
            <a:srgbClr val="86C7ED"/>
          </a:solidFill>
        </p:grpSpPr>
        <p:sp>
          <p:nvSpPr>
            <p:cNvPr id="466" name="AutoShape 13">
              <a:extLst>
                <a:ext uri="{FF2B5EF4-FFF2-40B4-BE49-F238E27FC236}">
                  <a16:creationId xmlns:a16="http://schemas.microsoft.com/office/drawing/2014/main" id="{B50C4DA5-750A-226B-D9F9-A18B38DD3F45}"/>
                </a:ext>
              </a:extLst>
            </p:cNvPr>
            <p:cNvSpPr/>
            <p:nvPr/>
          </p:nvSpPr>
          <p:spPr>
            <a:xfrm>
              <a:off x="4363134" y="1921492"/>
              <a:ext cx="3100390" cy="338745"/>
            </a:xfrm>
            <a:prstGeom prst="rect">
              <a:avLst/>
            </a:prstGeom>
            <a:grpFill/>
          </p:spPr>
          <p:txBody>
            <a:bodyPr/>
            <a:lstStyle/>
            <a:p>
              <a:endParaRPr lang="en-US"/>
            </a:p>
          </p:txBody>
        </p:sp>
        <p:sp>
          <p:nvSpPr>
            <p:cNvPr id="467" name="TextBox 22">
              <a:extLst>
                <a:ext uri="{FF2B5EF4-FFF2-40B4-BE49-F238E27FC236}">
                  <a16:creationId xmlns:a16="http://schemas.microsoft.com/office/drawing/2014/main" id="{8EEC0BFD-3FE8-5166-DC53-913E655AD6AB}"/>
                </a:ext>
              </a:extLst>
            </p:cNvPr>
            <p:cNvSpPr txBox="1"/>
            <p:nvPr/>
          </p:nvSpPr>
          <p:spPr>
            <a:xfrm>
              <a:off x="4374117" y="1966709"/>
              <a:ext cx="3089409" cy="234628"/>
            </a:xfrm>
            <a:prstGeom prst="rect">
              <a:avLst/>
            </a:prstGeom>
            <a:grpFill/>
          </p:spPr>
          <p:txBody>
            <a:bodyPr wrap="square" lIns="0" tIns="0" rIns="0" bIns="0" rtlCol="0" anchor="t">
              <a:spAutoFit/>
            </a:bodyPr>
            <a:lstStyle/>
            <a:p>
              <a:pPr algn="ctr">
                <a:spcBef>
                  <a:spcPct val="0"/>
                </a:spcBef>
              </a:pPr>
              <a:r>
                <a:rPr lang="en-IN" sz="900"/>
                <a:t>Usage Analysis, Monitor dashboard, respond and fix the issue and Validate RLS</a:t>
              </a:r>
              <a:endParaRPr lang="en-US" sz="900" spc="5">
                <a:ea typeface="Fira Sans Medium"/>
                <a:cs typeface="Fira Sans Medium"/>
                <a:sym typeface="Fira Sans Medium"/>
              </a:endParaRPr>
            </a:p>
          </p:txBody>
        </p:sp>
      </p:grpSp>
      <p:grpSp>
        <p:nvGrpSpPr>
          <p:cNvPr id="468" name="Group 467">
            <a:extLst>
              <a:ext uri="{FF2B5EF4-FFF2-40B4-BE49-F238E27FC236}">
                <a16:creationId xmlns:a16="http://schemas.microsoft.com/office/drawing/2014/main" id="{CC08D46E-5AEE-C2CF-18B0-D314650E1D8E}"/>
              </a:ext>
            </a:extLst>
          </p:cNvPr>
          <p:cNvGrpSpPr/>
          <p:nvPr/>
        </p:nvGrpSpPr>
        <p:grpSpPr>
          <a:xfrm>
            <a:off x="8016623" y="4600329"/>
            <a:ext cx="1107553" cy="399919"/>
            <a:chOff x="4363134" y="1921492"/>
            <a:chExt cx="3100392" cy="338745"/>
          </a:xfrm>
        </p:grpSpPr>
        <p:sp>
          <p:nvSpPr>
            <p:cNvPr id="469" name="AutoShape 13">
              <a:extLst>
                <a:ext uri="{FF2B5EF4-FFF2-40B4-BE49-F238E27FC236}">
                  <a16:creationId xmlns:a16="http://schemas.microsoft.com/office/drawing/2014/main" id="{E2237D25-2E61-E201-D332-AFFB30F8C5D2}"/>
                </a:ext>
              </a:extLst>
            </p:cNvPr>
            <p:cNvSpPr/>
            <p:nvPr/>
          </p:nvSpPr>
          <p:spPr>
            <a:xfrm>
              <a:off x="4363134" y="1921492"/>
              <a:ext cx="3100390" cy="338745"/>
            </a:xfrm>
            <a:prstGeom prst="rect">
              <a:avLst/>
            </a:prstGeom>
            <a:solidFill>
              <a:srgbClr val="3886E1"/>
            </a:solidFill>
          </p:spPr>
          <p:txBody>
            <a:bodyPr/>
            <a:lstStyle/>
            <a:p>
              <a:endParaRPr lang="en-US"/>
            </a:p>
          </p:txBody>
        </p:sp>
        <p:sp>
          <p:nvSpPr>
            <p:cNvPr id="470" name="TextBox 22">
              <a:extLst>
                <a:ext uri="{FF2B5EF4-FFF2-40B4-BE49-F238E27FC236}">
                  <a16:creationId xmlns:a16="http://schemas.microsoft.com/office/drawing/2014/main" id="{9A0A3E1D-2CC0-22CF-2854-84531EC4D740}"/>
                </a:ext>
              </a:extLst>
            </p:cNvPr>
            <p:cNvSpPr txBox="1"/>
            <p:nvPr/>
          </p:nvSpPr>
          <p:spPr>
            <a:xfrm>
              <a:off x="4374116" y="2016913"/>
              <a:ext cx="3089410" cy="117313"/>
            </a:xfrm>
            <a:prstGeom prst="rect">
              <a:avLst/>
            </a:prstGeom>
          </p:spPr>
          <p:txBody>
            <a:bodyPr wrap="square" lIns="0" tIns="0" rIns="0" bIns="0" rtlCol="0" anchor="t">
              <a:spAutoFit/>
            </a:bodyPr>
            <a:lstStyle/>
            <a:p>
              <a:pPr algn="ctr">
                <a:spcBef>
                  <a:spcPct val="0"/>
                </a:spcBef>
              </a:pPr>
              <a:r>
                <a:rPr lang="en-IN" sz="900"/>
                <a:t>Feedback, Sign-off</a:t>
              </a:r>
              <a:endParaRPr lang="en-US" sz="900" spc="5">
                <a:ea typeface="Fira Sans Medium"/>
                <a:cs typeface="Fira Sans Medium"/>
                <a:sym typeface="Fira Sans Medium"/>
              </a:endParaRPr>
            </a:p>
          </p:txBody>
        </p:sp>
      </p:grpSp>
      <p:grpSp>
        <p:nvGrpSpPr>
          <p:cNvPr id="2" name="Group 1">
            <a:extLst>
              <a:ext uri="{FF2B5EF4-FFF2-40B4-BE49-F238E27FC236}">
                <a16:creationId xmlns:a16="http://schemas.microsoft.com/office/drawing/2014/main" id="{5F2A8783-D04B-169B-2090-F36FD716EC1E}"/>
              </a:ext>
            </a:extLst>
          </p:cNvPr>
          <p:cNvGrpSpPr/>
          <p:nvPr/>
        </p:nvGrpSpPr>
        <p:grpSpPr>
          <a:xfrm>
            <a:off x="2146433" y="5751664"/>
            <a:ext cx="6977742" cy="665305"/>
            <a:chOff x="1254776" y="774193"/>
            <a:chExt cx="8154194" cy="1242467"/>
          </a:xfrm>
        </p:grpSpPr>
        <p:sp>
          <p:nvSpPr>
            <p:cNvPr id="4" name="Freeform 18">
              <a:extLst>
                <a:ext uri="{FF2B5EF4-FFF2-40B4-BE49-F238E27FC236}">
                  <a16:creationId xmlns:a16="http://schemas.microsoft.com/office/drawing/2014/main" id="{8ED8F674-11AA-8B61-9372-CBB94F78B8FB}"/>
                </a:ext>
              </a:extLst>
            </p:cNvPr>
            <p:cNvSpPr>
              <a:spLocks noEditPoints="1"/>
            </p:cNvSpPr>
            <p:nvPr/>
          </p:nvSpPr>
          <p:spPr bwMode="auto">
            <a:xfrm>
              <a:off x="5248410" y="800189"/>
              <a:ext cx="615180" cy="958179"/>
            </a:xfrm>
            <a:custGeom>
              <a:avLst/>
              <a:gdLst/>
              <a:ahLst/>
              <a:cxnLst>
                <a:cxn ang="0">
                  <a:pos x="688" y="656"/>
                </a:cxn>
                <a:cxn ang="0">
                  <a:pos x="621" y="526"/>
                </a:cxn>
                <a:cxn ang="0">
                  <a:pos x="699" y="330"/>
                </a:cxn>
                <a:cxn ang="0">
                  <a:pos x="712" y="269"/>
                </a:cxn>
                <a:cxn ang="0">
                  <a:pos x="680" y="254"/>
                </a:cxn>
                <a:cxn ang="0">
                  <a:pos x="656" y="298"/>
                </a:cxn>
                <a:cxn ang="0">
                  <a:pos x="603" y="267"/>
                </a:cxn>
                <a:cxn ang="0">
                  <a:pos x="591" y="190"/>
                </a:cxn>
                <a:cxn ang="0">
                  <a:pos x="604" y="188"/>
                </a:cxn>
                <a:cxn ang="0">
                  <a:pos x="633" y="144"/>
                </a:cxn>
                <a:cxn ang="0">
                  <a:pos x="628" y="138"/>
                </a:cxn>
                <a:cxn ang="0">
                  <a:pos x="627" y="121"/>
                </a:cxn>
                <a:cxn ang="0">
                  <a:pos x="612" y="82"/>
                </a:cxn>
                <a:cxn ang="0">
                  <a:pos x="547" y="1"/>
                </a:cxn>
                <a:cxn ang="0">
                  <a:pos x="444" y="78"/>
                </a:cxn>
                <a:cxn ang="0">
                  <a:pos x="480" y="185"/>
                </a:cxn>
                <a:cxn ang="0">
                  <a:pos x="387" y="278"/>
                </a:cxn>
                <a:cxn ang="0">
                  <a:pos x="313" y="383"/>
                </a:cxn>
                <a:cxn ang="0">
                  <a:pos x="297" y="633"/>
                </a:cxn>
                <a:cxn ang="0">
                  <a:pos x="315" y="677"/>
                </a:cxn>
                <a:cxn ang="0">
                  <a:pos x="338" y="700"/>
                </a:cxn>
                <a:cxn ang="0">
                  <a:pos x="347" y="741"/>
                </a:cxn>
                <a:cxn ang="0">
                  <a:pos x="306" y="961"/>
                </a:cxn>
                <a:cxn ang="0">
                  <a:pos x="242" y="1002"/>
                </a:cxn>
                <a:cxn ang="0">
                  <a:pos x="77" y="1179"/>
                </a:cxn>
                <a:cxn ang="0">
                  <a:pos x="10" y="1201"/>
                </a:cxn>
                <a:cxn ang="0">
                  <a:pos x="42" y="1314"/>
                </a:cxn>
                <a:cxn ang="0">
                  <a:pos x="118" y="1357"/>
                </a:cxn>
                <a:cxn ang="0">
                  <a:pos x="118" y="1262"/>
                </a:cxn>
                <a:cxn ang="0">
                  <a:pos x="129" y="1226"/>
                </a:cxn>
                <a:cxn ang="0">
                  <a:pos x="286" y="1057"/>
                </a:cxn>
                <a:cxn ang="0">
                  <a:pos x="367" y="1004"/>
                </a:cxn>
                <a:cxn ang="0">
                  <a:pos x="418" y="943"/>
                </a:cxn>
                <a:cxn ang="0">
                  <a:pos x="501" y="818"/>
                </a:cxn>
                <a:cxn ang="0">
                  <a:pos x="531" y="781"/>
                </a:cxn>
                <a:cxn ang="0">
                  <a:pos x="579" y="777"/>
                </a:cxn>
                <a:cxn ang="0">
                  <a:pos x="660" y="881"/>
                </a:cxn>
                <a:cxn ang="0">
                  <a:pos x="541" y="1041"/>
                </a:cxn>
                <a:cxn ang="0">
                  <a:pos x="569" y="1135"/>
                </a:cxn>
                <a:cxn ang="0">
                  <a:pos x="674" y="1190"/>
                </a:cxn>
                <a:cxn ang="0">
                  <a:pos x="654" y="1094"/>
                </a:cxn>
                <a:cxn ang="0">
                  <a:pos x="650" y="1063"/>
                </a:cxn>
                <a:cxn ang="0">
                  <a:pos x="790" y="838"/>
                </a:cxn>
                <a:cxn ang="0">
                  <a:pos x="803" y="725"/>
                </a:cxn>
                <a:cxn ang="0">
                  <a:pos x="362" y="606"/>
                </a:cxn>
                <a:cxn ang="0">
                  <a:pos x="351" y="619"/>
                </a:cxn>
                <a:cxn ang="0">
                  <a:pos x="354" y="523"/>
                </a:cxn>
                <a:cxn ang="0">
                  <a:pos x="390" y="394"/>
                </a:cxn>
                <a:cxn ang="0">
                  <a:pos x="415" y="545"/>
                </a:cxn>
              </a:cxnLst>
              <a:rect l="0" t="0" r="r" b="b"/>
              <a:pathLst>
                <a:path w="837" h="1386">
                  <a:moveTo>
                    <a:pt x="803" y="725"/>
                  </a:moveTo>
                  <a:cubicBezTo>
                    <a:pt x="768" y="706"/>
                    <a:pt x="688" y="656"/>
                    <a:pt x="688" y="656"/>
                  </a:cubicBezTo>
                  <a:cubicBezTo>
                    <a:pt x="688" y="656"/>
                    <a:pt x="607" y="617"/>
                    <a:pt x="593" y="614"/>
                  </a:cubicBezTo>
                  <a:cubicBezTo>
                    <a:pt x="580" y="611"/>
                    <a:pt x="612" y="533"/>
                    <a:pt x="621" y="526"/>
                  </a:cubicBezTo>
                  <a:cubicBezTo>
                    <a:pt x="630" y="518"/>
                    <a:pt x="670" y="460"/>
                    <a:pt x="673" y="439"/>
                  </a:cubicBezTo>
                  <a:cubicBezTo>
                    <a:pt x="677" y="418"/>
                    <a:pt x="699" y="330"/>
                    <a:pt x="699" y="330"/>
                  </a:cubicBezTo>
                  <a:cubicBezTo>
                    <a:pt x="699" y="330"/>
                    <a:pt x="711" y="316"/>
                    <a:pt x="712" y="304"/>
                  </a:cubicBezTo>
                  <a:cubicBezTo>
                    <a:pt x="713" y="292"/>
                    <a:pt x="722" y="281"/>
                    <a:pt x="712" y="269"/>
                  </a:cubicBezTo>
                  <a:cubicBezTo>
                    <a:pt x="705" y="261"/>
                    <a:pt x="707" y="251"/>
                    <a:pt x="697" y="257"/>
                  </a:cubicBezTo>
                  <a:cubicBezTo>
                    <a:pt x="694" y="259"/>
                    <a:pt x="692" y="245"/>
                    <a:pt x="680" y="254"/>
                  </a:cubicBezTo>
                  <a:cubicBezTo>
                    <a:pt x="678" y="255"/>
                    <a:pt x="675" y="244"/>
                    <a:pt x="664" y="258"/>
                  </a:cubicBezTo>
                  <a:cubicBezTo>
                    <a:pt x="649" y="276"/>
                    <a:pt x="650" y="282"/>
                    <a:pt x="656" y="298"/>
                  </a:cubicBezTo>
                  <a:cubicBezTo>
                    <a:pt x="662" y="313"/>
                    <a:pt x="672" y="319"/>
                    <a:pt x="631" y="397"/>
                  </a:cubicBezTo>
                  <a:cubicBezTo>
                    <a:pt x="631" y="397"/>
                    <a:pt x="630" y="318"/>
                    <a:pt x="603" y="267"/>
                  </a:cubicBezTo>
                  <a:cubicBezTo>
                    <a:pt x="577" y="218"/>
                    <a:pt x="583" y="213"/>
                    <a:pt x="583" y="213"/>
                  </a:cubicBezTo>
                  <a:cubicBezTo>
                    <a:pt x="591" y="190"/>
                    <a:pt x="591" y="190"/>
                    <a:pt x="591" y="190"/>
                  </a:cubicBezTo>
                  <a:cubicBezTo>
                    <a:pt x="591" y="190"/>
                    <a:pt x="593" y="189"/>
                    <a:pt x="595" y="189"/>
                  </a:cubicBezTo>
                  <a:cubicBezTo>
                    <a:pt x="599" y="189"/>
                    <a:pt x="602" y="189"/>
                    <a:pt x="604" y="188"/>
                  </a:cubicBezTo>
                  <a:cubicBezTo>
                    <a:pt x="613" y="185"/>
                    <a:pt x="639" y="181"/>
                    <a:pt x="627" y="157"/>
                  </a:cubicBezTo>
                  <a:cubicBezTo>
                    <a:pt x="627" y="157"/>
                    <a:pt x="634" y="148"/>
                    <a:pt x="633" y="144"/>
                  </a:cubicBezTo>
                  <a:cubicBezTo>
                    <a:pt x="632" y="142"/>
                    <a:pt x="630" y="141"/>
                    <a:pt x="628" y="141"/>
                  </a:cubicBezTo>
                  <a:cubicBezTo>
                    <a:pt x="628" y="140"/>
                    <a:pt x="628" y="139"/>
                    <a:pt x="628" y="138"/>
                  </a:cubicBezTo>
                  <a:cubicBezTo>
                    <a:pt x="630" y="136"/>
                    <a:pt x="632" y="133"/>
                    <a:pt x="631" y="132"/>
                  </a:cubicBezTo>
                  <a:cubicBezTo>
                    <a:pt x="630" y="129"/>
                    <a:pt x="627" y="121"/>
                    <a:pt x="627" y="121"/>
                  </a:cubicBezTo>
                  <a:cubicBezTo>
                    <a:pt x="627" y="121"/>
                    <a:pt x="638" y="112"/>
                    <a:pt x="631" y="104"/>
                  </a:cubicBezTo>
                  <a:cubicBezTo>
                    <a:pt x="623" y="97"/>
                    <a:pt x="610" y="93"/>
                    <a:pt x="612" y="82"/>
                  </a:cubicBezTo>
                  <a:cubicBezTo>
                    <a:pt x="613" y="71"/>
                    <a:pt x="618" y="51"/>
                    <a:pt x="605" y="36"/>
                  </a:cubicBezTo>
                  <a:cubicBezTo>
                    <a:pt x="592" y="21"/>
                    <a:pt x="591" y="2"/>
                    <a:pt x="547" y="1"/>
                  </a:cubicBezTo>
                  <a:cubicBezTo>
                    <a:pt x="507" y="0"/>
                    <a:pt x="473" y="7"/>
                    <a:pt x="455" y="43"/>
                  </a:cubicBezTo>
                  <a:cubicBezTo>
                    <a:pt x="445" y="59"/>
                    <a:pt x="443" y="75"/>
                    <a:pt x="444" y="78"/>
                  </a:cubicBezTo>
                  <a:cubicBezTo>
                    <a:pt x="444" y="78"/>
                    <a:pt x="436" y="139"/>
                    <a:pt x="478" y="168"/>
                  </a:cubicBezTo>
                  <a:cubicBezTo>
                    <a:pt x="478" y="168"/>
                    <a:pt x="494" y="182"/>
                    <a:pt x="480" y="185"/>
                  </a:cubicBezTo>
                  <a:cubicBezTo>
                    <a:pt x="465" y="189"/>
                    <a:pt x="440" y="217"/>
                    <a:pt x="429" y="235"/>
                  </a:cubicBezTo>
                  <a:cubicBezTo>
                    <a:pt x="417" y="253"/>
                    <a:pt x="411" y="255"/>
                    <a:pt x="387" y="278"/>
                  </a:cubicBezTo>
                  <a:cubicBezTo>
                    <a:pt x="363" y="302"/>
                    <a:pt x="344" y="343"/>
                    <a:pt x="333" y="353"/>
                  </a:cubicBezTo>
                  <a:cubicBezTo>
                    <a:pt x="322" y="362"/>
                    <a:pt x="315" y="361"/>
                    <a:pt x="313" y="383"/>
                  </a:cubicBezTo>
                  <a:cubicBezTo>
                    <a:pt x="310" y="405"/>
                    <a:pt x="289" y="429"/>
                    <a:pt x="295" y="510"/>
                  </a:cubicBezTo>
                  <a:cubicBezTo>
                    <a:pt x="300" y="592"/>
                    <a:pt x="298" y="622"/>
                    <a:pt x="297" y="633"/>
                  </a:cubicBezTo>
                  <a:cubicBezTo>
                    <a:pt x="296" y="643"/>
                    <a:pt x="300" y="658"/>
                    <a:pt x="303" y="666"/>
                  </a:cubicBezTo>
                  <a:cubicBezTo>
                    <a:pt x="306" y="674"/>
                    <a:pt x="315" y="677"/>
                    <a:pt x="315" y="677"/>
                  </a:cubicBezTo>
                  <a:cubicBezTo>
                    <a:pt x="315" y="677"/>
                    <a:pt x="323" y="680"/>
                    <a:pt x="324" y="697"/>
                  </a:cubicBezTo>
                  <a:cubicBezTo>
                    <a:pt x="324" y="697"/>
                    <a:pt x="333" y="706"/>
                    <a:pt x="338" y="700"/>
                  </a:cubicBezTo>
                  <a:cubicBezTo>
                    <a:pt x="338" y="700"/>
                    <a:pt x="343" y="708"/>
                    <a:pt x="351" y="707"/>
                  </a:cubicBezTo>
                  <a:cubicBezTo>
                    <a:pt x="349" y="719"/>
                    <a:pt x="347" y="732"/>
                    <a:pt x="347" y="741"/>
                  </a:cubicBezTo>
                  <a:cubicBezTo>
                    <a:pt x="348" y="768"/>
                    <a:pt x="347" y="846"/>
                    <a:pt x="343" y="863"/>
                  </a:cubicBezTo>
                  <a:cubicBezTo>
                    <a:pt x="339" y="880"/>
                    <a:pt x="349" y="907"/>
                    <a:pt x="306" y="961"/>
                  </a:cubicBezTo>
                  <a:cubicBezTo>
                    <a:pt x="306" y="961"/>
                    <a:pt x="305" y="962"/>
                    <a:pt x="305" y="963"/>
                  </a:cubicBezTo>
                  <a:cubicBezTo>
                    <a:pt x="289" y="971"/>
                    <a:pt x="265" y="985"/>
                    <a:pt x="242" y="1002"/>
                  </a:cubicBezTo>
                  <a:cubicBezTo>
                    <a:pt x="204" y="1029"/>
                    <a:pt x="182" y="1047"/>
                    <a:pt x="146" y="1099"/>
                  </a:cubicBezTo>
                  <a:cubicBezTo>
                    <a:pt x="110" y="1151"/>
                    <a:pt x="82" y="1179"/>
                    <a:pt x="77" y="1179"/>
                  </a:cubicBezTo>
                  <a:cubicBezTo>
                    <a:pt x="72" y="1179"/>
                    <a:pt x="79" y="1171"/>
                    <a:pt x="48" y="1183"/>
                  </a:cubicBezTo>
                  <a:cubicBezTo>
                    <a:pt x="16" y="1196"/>
                    <a:pt x="14" y="1201"/>
                    <a:pt x="10" y="1201"/>
                  </a:cubicBezTo>
                  <a:cubicBezTo>
                    <a:pt x="6" y="1201"/>
                    <a:pt x="0" y="1202"/>
                    <a:pt x="3" y="1215"/>
                  </a:cubicBezTo>
                  <a:cubicBezTo>
                    <a:pt x="7" y="1228"/>
                    <a:pt x="31" y="1291"/>
                    <a:pt x="42" y="1314"/>
                  </a:cubicBezTo>
                  <a:cubicBezTo>
                    <a:pt x="53" y="1337"/>
                    <a:pt x="81" y="1386"/>
                    <a:pt x="100" y="1386"/>
                  </a:cubicBezTo>
                  <a:cubicBezTo>
                    <a:pt x="120" y="1385"/>
                    <a:pt x="119" y="1370"/>
                    <a:pt x="118" y="1357"/>
                  </a:cubicBezTo>
                  <a:cubicBezTo>
                    <a:pt x="118" y="1344"/>
                    <a:pt x="111" y="1331"/>
                    <a:pt x="112" y="1327"/>
                  </a:cubicBezTo>
                  <a:cubicBezTo>
                    <a:pt x="114" y="1323"/>
                    <a:pt x="113" y="1270"/>
                    <a:pt x="118" y="1262"/>
                  </a:cubicBezTo>
                  <a:cubicBezTo>
                    <a:pt x="123" y="1254"/>
                    <a:pt x="141" y="1247"/>
                    <a:pt x="135" y="1235"/>
                  </a:cubicBezTo>
                  <a:cubicBezTo>
                    <a:pt x="130" y="1223"/>
                    <a:pt x="129" y="1226"/>
                    <a:pt x="129" y="1226"/>
                  </a:cubicBezTo>
                  <a:cubicBezTo>
                    <a:pt x="129" y="1226"/>
                    <a:pt x="144" y="1187"/>
                    <a:pt x="158" y="1179"/>
                  </a:cubicBezTo>
                  <a:cubicBezTo>
                    <a:pt x="173" y="1170"/>
                    <a:pt x="271" y="1085"/>
                    <a:pt x="286" y="1057"/>
                  </a:cubicBezTo>
                  <a:cubicBezTo>
                    <a:pt x="301" y="1030"/>
                    <a:pt x="330" y="1035"/>
                    <a:pt x="341" y="1026"/>
                  </a:cubicBezTo>
                  <a:cubicBezTo>
                    <a:pt x="352" y="1016"/>
                    <a:pt x="367" y="1004"/>
                    <a:pt x="367" y="1004"/>
                  </a:cubicBezTo>
                  <a:cubicBezTo>
                    <a:pt x="367" y="1004"/>
                    <a:pt x="388" y="990"/>
                    <a:pt x="403" y="966"/>
                  </a:cubicBezTo>
                  <a:cubicBezTo>
                    <a:pt x="408" y="960"/>
                    <a:pt x="414" y="952"/>
                    <a:pt x="418" y="943"/>
                  </a:cubicBezTo>
                  <a:cubicBezTo>
                    <a:pt x="441" y="898"/>
                    <a:pt x="477" y="841"/>
                    <a:pt x="477" y="841"/>
                  </a:cubicBezTo>
                  <a:cubicBezTo>
                    <a:pt x="501" y="818"/>
                    <a:pt x="501" y="818"/>
                    <a:pt x="501" y="818"/>
                  </a:cubicBezTo>
                  <a:cubicBezTo>
                    <a:pt x="508" y="795"/>
                    <a:pt x="508" y="795"/>
                    <a:pt x="508" y="795"/>
                  </a:cubicBezTo>
                  <a:cubicBezTo>
                    <a:pt x="508" y="795"/>
                    <a:pt x="516" y="770"/>
                    <a:pt x="531" y="781"/>
                  </a:cubicBezTo>
                  <a:cubicBezTo>
                    <a:pt x="547" y="792"/>
                    <a:pt x="554" y="799"/>
                    <a:pt x="554" y="799"/>
                  </a:cubicBezTo>
                  <a:cubicBezTo>
                    <a:pt x="554" y="799"/>
                    <a:pt x="569" y="777"/>
                    <a:pt x="579" y="777"/>
                  </a:cubicBezTo>
                  <a:cubicBezTo>
                    <a:pt x="589" y="776"/>
                    <a:pt x="668" y="772"/>
                    <a:pt x="701" y="789"/>
                  </a:cubicBezTo>
                  <a:cubicBezTo>
                    <a:pt x="701" y="789"/>
                    <a:pt x="666" y="845"/>
                    <a:pt x="660" y="881"/>
                  </a:cubicBezTo>
                  <a:cubicBezTo>
                    <a:pt x="653" y="916"/>
                    <a:pt x="611" y="1008"/>
                    <a:pt x="602" y="1010"/>
                  </a:cubicBezTo>
                  <a:cubicBezTo>
                    <a:pt x="594" y="1012"/>
                    <a:pt x="568" y="1015"/>
                    <a:pt x="541" y="1041"/>
                  </a:cubicBezTo>
                  <a:cubicBezTo>
                    <a:pt x="541" y="1041"/>
                    <a:pt x="528" y="1038"/>
                    <a:pt x="528" y="1052"/>
                  </a:cubicBezTo>
                  <a:cubicBezTo>
                    <a:pt x="527" y="1067"/>
                    <a:pt x="561" y="1115"/>
                    <a:pt x="569" y="1135"/>
                  </a:cubicBezTo>
                  <a:cubicBezTo>
                    <a:pt x="577" y="1156"/>
                    <a:pt x="619" y="1219"/>
                    <a:pt x="653" y="1220"/>
                  </a:cubicBezTo>
                  <a:cubicBezTo>
                    <a:pt x="687" y="1221"/>
                    <a:pt x="677" y="1205"/>
                    <a:pt x="674" y="1190"/>
                  </a:cubicBezTo>
                  <a:cubicBezTo>
                    <a:pt x="671" y="1176"/>
                    <a:pt x="664" y="1162"/>
                    <a:pt x="664" y="1162"/>
                  </a:cubicBezTo>
                  <a:cubicBezTo>
                    <a:pt x="664" y="1162"/>
                    <a:pt x="654" y="1108"/>
                    <a:pt x="654" y="1094"/>
                  </a:cubicBezTo>
                  <a:cubicBezTo>
                    <a:pt x="655" y="1079"/>
                    <a:pt x="674" y="1062"/>
                    <a:pt x="660" y="1062"/>
                  </a:cubicBezTo>
                  <a:cubicBezTo>
                    <a:pt x="654" y="1062"/>
                    <a:pt x="651" y="1063"/>
                    <a:pt x="650" y="1063"/>
                  </a:cubicBezTo>
                  <a:cubicBezTo>
                    <a:pt x="654" y="1052"/>
                    <a:pt x="671" y="1003"/>
                    <a:pt x="693" y="982"/>
                  </a:cubicBezTo>
                  <a:cubicBezTo>
                    <a:pt x="719" y="957"/>
                    <a:pt x="783" y="864"/>
                    <a:pt x="790" y="838"/>
                  </a:cubicBezTo>
                  <a:cubicBezTo>
                    <a:pt x="796" y="812"/>
                    <a:pt x="825" y="799"/>
                    <a:pt x="823" y="772"/>
                  </a:cubicBezTo>
                  <a:cubicBezTo>
                    <a:pt x="820" y="745"/>
                    <a:pt x="837" y="743"/>
                    <a:pt x="803" y="725"/>
                  </a:cubicBezTo>
                  <a:close/>
                  <a:moveTo>
                    <a:pt x="415" y="545"/>
                  </a:moveTo>
                  <a:cubicBezTo>
                    <a:pt x="386" y="590"/>
                    <a:pt x="369" y="590"/>
                    <a:pt x="362" y="606"/>
                  </a:cubicBezTo>
                  <a:cubicBezTo>
                    <a:pt x="360" y="610"/>
                    <a:pt x="359" y="616"/>
                    <a:pt x="359" y="622"/>
                  </a:cubicBezTo>
                  <a:cubicBezTo>
                    <a:pt x="357" y="621"/>
                    <a:pt x="354" y="620"/>
                    <a:pt x="351" y="619"/>
                  </a:cubicBezTo>
                  <a:cubicBezTo>
                    <a:pt x="351" y="619"/>
                    <a:pt x="341" y="618"/>
                    <a:pt x="346" y="586"/>
                  </a:cubicBezTo>
                  <a:cubicBezTo>
                    <a:pt x="351" y="553"/>
                    <a:pt x="354" y="528"/>
                    <a:pt x="354" y="523"/>
                  </a:cubicBezTo>
                  <a:cubicBezTo>
                    <a:pt x="355" y="518"/>
                    <a:pt x="375" y="462"/>
                    <a:pt x="377" y="444"/>
                  </a:cubicBezTo>
                  <a:cubicBezTo>
                    <a:pt x="380" y="426"/>
                    <a:pt x="380" y="398"/>
                    <a:pt x="390" y="394"/>
                  </a:cubicBezTo>
                  <a:cubicBezTo>
                    <a:pt x="400" y="390"/>
                    <a:pt x="426" y="379"/>
                    <a:pt x="426" y="379"/>
                  </a:cubicBezTo>
                  <a:cubicBezTo>
                    <a:pt x="426" y="379"/>
                    <a:pt x="444" y="500"/>
                    <a:pt x="415" y="545"/>
                  </a:cubicBezTo>
                  <a:close/>
                </a:path>
              </a:pathLst>
            </a:custGeom>
            <a:solidFill>
              <a:srgbClr val="A5A5A5"/>
            </a:solidFill>
            <a:ln w="9525">
              <a:noFill/>
              <a:round/>
              <a:headEnd/>
              <a:tailEnd/>
            </a:ln>
          </p:spPr>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5" name="Freeform 5">
              <a:extLst>
                <a:ext uri="{FF2B5EF4-FFF2-40B4-BE49-F238E27FC236}">
                  <a16:creationId xmlns:a16="http://schemas.microsoft.com/office/drawing/2014/main" id="{8E93EC00-0391-9794-C74F-20B38E93A011}"/>
                </a:ext>
              </a:extLst>
            </p:cNvPr>
            <p:cNvSpPr>
              <a:spLocks/>
            </p:cNvSpPr>
            <p:nvPr/>
          </p:nvSpPr>
          <p:spPr bwMode="auto">
            <a:xfrm>
              <a:off x="1254776" y="1337667"/>
              <a:ext cx="534946" cy="410932"/>
            </a:xfrm>
            <a:custGeom>
              <a:avLst/>
              <a:gdLst/>
              <a:ahLst/>
              <a:cxnLst>
                <a:cxn ang="0">
                  <a:pos x="688" y="516"/>
                </a:cxn>
                <a:cxn ang="0">
                  <a:pos x="655" y="499"/>
                </a:cxn>
                <a:cxn ang="0">
                  <a:pos x="626" y="489"/>
                </a:cxn>
                <a:cxn ang="0">
                  <a:pos x="581" y="450"/>
                </a:cxn>
                <a:cxn ang="0">
                  <a:pos x="571" y="420"/>
                </a:cxn>
                <a:cxn ang="0">
                  <a:pos x="542" y="379"/>
                </a:cxn>
                <a:cxn ang="0">
                  <a:pos x="518" y="252"/>
                </a:cxn>
                <a:cxn ang="0">
                  <a:pos x="506" y="200"/>
                </a:cxn>
                <a:cxn ang="0">
                  <a:pos x="513" y="200"/>
                </a:cxn>
                <a:cxn ang="0">
                  <a:pos x="523" y="211"/>
                </a:cxn>
                <a:cxn ang="0">
                  <a:pos x="554" y="225"/>
                </a:cxn>
                <a:cxn ang="0">
                  <a:pos x="637" y="237"/>
                </a:cxn>
                <a:cxn ang="0">
                  <a:pos x="619" y="99"/>
                </a:cxn>
                <a:cxn ang="0">
                  <a:pos x="518" y="57"/>
                </a:cxn>
                <a:cxn ang="0">
                  <a:pos x="294" y="37"/>
                </a:cxn>
                <a:cxn ang="0">
                  <a:pos x="93" y="211"/>
                </a:cxn>
                <a:cxn ang="0">
                  <a:pos x="131" y="369"/>
                </a:cxn>
                <a:cxn ang="0">
                  <a:pos x="84" y="382"/>
                </a:cxn>
                <a:cxn ang="0">
                  <a:pos x="27" y="365"/>
                </a:cxn>
                <a:cxn ang="0">
                  <a:pos x="2" y="479"/>
                </a:cxn>
                <a:cxn ang="0">
                  <a:pos x="59" y="536"/>
                </a:cxn>
                <a:cxn ang="0">
                  <a:pos x="89" y="451"/>
                </a:cxn>
                <a:cxn ang="0">
                  <a:pos x="118" y="447"/>
                </a:cxn>
                <a:cxn ang="0">
                  <a:pos x="161" y="518"/>
                </a:cxn>
                <a:cxn ang="0">
                  <a:pos x="312" y="552"/>
                </a:cxn>
                <a:cxn ang="0">
                  <a:pos x="278" y="510"/>
                </a:cxn>
                <a:cxn ang="0">
                  <a:pos x="310" y="493"/>
                </a:cxn>
                <a:cxn ang="0">
                  <a:pos x="395" y="430"/>
                </a:cxn>
                <a:cxn ang="0">
                  <a:pos x="440" y="368"/>
                </a:cxn>
                <a:cxn ang="0">
                  <a:pos x="559" y="503"/>
                </a:cxn>
                <a:cxn ang="0">
                  <a:pos x="541" y="555"/>
                </a:cxn>
                <a:cxn ang="0">
                  <a:pos x="615" y="531"/>
                </a:cxn>
                <a:cxn ang="0">
                  <a:pos x="639" y="559"/>
                </a:cxn>
                <a:cxn ang="0">
                  <a:pos x="666" y="586"/>
                </a:cxn>
                <a:cxn ang="0">
                  <a:pos x="651" y="544"/>
                </a:cxn>
                <a:cxn ang="0">
                  <a:pos x="684" y="551"/>
                </a:cxn>
                <a:cxn ang="0">
                  <a:pos x="712" y="548"/>
                </a:cxn>
                <a:cxn ang="0">
                  <a:pos x="726" y="536"/>
                </a:cxn>
              </a:cxnLst>
              <a:rect l="0" t="0" r="r" b="b"/>
              <a:pathLst>
                <a:path w="727" h="593">
                  <a:moveTo>
                    <a:pt x="712" y="530"/>
                  </a:moveTo>
                  <a:cubicBezTo>
                    <a:pt x="708" y="529"/>
                    <a:pt x="688" y="516"/>
                    <a:pt x="688" y="516"/>
                  </a:cubicBezTo>
                  <a:cubicBezTo>
                    <a:pt x="688" y="516"/>
                    <a:pt x="683" y="511"/>
                    <a:pt x="677" y="508"/>
                  </a:cubicBezTo>
                  <a:cubicBezTo>
                    <a:pt x="670" y="504"/>
                    <a:pt x="658" y="502"/>
                    <a:pt x="655" y="499"/>
                  </a:cubicBezTo>
                  <a:cubicBezTo>
                    <a:pt x="651" y="497"/>
                    <a:pt x="645" y="493"/>
                    <a:pt x="628" y="489"/>
                  </a:cubicBezTo>
                  <a:cubicBezTo>
                    <a:pt x="628" y="489"/>
                    <a:pt x="627" y="489"/>
                    <a:pt x="626" y="489"/>
                  </a:cubicBezTo>
                  <a:cubicBezTo>
                    <a:pt x="620" y="483"/>
                    <a:pt x="613" y="478"/>
                    <a:pt x="604" y="475"/>
                  </a:cubicBezTo>
                  <a:cubicBezTo>
                    <a:pt x="604" y="475"/>
                    <a:pt x="595" y="464"/>
                    <a:pt x="581" y="450"/>
                  </a:cubicBezTo>
                  <a:cubicBezTo>
                    <a:pt x="567" y="435"/>
                    <a:pt x="562" y="422"/>
                    <a:pt x="562" y="422"/>
                  </a:cubicBezTo>
                  <a:cubicBezTo>
                    <a:pt x="562" y="422"/>
                    <a:pt x="569" y="424"/>
                    <a:pt x="571" y="420"/>
                  </a:cubicBezTo>
                  <a:cubicBezTo>
                    <a:pt x="573" y="416"/>
                    <a:pt x="572" y="410"/>
                    <a:pt x="567" y="409"/>
                  </a:cubicBezTo>
                  <a:cubicBezTo>
                    <a:pt x="562" y="409"/>
                    <a:pt x="542" y="379"/>
                    <a:pt x="542" y="379"/>
                  </a:cubicBezTo>
                  <a:cubicBezTo>
                    <a:pt x="542" y="379"/>
                    <a:pt x="527" y="330"/>
                    <a:pt x="511" y="313"/>
                  </a:cubicBezTo>
                  <a:cubicBezTo>
                    <a:pt x="511" y="313"/>
                    <a:pt x="545" y="287"/>
                    <a:pt x="518" y="252"/>
                  </a:cubicBezTo>
                  <a:cubicBezTo>
                    <a:pt x="499" y="220"/>
                    <a:pt x="499" y="220"/>
                    <a:pt x="499" y="220"/>
                  </a:cubicBezTo>
                  <a:cubicBezTo>
                    <a:pt x="506" y="200"/>
                    <a:pt x="506" y="200"/>
                    <a:pt x="506" y="200"/>
                  </a:cubicBezTo>
                  <a:cubicBezTo>
                    <a:pt x="506" y="200"/>
                    <a:pt x="506" y="201"/>
                    <a:pt x="507" y="201"/>
                  </a:cubicBezTo>
                  <a:cubicBezTo>
                    <a:pt x="509" y="202"/>
                    <a:pt x="513" y="200"/>
                    <a:pt x="513" y="200"/>
                  </a:cubicBezTo>
                  <a:cubicBezTo>
                    <a:pt x="513" y="200"/>
                    <a:pt x="513" y="206"/>
                    <a:pt x="514" y="207"/>
                  </a:cubicBezTo>
                  <a:cubicBezTo>
                    <a:pt x="516" y="208"/>
                    <a:pt x="523" y="211"/>
                    <a:pt x="523" y="211"/>
                  </a:cubicBezTo>
                  <a:cubicBezTo>
                    <a:pt x="523" y="211"/>
                    <a:pt x="522" y="223"/>
                    <a:pt x="530" y="223"/>
                  </a:cubicBezTo>
                  <a:cubicBezTo>
                    <a:pt x="539" y="223"/>
                    <a:pt x="549" y="218"/>
                    <a:pt x="554" y="225"/>
                  </a:cubicBezTo>
                  <a:cubicBezTo>
                    <a:pt x="559" y="233"/>
                    <a:pt x="567" y="247"/>
                    <a:pt x="583" y="248"/>
                  </a:cubicBezTo>
                  <a:cubicBezTo>
                    <a:pt x="599" y="250"/>
                    <a:pt x="610" y="261"/>
                    <a:pt x="637" y="237"/>
                  </a:cubicBezTo>
                  <a:cubicBezTo>
                    <a:pt x="661" y="215"/>
                    <a:pt x="678" y="190"/>
                    <a:pt x="665" y="158"/>
                  </a:cubicBezTo>
                  <a:cubicBezTo>
                    <a:pt x="658" y="128"/>
                    <a:pt x="634" y="102"/>
                    <a:pt x="619" y="99"/>
                  </a:cubicBezTo>
                  <a:cubicBezTo>
                    <a:pt x="593" y="95"/>
                    <a:pt x="548" y="92"/>
                    <a:pt x="543" y="85"/>
                  </a:cubicBezTo>
                  <a:cubicBezTo>
                    <a:pt x="537" y="79"/>
                    <a:pt x="518" y="57"/>
                    <a:pt x="518" y="57"/>
                  </a:cubicBezTo>
                  <a:cubicBezTo>
                    <a:pt x="518" y="57"/>
                    <a:pt x="500" y="0"/>
                    <a:pt x="429" y="3"/>
                  </a:cubicBezTo>
                  <a:cubicBezTo>
                    <a:pt x="359" y="6"/>
                    <a:pt x="356" y="1"/>
                    <a:pt x="294" y="37"/>
                  </a:cubicBezTo>
                  <a:cubicBezTo>
                    <a:pt x="231" y="72"/>
                    <a:pt x="187" y="81"/>
                    <a:pt x="150" y="126"/>
                  </a:cubicBezTo>
                  <a:cubicBezTo>
                    <a:pt x="114" y="170"/>
                    <a:pt x="108" y="203"/>
                    <a:pt x="93" y="211"/>
                  </a:cubicBezTo>
                  <a:cubicBezTo>
                    <a:pt x="78" y="219"/>
                    <a:pt x="60" y="289"/>
                    <a:pt x="70" y="302"/>
                  </a:cubicBezTo>
                  <a:cubicBezTo>
                    <a:pt x="80" y="316"/>
                    <a:pt x="108" y="358"/>
                    <a:pt x="131" y="369"/>
                  </a:cubicBezTo>
                  <a:cubicBezTo>
                    <a:pt x="153" y="379"/>
                    <a:pt x="163" y="398"/>
                    <a:pt x="163" y="398"/>
                  </a:cubicBezTo>
                  <a:cubicBezTo>
                    <a:pt x="84" y="382"/>
                    <a:pt x="84" y="382"/>
                    <a:pt x="84" y="382"/>
                  </a:cubicBezTo>
                  <a:cubicBezTo>
                    <a:pt x="84" y="382"/>
                    <a:pt x="94" y="373"/>
                    <a:pt x="77" y="368"/>
                  </a:cubicBezTo>
                  <a:cubicBezTo>
                    <a:pt x="60" y="363"/>
                    <a:pt x="27" y="365"/>
                    <a:pt x="27" y="365"/>
                  </a:cubicBezTo>
                  <a:cubicBezTo>
                    <a:pt x="27" y="365"/>
                    <a:pt x="10" y="357"/>
                    <a:pt x="10" y="384"/>
                  </a:cubicBezTo>
                  <a:cubicBezTo>
                    <a:pt x="10" y="411"/>
                    <a:pt x="0" y="464"/>
                    <a:pt x="2" y="479"/>
                  </a:cubicBezTo>
                  <a:cubicBezTo>
                    <a:pt x="4" y="495"/>
                    <a:pt x="9" y="571"/>
                    <a:pt x="33" y="570"/>
                  </a:cubicBezTo>
                  <a:cubicBezTo>
                    <a:pt x="56" y="568"/>
                    <a:pt x="61" y="549"/>
                    <a:pt x="59" y="536"/>
                  </a:cubicBezTo>
                  <a:cubicBezTo>
                    <a:pt x="58" y="524"/>
                    <a:pt x="63" y="509"/>
                    <a:pt x="63" y="509"/>
                  </a:cubicBezTo>
                  <a:cubicBezTo>
                    <a:pt x="63" y="509"/>
                    <a:pt x="81" y="452"/>
                    <a:pt x="89" y="451"/>
                  </a:cubicBezTo>
                  <a:cubicBezTo>
                    <a:pt x="98" y="450"/>
                    <a:pt x="110" y="448"/>
                    <a:pt x="110" y="448"/>
                  </a:cubicBezTo>
                  <a:cubicBezTo>
                    <a:pt x="118" y="447"/>
                    <a:pt x="118" y="447"/>
                    <a:pt x="118" y="447"/>
                  </a:cubicBezTo>
                  <a:cubicBezTo>
                    <a:pt x="118" y="447"/>
                    <a:pt x="102" y="462"/>
                    <a:pt x="115" y="480"/>
                  </a:cubicBezTo>
                  <a:cubicBezTo>
                    <a:pt x="129" y="498"/>
                    <a:pt x="150" y="512"/>
                    <a:pt x="161" y="518"/>
                  </a:cubicBezTo>
                  <a:cubicBezTo>
                    <a:pt x="172" y="524"/>
                    <a:pt x="206" y="563"/>
                    <a:pt x="225" y="570"/>
                  </a:cubicBezTo>
                  <a:cubicBezTo>
                    <a:pt x="243" y="576"/>
                    <a:pt x="306" y="569"/>
                    <a:pt x="312" y="552"/>
                  </a:cubicBezTo>
                  <a:cubicBezTo>
                    <a:pt x="317" y="536"/>
                    <a:pt x="322" y="524"/>
                    <a:pt x="302" y="516"/>
                  </a:cubicBezTo>
                  <a:cubicBezTo>
                    <a:pt x="282" y="509"/>
                    <a:pt x="278" y="510"/>
                    <a:pt x="278" y="510"/>
                  </a:cubicBezTo>
                  <a:cubicBezTo>
                    <a:pt x="257" y="474"/>
                    <a:pt x="257" y="474"/>
                    <a:pt x="257" y="474"/>
                  </a:cubicBezTo>
                  <a:cubicBezTo>
                    <a:pt x="257" y="474"/>
                    <a:pt x="304" y="494"/>
                    <a:pt x="310" y="493"/>
                  </a:cubicBezTo>
                  <a:cubicBezTo>
                    <a:pt x="316" y="492"/>
                    <a:pt x="372" y="511"/>
                    <a:pt x="387" y="492"/>
                  </a:cubicBezTo>
                  <a:cubicBezTo>
                    <a:pt x="402" y="473"/>
                    <a:pt x="417" y="453"/>
                    <a:pt x="395" y="430"/>
                  </a:cubicBezTo>
                  <a:cubicBezTo>
                    <a:pt x="373" y="407"/>
                    <a:pt x="372" y="396"/>
                    <a:pt x="372" y="396"/>
                  </a:cubicBezTo>
                  <a:cubicBezTo>
                    <a:pt x="372" y="396"/>
                    <a:pt x="440" y="377"/>
                    <a:pt x="440" y="368"/>
                  </a:cubicBezTo>
                  <a:cubicBezTo>
                    <a:pt x="440" y="368"/>
                    <a:pt x="510" y="449"/>
                    <a:pt x="538" y="470"/>
                  </a:cubicBezTo>
                  <a:cubicBezTo>
                    <a:pt x="565" y="491"/>
                    <a:pt x="557" y="488"/>
                    <a:pt x="559" y="503"/>
                  </a:cubicBezTo>
                  <a:cubicBezTo>
                    <a:pt x="561" y="518"/>
                    <a:pt x="559" y="538"/>
                    <a:pt x="548" y="540"/>
                  </a:cubicBezTo>
                  <a:cubicBezTo>
                    <a:pt x="537" y="543"/>
                    <a:pt x="533" y="556"/>
                    <a:pt x="541" y="555"/>
                  </a:cubicBezTo>
                  <a:cubicBezTo>
                    <a:pt x="550" y="554"/>
                    <a:pt x="557" y="557"/>
                    <a:pt x="567" y="550"/>
                  </a:cubicBezTo>
                  <a:cubicBezTo>
                    <a:pt x="576" y="544"/>
                    <a:pt x="593" y="514"/>
                    <a:pt x="615" y="531"/>
                  </a:cubicBezTo>
                  <a:cubicBezTo>
                    <a:pt x="620" y="535"/>
                    <a:pt x="624" y="537"/>
                    <a:pt x="628" y="539"/>
                  </a:cubicBezTo>
                  <a:cubicBezTo>
                    <a:pt x="634" y="544"/>
                    <a:pt x="638" y="549"/>
                    <a:pt x="639" y="559"/>
                  </a:cubicBezTo>
                  <a:cubicBezTo>
                    <a:pt x="640" y="569"/>
                    <a:pt x="649" y="589"/>
                    <a:pt x="658" y="591"/>
                  </a:cubicBezTo>
                  <a:cubicBezTo>
                    <a:pt x="666" y="593"/>
                    <a:pt x="666" y="586"/>
                    <a:pt x="666" y="586"/>
                  </a:cubicBezTo>
                  <a:cubicBezTo>
                    <a:pt x="666" y="586"/>
                    <a:pt x="655" y="570"/>
                    <a:pt x="655" y="564"/>
                  </a:cubicBezTo>
                  <a:cubicBezTo>
                    <a:pt x="655" y="556"/>
                    <a:pt x="651" y="544"/>
                    <a:pt x="651" y="544"/>
                  </a:cubicBezTo>
                  <a:cubicBezTo>
                    <a:pt x="651" y="544"/>
                    <a:pt x="653" y="531"/>
                    <a:pt x="657" y="533"/>
                  </a:cubicBezTo>
                  <a:cubicBezTo>
                    <a:pt x="661" y="535"/>
                    <a:pt x="676" y="544"/>
                    <a:pt x="684" y="551"/>
                  </a:cubicBezTo>
                  <a:cubicBezTo>
                    <a:pt x="695" y="560"/>
                    <a:pt x="711" y="564"/>
                    <a:pt x="715" y="561"/>
                  </a:cubicBezTo>
                  <a:cubicBezTo>
                    <a:pt x="720" y="557"/>
                    <a:pt x="724" y="555"/>
                    <a:pt x="712" y="548"/>
                  </a:cubicBezTo>
                  <a:cubicBezTo>
                    <a:pt x="700" y="541"/>
                    <a:pt x="698" y="539"/>
                    <a:pt x="698" y="539"/>
                  </a:cubicBezTo>
                  <a:cubicBezTo>
                    <a:pt x="698" y="539"/>
                    <a:pt x="727" y="553"/>
                    <a:pt x="726" y="536"/>
                  </a:cubicBezTo>
                  <a:cubicBezTo>
                    <a:pt x="726" y="536"/>
                    <a:pt x="727" y="534"/>
                    <a:pt x="712" y="530"/>
                  </a:cubicBezTo>
                  <a:close/>
                </a:path>
              </a:pathLst>
            </a:custGeom>
            <a:ln>
              <a:headEnd/>
              <a:tailEnd/>
            </a:ln>
          </p:spPr>
          <p:style>
            <a:lnRef idx="2">
              <a:schemeClr val="accent6">
                <a:shade val="50000"/>
              </a:schemeClr>
            </a:lnRef>
            <a:fillRef idx="1">
              <a:schemeClr val="accent6"/>
            </a:fillRef>
            <a:effectRef idx="0">
              <a:schemeClr val="accent6"/>
            </a:effectRef>
            <a:fontRef idx="minor">
              <a:schemeClr val="lt1"/>
            </a:fontRef>
          </p:style>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6" name="Freeform 6">
              <a:extLst>
                <a:ext uri="{FF2B5EF4-FFF2-40B4-BE49-F238E27FC236}">
                  <a16:creationId xmlns:a16="http://schemas.microsoft.com/office/drawing/2014/main" id="{0CB819C5-D464-4991-3613-A34ADE8DEA9C}"/>
                </a:ext>
              </a:extLst>
            </p:cNvPr>
            <p:cNvSpPr>
              <a:spLocks noEditPoints="1"/>
            </p:cNvSpPr>
            <p:nvPr/>
          </p:nvSpPr>
          <p:spPr bwMode="auto">
            <a:xfrm>
              <a:off x="1931420" y="1156036"/>
              <a:ext cx="600781" cy="592564"/>
            </a:xfrm>
            <a:custGeom>
              <a:avLst/>
              <a:gdLst/>
              <a:ahLst/>
              <a:cxnLst>
                <a:cxn ang="0">
                  <a:pos x="773" y="787"/>
                </a:cxn>
                <a:cxn ang="0">
                  <a:pos x="742" y="760"/>
                </a:cxn>
                <a:cxn ang="0">
                  <a:pos x="687" y="717"/>
                </a:cxn>
                <a:cxn ang="0">
                  <a:pos x="681" y="645"/>
                </a:cxn>
                <a:cxn ang="0">
                  <a:pos x="688" y="636"/>
                </a:cxn>
                <a:cxn ang="0">
                  <a:pos x="664" y="613"/>
                </a:cxn>
                <a:cxn ang="0">
                  <a:pos x="645" y="546"/>
                </a:cxn>
                <a:cxn ang="0">
                  <a:pos x="612" y="326"/>
                </a:cxn>
                <a:cxn ang="0">
                  <a:pos x="666" y="195"/>
                </a:cxn>
                <a:cxn ang="0">
                  <a:pos x="735" y="181"/>
                </a:cxn>
                <a:cxn ang="0">
                  <a:pos x="740" y="166"/>
                </a:cxn>
                <a:cxn ang="0">
                  <a:pos x="747" y="150"/>
                </a:cxn>
                <a:cxn ang="0">
                  <a:pos x="745" y="110"/>
                </a:cxn>
                <a:cxn ang="0">
                  <a:pos x="713" y="19"/>
                </a:cxn>
                <a:cxn ang="0">
                  <a:pos x="589" y="112"/>
                </a:cxn>
                <a:cxn ang="0">
                  <a:pos x="432" y="159"/>
                </a:cxn>
                <a:cxn ang="0">
                  <a:pos x="244" y="279"/>
                </a:cxn>
                <a:cxn ang="0">
                  <a:pos x="198" y="477"/>
                </a:cxn>
                <a:cxn ang="0">
                  <a:pos x="294" y="604"/>
                </a:cxn>
                <a:cxn ang="0">
                  <a:pos x="142" y="581"/>
                </a:cxn>
                <a:cxn ang="0">
                  <a:pos x="86" y="554"/>
                </a:cxn>
                <a:cxn ang="0">
                  <a:pos x="6" y="699"/>
                </a:cxn>
                <a:cxn ang="0">
                  <a:pos x="66" y="710"/>
                </a:cxn>
                <a:cxn ang="0">
                  <a:pos x="118" y="649"/>
                </a:cxn>
                <a:cxn ang="0">
                  <a:pos x="145" y="644"/>
                </a:cxn>
                <a:cxn ang="0">
                  <a:pos x="207" y="699"/>
                </a:cxn>
                <a:cxn ang="0">
                  <a:pos x="344" y="770"/>
                </a:cxn>
                <a:cxn ang="0">
                  <a:pos x="421" y="712"/>
                </a:cxn>
                <a:cxn ang="0">
                  <a:pos x="421" y="602"/>
                </a:cxn>
                <a:cxn ang="0">
                  <a:pos x="562" y="569"/>
                </a:cxn>
                <a:cxn ang="0">
                  <a:pos x="650" y="741"/>
                </a:cxn>
                <a:cxn ang="0">
                  <a:pos x="641" y="799"/>
                </a:cxn>
                <a:cxn ang="0">
                  <a:pos x="668" y="808"/>
                </a:cxn>
                <a:cxn ang="0">
                  <a:pos x="701" y="818"/>
                </a:cxn>
                <a:cxn ang="0">
                  <a:pos x="712" y="848"/>
                </a:cxn>
                <a:cxn ang="0">
                  <a:pos x="725" y="807"/>
                </a:cxn>
                <a:cxn ang="0">
                  <a:pos x="759" y="824"/>
                </a:cxn>
                <a:cxn ang="0">
                  <a:pos x="785" y="829"/>
                </a:cxn>
                <a:cxn ang="0">
                  <a:pos x="812" y="816"/>
                </a:cxn>
                <a:cxn ang="0">
                  <a:pos x="446" y="489"/>
                </a:cxn>
                <a:cxn ang="0">
                  <a:pos x="402" y="505"/>
                </a:cxn>
                <a:cxn ang="0">
                  <a:pos x="448" y="489"/>
                </a:cxn>
                <a:cxn ang="0">
                  <a:pos x="446" y="489"/>
                </a:cxn>
                <a:cxn ang="0">
                  <a:pos x="501" y="382"/>
                </a:cxn>
                <a:cxn ang="0">
                  <a:pos x="525" y="390"/>
                </a:cxn>
              </a:cxnLst>
              <a:rect l="0" t="0" r="r" b="b"/>
              <a:pathLst>
                <a:path w="815" h="856">
                  <a:moveTo>
                    <a:pt x="798" y="808"/>
                  </a:moveTo>
                  <a:cubicBezTo>
                    <a:pt x="782" y="802"/>
                    <a:pt x="773" y="787"/>
                    <a:pt x="773" y="787"/>
                  </a:cubicBezTo>
                  <a:cubicBezTo>
                    <a:pt x="773" y="787"/>
                    <a:pt x="769" y="781"/>
                    <a:pt x="763" y="775"/>
                  </a:cubicBezTo>
                  <a:cubicBezTo>
                    <a:pt x="758" y="769"/>
                    <a:pt x="745" y="764"/>
                    <a:pt x="742" y="760"/>
                  </a:cubicBezTo>
                  <a:cubicBezTo>
                    <a:pt x="739" y="756"/>
                    <a:pt x="734" y="750"/>
                    <a:pt x="717" y="741"/>
                  </a:cubicBezTo>
                  <a:cubicBezTo>
                    <a:pt x="700" y="732"/>
                    <a:pt x="687" y="717"/>
                    <a:pt x="687" y="717"/>
                  </a:cubicBezTo>
                  <a:cubicBezTo>
                    <a:pt x="687" y="717"/>
                    <a:pt x="664" y="660"/>
                    <a:pt x="664" y="649"/>
                  </a:cubicBezTo>
                  <a:cubicBezTo>
                    <a:pt x="664" y="649"/>
                    <a:pt x="682" y="654"/>
                    <a:pt x="681" y="645"/>
                  </a:cubicBezTo>
                  <a:cubicBezTo>
                    <a:pt x="681" y="645"/>
                    <a:pt x="675" y="638"/>
                    <a:pt x="674" y="635"/>
                  </a:cubicBezTo>
                  <a:cubicBezTo>
                    <a:pt x="674" y="635"/>
                    <a:pt x="686" y="638"/>
                    <a:pt x="688" y="636"/>
                  </a:cubicBezTo>
                  <a:cubicBezTo>
                    <a:pt x="689" y="633"/>
                    <a:pt x="690" y="628"/>
                    <a:pt x="683" y="627"/>
                  </a:cubicBezTo>
                  <a:cubicBezTo>
                    <a:pt x="675" y="627"/>
                    <a:pt x="665" y="616"/>
                    <a:pt x="664" y="613"/>
                  </a:cubicBezTo>
                  <a:cubicBezTo>
                    <a:pt x="663" y="609"/>
                    <a:pt x="653" y="600"/>
                    <a:pt x="653" y="600"/>
                  </a:cubicBezTo>
                  <a:cubicBezTo>
                    <a:pt x="653" y="600"/>
                    <a:pt x="645" y="564"/>
                    <a:pt x="645" y="546"/>
                  </a:cubicBezTo>
                  <a:cubicBezTo>
                    <a:pt x="645" y="528"/>
                    <a:pt x="622" y="468"/>
                    <a:pt x="618" y="457"/>
                  </a:cubicBezTo>
                  <a:cubicBezTo>
                    <a:pt x="614" y="445"/>
                    <a:pt x="604" y="351"/>
                    <a:pt x="612" y="326"/>
                  </a:cubicBezTo>
                  <a:cubicBezTo>
                    <a:pt x="619" y="300"/>
                    <a:pt x="642" y="242"/>
                    <a:pt x="623" y="211"/>
                  </a:cubicBezTo>
                  <a:cubicBezTo>
                    <a:pt x="623" y="211"/>
                    <a:pt x="658" y="202"/>
                    <a:pt x="666" y="195"/>
                  </a:cubicBezTo>
                  <a:cubicBezTo>
                    <a:pt x="673" y="187"/>
                    <a:pt x="698" y="201"/>
                    <a:pt x="706" y="201"/>
                  </a:cubicBezTo>
                  <a:cubicBezTo>
                    <a:pt x="714" y="201"/>
                    <a:pt x="738" y="206"/>
                    <a:pt x="735" y="181"/>
                  </a:cubicBezTo>
                  <a:cubicBezTo>
                    <a:pt x="735" y="181"/>
                    <a:pt x="744" y="175"/>
                    <a:pt x="744" y="172"/>
                  </a:cubicBezTo>
                  <a:cubicBezTo>
                    <a:pt x="744" y="169"/>
                    <a:pt x="740" y="166"/>
                    <a:pt x="740" y="166"/>
                  </a:cubicBezTo>
                  <a:cubicBezTo>
                    <a:pt x="740" y="166"/>
                    <a:pt x="747" y="163"/>
                    <a:pt x="747" y="160"/>
                  </a:cubicBezTo>
                  <a:cubicBezTo>
                    <a:pt x="747" y="158"/>
                    <a:pt x="747" y="150"/>
                    <a:pt x="747" y="150"/>
                  </a:cubicBezTo>
                  <a:cubicBezTo>
                    <a:pt x="747" y="150"/>
                    <a:pt x="759" y="145"/>
                    <a:pt x="755" y="136"/>
                  </a:cubicBezTo>
                  <a:cubicBezTo>
                    <a:pt x="751" y="127"/>
                    <a:pt x="740" y="119"/>
                    <a:pt x="745" y="110"/>
                  </a:cubicBezTo>
                  <a:cubicBezTo>
                    <a:pt x="750" y="101"/>
                    <a:pt x="760" y="85"/>
                    <a:pt x="753" y="68"/>
                  </a:cubicBezTo>
                  <a:cubicBezTo>
                    <a:pt x="747" y="51"/>
                    <a:pt x="752" y="33"/>
                    <a:pt x="713" y="19"/>
                  </a:cubicBezTo>
                  <a:cubicBezTo>
                    <a:pt x="675" y="4"/>
                    <a:pt x="639" y="0"/>
                    <a:pt x="610" y="37"/>
                  </a:cubicBezTo>
                  <a:cubicBezTo>
                    <a:pt x="591" y="62"/>
                    <a:pt x="589" y="112"/>
                    <a:pt x="589" y="112"/>
                  </a:cubicBezTo>
                  <a:cubicBezTo>
                    <a:pt x="589" y="112"/>
                    <a:pt x="585" y="123"/>
                    <a:pt x="567" y="127"/>
                  </a:cubicBezTo>
                  <a:cubicBezTo>
                    <a:pt x="549" y="130"/>
                    <a:pt x="479" y="129"/>
                    <a:pt x="432" y="159"/>
                  </a:cubicBezTo>
                  <a:cubicBezTo>
                    <a:pt x="385" y="188"/>
                    <a:pt x="340" y="196"/>
                    <a:pt x="325" y="209"/>
                  </a:cubicBezTo>
                  <a:cubicBezTo>
                    <a:pt x="309" y="221"/>
                    <a:pt x="253" y="271"/>
                    <a:pt x="244" y="279"/>
                  </a:cubicBezTo>
                  <a:cubicBezTo>
                    <a:pt x="235" y="287"/>
                    <a:pt x="198" y="328"/>
                    <a:pt x="188" y="334"/>
                  </a:cubicBezTo>
                  <a:cubicBezTo>
                    <a:pt x="178" y="340"/>
                    <a:pt x="132" y="429"/>
                    <a:pt x="198" y="477"/>
                  </a:cubicBezTo>
                  <a:cubicBezTo>
                    <a:pt x="198" y="477"/>
                    <a:pt x="233" y="511"/>
                    <a:pt x="246" y="541"/>
                  </a:cubicBezTo>
                  <a:cubicBezTo>
                    <a:pt x="259" y="572"/>
                    <a:pt x="294" y="604"/>
                    <a:pt x="294" y="604"/>
                  </a:cubicBezTo>
                  <a:cubicBezTo>
                    <a:pt x="294" y="604"/>
                    <a:pt x="298" y="613"/>
                    <a:pt x="224" y="602"/>
                  </a:cubicBezTo>
                  <a:cubicBezTo>
                    <a:pt x="224" y="602"/>
                    <a:pt x="152" y="595"/>
                    <a:pt x="142" y="581"/>
                  </a:cubicBezTo>
                  <a:cubicBezTo>
                    <a:pt x="132" y="568"/>
                    <a:pt x="136" y="569"/>
                    <a:pt x="124" y="563"/>
                  </a:cubicBezTo>
                  <a:cubicBezTo>
                    <a:pt x="112" y="556"/>
                    <a:pt x="94" y="554"/>
                    <a:pt x="86" y="554"/>
                  </a:cubicBezTo>
                  <a:cubicBezTo>
                    <a:pt x="79" y="554"/>
                    <a:pt x="72" y="545"/>
                    <a:pt x="64" y="554"/>
                  </a:cubicBezTo>
                  <a:cubicBezTo>
                    <a:pt x="56" y="563"/>
                    <a:pt x="0" y="659"/>
                    <a:pt x="6" y="699"/>
                  </a:cubicBezTo>
                  <a:cubicBezTo>
                    <a:pt x="13" y="738"/>
                    <a:pt x="23" y="760"/>
                    <a:pt x="45" y="750"/>
                  </a:cubicBezTo>
                  <a:cubicBezTo>
                    <a:pt x="66" y="740"/>
                    <a:pt x="66" y="716"/>
                    <a:pt x="66" y="710"/>
                  </a:cubicBezTo>
                  <a:cubicBezTo>
                    <a:pt x="66" y="704"/>
                    <a:pt x="75" y="691"/>
                    <a:pt x="78" y="688"/>
                  </a:cubicBezTo>
                  <a:cubicBezTo>
                    <a:pt x="81" y="685"/>
                    <a:pt x="113" y="649"/>
                    <a:pt x="118" y="649"/>
                  </a:cubicBezTo>
                  <a:cubicBezTo>
                    <a:pt x="123" y="649"/>
                    <a:pt x="137" y="654"/>
                    <a:pt x="140" y="649"/>
                  </a:cubicBezTo>
                  <a:cubicBezTo>
                    <a:pt x="142" y="645"/>
                    <a:pt x="145" y="644"/>
                    <a:pt x="145" y="644"/>
                  </a:cubicBezTo>
                  <a:cubicBezTo>
                    <a:pt x="145" y="644"/>
                    <a:pt x="212" y="661"/>
                    <a:pt x="217" y="669"/>
                  </a:cubicBezTo>
                  <a:cubicBezTo>
                    <a:pt x="223" y="677"/>
                    <a:pt x="199" y="688"/>
                    <a:pt x="207" y="699"/>
                  </a:cubicBezTo>
                  <a:cubicBezTo>
                    <a:pt x="215" y="711"/>
                    <a:pt x="223" y="722"/>
                    <a:pt x="270" y="740"/>
                  </a:cubicBezTo>
                  <a:cubicBezTo>
                    <a:pt x="317" y="757"/>
                    <a:pt x="331" y="771"/>
                    <a:pt x="344" y="770"/>
                  </a:cubicBezTo>
                  <a:cubicBezTo>
                    <a:pt x="356" y="769"/>
                    <a:pt x="423" y="765"/>
                    <a:pt x="432" y="744"/>
                  </a:cubicBezTo>
                  <a:cubicBezTo>
                    <a:pt x="441" y="724"/>
                    <a:pt x="426" y="712"/>
                    <a:pt x="421" y="712"/>
                  </a:cubicBezTo>
                  <a:cubicBezTo>
                    <a:pt x="417" y="712"/>
                    <a:pt x="428" y="691"/>
                    <a:pt x="428" y="685"/>
                  </a:cubicBezTo>
                  <a:cubicBezTo>
                    <a:pt x="428" y="679"/>
                    <a:pt x="424" y="605"/>
                    <a:pt x="421" y="602"/>
                  </a:cubicBezTo>
                  <a:cubicBezTo>
                    <a:pt x="419" y="599"/>
                    <a:pt x="535" y="548"/>
                    <a:pt x="548" y="531"/>
                  </a:cubicBezTo>
                  <a:cubicBezTo>
                    <a:pt x="548" y="531"/>
                    <a:pt x="557" y="545"/>
                    <a:pt x="562" y="569"/>
                  </a:cubicBezTo>
                  <a:cubicBezTo>
                    <a:pt x="566" y="594"/>
                    <a:pt x="613" y="668"/>
                    <a:pt x="623" y="693"/>
                  </a:cubicBezTo>
                  <a:cubicBezTo>
                    <a:pt x="633" y="717"/>
                    <a:pt x="648" y="727"/>
                    <a:pt x="650" y="741"/>
                  </a:cubicBezTo>
                  <a:cubicBezTo>
                    <a:pt x="652" y="755"/>
                    <a:pt x="660" y="773"/>
                    <a:pt x="660" y="773"/>
                  </a:cubicBezTo>
                  <a:cubicBezTo>
                    <a:pt x="660" y="773"/>
                    <a:pt x="657" y="797"/>
                    <a:pt x="641" y="799"/>
                  </a:cubicBezTo>
                  <a:cubicBezTo>
                    <a:pt x="641" y="799"/>
                    <a:pt x="631" y="805"/>
                    <a:pt x="643" y="809"/>
                  </a:cubicBezTo>
                  <a:cubicBezTo>
                    <a:pt x="654" y="813"/>
                    <a:pt x="665" y="814"/>
                    <a:pt x="668" y="808"/>
                  </a:cubicBezTo>
                  <a:cubicBezTo>
                    <a:pt x="671" y="803"/>
                    <a:pt x="685" y="773"/>
                    <a:pt x="695" y="786"/>
                  </a:cubicBezTo>
                  <a:cubicBezTo>
                    <a:pt x="704" y="799"/>
                    <a:pt x="707" y="808"/>
                    <a:pt x="701" y="818"/>
                  </a:cubicBezTo>
                  <a:cubicBezTo>
                    <a:pt x="695" y="828"/>
                    <a:pt x="693" y="846"/>
                    <a:pt x="701" y="851"/>
                  </a:cubicBezTo>
                  <a:cubicBezTo>
                    <a:pt x="709" y="856"/>
                    <a:pt x="712" y="848"/>
                    <a:pt x="712" y="848"/>
                  </a:cubicBezTo>
                  <a:cubicBezTo>
                    <a:pt x="712" y="848"/>
                    <a:pt x="712" y="835"/>
                    <a:pt x="716" y="829"/>
                  </a:cubicBezTo>
                  <a:cubicBezTo>
                    <a:pt x="720" y="824"/>
                    <a:pt x="725" y="807"/>
                    <a:pt x="725" y="807"/>
                  </a:cubicBezTo>
                  <a:cubicBezTo>
                    <a:pt x="725" y="807"/>
                    <a:pt x="732" y="792"/>
                    <a:pt x="736" y="796"/>
                  </a:cubicBezTo>
                  <a:cubicBezTo>
                    <a:pt x="740" y="799"/>
                    <a:pt x="755" y="812"/>
                    <a:pt x="759" y="824"/>
                  </a:cubicBezTo>
                  <a:cubicBezTo>
                    <a:pt x="763" y="835"/>
                    <a:pt x="779" y="844"/>
                    <a:pt x="784" y="844"/>
                  </a:cubicBezTo>
                  <a:cubicBezTo>
                    <a:pt x="790" y="844"/>
                    <a:pt x="796" y="840"/>
                    <a:pt x="785" y="829"/>
                  </a:cubicBezTo>
                  <a:cubicBezTo>
                    <a:pt x="775" y="817"/>
                    <a:pt x="777" y="815"/>
                    <a:pt x="777" y="815"/>
                  </a:cubicBezTo>
                  <a:cubicBezTo>
                    <a:pt x="777" y="815"/>
                    <a:pt x="809" y="835"/>
                    <a:pt x="812" y="816"/>
                  </a:cubicBezTo>
                  <a:cubicBezTo>
                    <a:pt x="812" y="816"/>
                    <a:pt x="815" y="813"/>
                    <a:pt x="798" y="808"/>
                  </a:cubicBezTo>
                  <a:close/>
                  <a:moveTo>
                    <a:pt x="446" y="489"/>
                  </a:moveTo>
                  <a:cubicBezTo>
                    <a:pt x="431" y="494"/>
                    <a:pt x="404" y="518"/>
                    <a:pt x="404" y="518"/>
                  </a:cubicBezTo>
                  <a:cubicBezTo>
                    <a:pt x="402" y="505"/>
                    <a:pt x="402" y="505"/>
                    <a:pt x="402" y="505"/>
                  </a:cubicBezTo>
                  <a:cubicBezTo>
                    <a:pt x="406" y="500"/>
                    <a:pt x="435" y="492"/>
                    <a:pt x="446" y="489"/>
                  </a:cubicBezTo>
                  <a:cubicBezTo>
                    <a:pt x="447" y="489"/>
                    <a:pt x="447" y="489"/>
                    <a:pt x="448" y="489"/>
                  </a:cubicBezTo>
                  <a:cubicBezTo>
                    <a:pt x="452" y="488"/>
                    <a:pt x="450" y="488"/>
                    <a:pt x="446" y="489"/>
                  </a:cubicBezTo>
                  <a:cubicBezTo>
                    <a:pt x="446" y="489"/>
                    <a:pt x="446" y="489"/>
                    <a:pt x="446" y="489"/>
                  </a:cubicBezTo>
                  <a:close/>
                  <a:moveTo>
                    <a:pt x="501" y="384"/>
                  </a:moveTo>
                  <a:cubicBezTo>
                    <a:pt x="501" y="382"/>
                    <a:pt x="501" y="382"/>
                    <a:pt x="501" y="382"/>
                  </a:cubicBezTo>
                  <a:cubicBezTo>
                    <a:pt x="510" y="381"/>
                    <a:pt x="519" y="365"/>
                    <a:pt x="519" y="365"/>
                  </a:cubicBezTo>
                  <a:cubicBezTo>
                    <a:pt x="516" y="370"/>
                    <a:pt x="525" y="390"/>
                    <a:pt x="525" y="390"/>
                  </a:cubicBezTo>
                  <a:cubicBezTo>
                    <a:pt x="516" y="386"/>
                    <a:pt x="501" y="384"/>
                    <a:pt x="501" y="384"/>
                  </a:cubicBezTo>
                  <a:close/>
                </a:path>
              </a:pathLst>
            </a:custGeom>
            <a:ln>
              <a:headEnd/>
              <a:tailEnd/>
            </a:ln>
          </p:spPr>
          <p:style>
            <a:lnRef idx="2">
              <a:schemeClr val="accent6">
                <a:shade val="50000"/>
              </a:schemeClr>
            </a:lnRef>
            <a:fillRef idx="1">
              <a:schemeClr val="accent6"/>
            </a:fillRef>
            <a:effectRef idx="0">
              <a:schemeClr val="accent6"/>
            </a:effectRef>
            <a:fontRef idx="minor">
              <a:schemeClr val="lt1"/>
            </a:fontRef>
          </p:style>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7" name="Freeform 7">
              <a:extLst>
                <a:ext uri="{FF2B5EF4-FFF2-40B4-BE49-F238E27FC236}">
                  <a16:creationId xmlns:a16="http://schemas.microsoft.com/office/drawing/2014/main" id="{6232FB2B-F6BF-7B95-1E64-0E2106779B69}"/>
                </a:ext>
              </a:extLst>
            </p:cNvPr>
            <p:cNvSpPr>
              <a:spLocks noEditPoints="1"/>
            </p:cNvSpPr>
            <p:nvPr/>
          </p:nvSpPr>
          <p:spPr bwMode="auto">
            <a:xfrm>
              <a:off x="2621849" y="1214002"/>
              <a:ext cx="776357" cy="534599"/>
            </a:xfrm>
            <a:custGeom>
              <a:avLst/>
              <a:gdLst/>
              <a:ahLst/>
              <a:cxnLst>
                <a:cxn ang="0">
                  <a:pos x="1021" y="46"/>
                </a:cxn>
                <a:cxn ang="0">
                  <a:pos x="878" y="52"/>
                </a:cxn>
                <a:cxn ang="0">
                  <a:pos x="678" y="21"/>
                </a:cxn>
                <a:cxn ang="0">
                  <a:pos x="438" y="47"/>
                </a:cxn>
                <a:cxn ang="0">
                  <a:pos x="324" y="174"/>
                </a:cxn>
                <a:cxn ang="0">
                  <a:pos x="324" y="443"/>
                </a:cxn>
                <a:cxn ang="0">
                  <a:pos x="65" y="566"/>
                </a:cxn>
                <a:cxn ang="0">
                  <a:pos x="12" y="603"/>
                </a:cxn>
                <a:cxn ang="0">
                  <a:pos x="72" y="680"/>
                </a:cxn>
                <a:cxn ang="0">
                  <a:pos x="193" y="678"/>
                </a:cxn>
                <a:cxn ang="0">
                  <a:pos x="136" y="622"/>
                </a:cxn>
                <a:cxn ang="0">
                  <a:pos x="133" y="604"/>
                </a:cxn>
                <a:cxn ang="0">
                  <a:pos x="339" y="523"/>
                </a:cxn>
                <a:cxn ang="0">
                  <a:pos x="452" y="405"/>
                </a:cxn>
                <a:cxn ang="0">
                  <a:pos x="491" y="336"/>
                </a:cxn>
                <a:cxn ang="0">
                  <a:pos x="622" y="349"/>
                </a:cxn>
                <a:cxn ang="0">
                  <a:pos x="467" y="582"/>
                </a:cxn>
                <a:cxn ang="0">
                  <a:pos x="422" y="648"/>
                </a:cxn>
                <a:cxn ang="0">
                  <a:pos x="529" y="713"/>
                </a:cxn>
                <a:cxn ang="0">
                  <a:pos x="637" y="669"/>
                </a:cxn>
                <a:cxn ang="0">
                  <a:pos x="544" y="609"/>
                </a:cxn>
                <a:cxn ang="0">
                  <a:pos x="617" y="505"/>
                </a:cxn>
                <a:cxn ang="0">
                  <a:pos x="734" y="350"/>
                </a:cxn>
                <a:cxn ang="0">
                  <a:pos x="738" y="387"/>
                </a:cxn>
                <a:cxn ang="0">
                  <a:pos x="764" y="586"/>
                </a:cxn>
                <a:cxn ang="0">
                  <a:pos x="795" y="710"/>
                </a:cxn>
                <a:cxn ang="0">
                  <a:pos x="784" y="737"/>
                </a:cxn>
                <a:cxn ang="0">
                  <a:pos x="832" y="711"/>
                </a:cxn>
                <a:cxn ang="0">
                  <a:pos x="860" y="770"/>
                </a:cxn>
                <a:cxn ang="0">
                  <a:pos x="862" y="733"/>
                </a:cxn>
                <a:cxn ang="0">
                  <a:pos x="927" y="755"/>
                </a:cxn>
                <a:cxn ang="0">
                  <a:pos x="941" y="740"/>
                </a:cxn>
                <a:cxn ang="0">
                  <a:pos x="907" y="706"/>
                </a:cxn>
                <a:cxn ang="0">
                  <a:pos x="831" y="663"/>
                </a:cxn>
                <a:cxn ang="0">
                  <a:pos x="858" y="587"/>
                </a:cxn>
                <a:cxn ang="0">
                  <a:pos x="906" y="586"/>
                </a:cxn>
                <a:cxn ang="0">
                  <a:pos x="917" y="582"/>
                </a:cxn>
                <a:cxn ang="0">
                  <a:pos x="878" y="567"/>
                </a:cxn>
                <a:cxn ang="0">
                  <a:pos x="820" y="445"/>
                </a:cxn>
                <a:cxn ang="0">
                  <a:pos x="824" y="296"/>
                </a:cxn>
                <a:cxn ang="0">
                  <a:pos x="890" y="185"/>
                </a:cxn>
                <a:cxn ang="0">
                  <a:pos x="924" y="210"/>
                </a:cxn>
                <a:cxn ang="0">
                  <a:pos x="965" y="209"/>
                </a:cxn>
                <a:cxn ang="0">
                  <a:pos x="973" y="200"/>
                </a:cxn>
                <a:cxn ang="0">
                  <a:pos x="976" y="199"/>
                </a:cxn>
                <a:cxn ang="0">
                  <a:pos x="987" y="189"/>
                </a:cxn>
                <a:cxn ang="0">
                  <a:pos x="1002" y="176"/>
                </a:cxn>
                <a:cxn ang="0">
                  <a:pos x="1008" y="154"/>
                </a:cxn>
                <a:cxn ang="0">
                  <a:pos x="1031" y="59"/>
                </a:cxn>
                <a:cxn ang="0">
                  <a:pos x="673" y="254"/>
                </a:cxn>
                <a:cxn ang="0">
                  <a:pos x="730" y="250"/>
                </a:cxn>
                <a:cxn ang="0">
                  <a:pos x="728" y="310"/>
                </a:cxn>
              </a:cxnLst>
              <a:rect l="0" t="0" r="r" b="b"/>
              <a:pathLst>
                <a:path w="1055" h="772">
                  <a:moveTo>
                    <a:pt x="1031" y="59"/>
                  </a:moveTo>
                  <a:cubicBezTo>
                    <a:pt x="1027" y="54"/>
                    <a:pt x="1024" y="50"/>
                    <a:pt x="1021" y="46"/>
                  </a:cubicBezTo>
                  <a:cubicBezTo>
                    <a:pt x="1014" y="34"/>
                    <a:pt x="1004" y="24"/>
                    <a:pt x="991" y="19"/>
                  </a:cubicBezTo>
                  <a:cubicBezTo>
                    <a:pt x="946" y="0"/>
                    <a:pt x="915" y="1"/>
                    <a:pt x="878" y="52"/>
                  </a:cubicBezTo>
                  <a:cubicBezTo>
                    <a:pt x="878" y="52"/>
                    <a:pt x="865" y="78"/>
                    <a:pt x="830" y="66"/>
                  </a:cubicBezTo>
                  <a:cubicBezTo>
                    <a:pt x="795" y="54"/>
                    <a:pt x="710" y="22"/>
                    <a:pt x="678" y="21"/>
                  </a:cubicBezTo>
                  <a:cubicBezTo>
                    <a:pt x="646" y="20"/>
                    <a:pt x="551" y="4"/>
                    <a:pt x="503" y="27"/>
                  </a:cubicBezTo>
                  <a:cubicBezTo>
                    <a:pt x="454" y="50"/>
                    <a:pt x="460" y="47"/>
                    <a:pt x="438" y="47"/>
                  </a:cubicBezTo>
                  <a:cubicBezTo>
                    <a:pt x="416" y="47"/>
                    <a:pt x="366" y="67"/>
                    <a:pt x="352" y="88"/>
                  </a:cubicBezTo>
                  <a:cubicBezTo>
                    <a:pt x="337" y="109"/>
                    <a:pt x="322" y="163"/>
                    <a:pt x="324" y="174"/>
                  </a:cubicBezTo>
                  <a:cubicBezTo>
                    <a:pt x="326" y="184"/>
                    <a:pt x="317" y="245"/>
                    <a:pt x="340" y="338"/>
                  </a:cubicBezTo>
                  <a:cubicBezTo>
                    <a:pt x="363" y="430"/>
                    <a:pt x="332" y="441"/>
                    <a:pt x="324" y="443"/>
                  </a:cubicBezTo>
                  <a:cubicBezTo>
                    <a:pt x="317" y="445"/>
                    <a:pt x="238" y="447"/>
                    <a:pt x="153" y="523"/>
                  </a:cubicBezTo>
                  <a:cubicBezTo>
                    <a:pt x="153" y="523"/>
                    <a:pt x="92" y="565"/>
                    <a:pt x="65" y="566"/>
                  </a:cubicBezTo>
                  <a:cubicBezTo>
                    <a:pt x="39" y="567"/>
                    <a:pt x="51" y="564"/>
                    <a:pt x="33" y="578"/>
                  </a:cubicBezTo>
                  <a:cubicBezTo>
                    <a:pt x="15" y="593"/>
                    <a:pt x="12" y="603"/>
                    <a:pt x="12" y="603"/>
                  </a:cubicBezTo>
                  <a:cubicBezTo>
                    <a:pt x="12" y="603"/>
                    <a:pt x="0" y="606"/>
                    <a:pt x="3" y="615"/>
                  </a:cubicBezTo>
                  <a:cubicBezTo>
                    <a:pt x="6" y="625"/>
                    <a:pt x="34" y="648"/>
                    <a:pt x="72" y="680"/>
                  </a:cubicBezTo>
                  <a:cubicBezTo>
                    <a:pt x="110" y="711"/>
                    <a:pt x="146" y="743"/>
                    <a:pt x="197" y="711"/>
                  </a:cubicBezTo>
                  <a:cubicBezTo>
                    <a:pt x="197" y="711"/>
                    <a:pt x="213" y="692"/>
                    <a:pt x="193" y="678"/>
                  </a:cubicBezTo>
                  <a:cubicBezTo>
                    <a:pt x="173" y="663"/>
                    <a:pt x="159" y="663"/>
                    <a:pt x="159" y="663"/>
                  </a:cubicBezTo>
                  <a:cubicBezTo>
                    <a:pt x="159" y="663"/>
                    <a:pt x="136" y="628"/>
                    <a:pt x="136" y="622"/>
                  </a:cubicBezTo>
                  <a:cubicBezTo>
                    <a:pt x="136" y="615"/>
                    <a:pt x="147" y="604"/>
                    <a:pt x="144" y="604"/>
                  </a:cubicBezTo>
                  <a:cubicBezTo>
                    <a:pt x="140" y="604"/>
                    <a:pt x="133" y="604"/>
                    <a:pt x="133" y="604"/>
                  </a:cubicBezTo>
                  <a:cubicBezTo>
                    <a:pt x="133" y="604"/>
                    <a:pt x="178" y="575"/>
                    <a:pt x="204" y="573"/>
                  </a:cubicBezTo>
                  <a:cubicBezTo>
                    <a:pt x="229" y="571"/>
                    <a:pt x="322" y="534"/>
                    <a:pt x="339" y="523"/>
                  </a:cubicBezTo>
                  <a:cubicBezTo>
                    <a:pt x="356" y="513"/>
                    <a:pt x="404" y="507"/>
                    <a:pt x="413" y="493"/>
                  </a:cubicBezTo>
                  <a:cubicBezTo>
                    <a:pt x="421" y="479"/>
                    <a:pt x="442" y="438"/>
                    <a:pt x="452" y="405"/>
                  </a:cubicBezTo>
                  <a:cubicBezTo>
                    <a:pt x="463" y="371"/>
                    <a:pt x="472" y="362"/>
                    <a:pt x="478" y="359"/>
                  </a:cubicBezTo>
                  <a:cubicBezTo>
                    <a:pt x="485" y="356"/>
                    <a:pt x="491" y="336"/>
                    <a:pt x="491" y="336"/>
                  </a:cubicBezTo>
                  <a:cubicBezTo>
                    <a:pt x="491" y="336"/>
                    <a:pt x="531" y="315"/>
                    <a:pt x="544" y="315"/>
                  </a:cubicBezTo>
                  <a:cubicBezTo>
                    <a:pt x="557" y="315"/>
                    <a:pt x="614" y="333"/>
                    <a:pt x="622" y="349"/>
                  </a:cubicBezTo>
                  <a:cubicBezTo>
                    <a:pt x="622" y="349"/>
                    <a:pt x="562" y="401"/>
                    <a:pt x="553" y="438"/>
                  </a:cubicBezTo>
                  <a:cubicBezTo>
                    <a:pt x="545" y="475"/>
                    <a:pt x="492" y="566"/>
                    <a:pt x="467" y="582"/>
                  </a:cubicBezTo>
                  <a:cubicBezTo>
                    <a:pt x="441" y="597"/>
                    <a:pt x="458" y="566"/>
                    <a:pt x="432" y="610"/>
                  </a:cubicBezTo>
                  <a:cubicBezTo>
                    <a:pt x="432" y="610"/>
                    <a:pt x="418" y="635"/>
                    <a:pt x="422" y="648"/>
                  </a:cubicBezTo>
                  <a:cubicBezTo>
                    <a:pt x="422" y="648"/>
                    <a:pt x="404" y="661"/>
                    <a:pt x="424" y="673"/>
                  </a:cubicBezTo>
                  <a:cubicBezTo>
                    <a:pt x="443" y="686"/>
                    <a:pt x="514" y="706"/>
                    <a:pt x="529" y="713"/>
                  </a:cubicBezTo>
                  <a:cubicBezTo>
                    <a:pt x="544" y="719"/>
                    <a:pt x="625" y="716"/>
                    <a:pt x="635" y="702"/>
                  </a:cubicBezTo>
                  <a:cubicBezTo>
                    <a:pt x="644" y="688"/>
                    <a:pt x="652" y="676"/>
                    <a:pt x="637" y="669"/>
                  </a:cubicBezTo>
                  <a:cubicBezTo>
                    <a:pt x="622" y="663"/>
                    <a:pt x="594" y="660"/>
                    <a:pt x="594" y="660"/>
                  </a:cubicBezTo>
                  <a:cubicBezTo>
                    <a:pt x="594" y="660"/>
                    <a:pt x="544" y="619"/>
                    <a:pt x="544" y="609"/>
                  </a:cubicBezTo>
                  <a:cubicBezTo>
                    <a:pt x="544" y="599"/>
                    <a:pt x="551" y="590"/>
                    <a:pt x="544" y="590"/>
                  </a:cubicBezTo>
                  <a:cubicBezTo>
                    <a:pt x="544" y="590"/>
                    <a:pt x="583" y="527"/>
                    <a:pt x="617" y="505"/>
                  </a:cubicBezTo>
                  <a:cubicBezTo>
                    <a:pt x="651" y="484"/>
                    <a:pt x="708" y="403"/>
                    <a:pt x="708" y="391"/>
                  </a:cubicBezTo>
                  <a:cubicBezTo>
                    <a:pt x="708" y="380"/>
                    <a:pt x="734" y="350"/>
                    <a:pt x="734" y="350"/>
                  </a:cubicBezTo>
                  <a:cubicBezTo>
                    <a:pt x="737" y="347"/>
                    <a:pt x="737" y="347"/>
                    <a:pt x="737" y="347"/>
                  </a:cubicBezTo>
                  <a:cubicBezTo>
                    <a:pt x="738" y="364"/>
                    <a:pt x="739" y="379"/>
                    <a:pt x="738" y="387"/>
                  </a:cubicBezTo>
                  <a:cubicBezTo>
                    <a:pt x="737" y="415"/>
                    <a:pt x="727" y="433"/>
                    <a:pt x="735" y="451"/>
                  </a:cubicBezTo>
                  <a:cubicBezTo>
                    <a:pt x="744" y="469"/>
                    <a:pt x="738" y="507"/>
                    <a:pt x="764" y="586"/>
                  </a:cubicBezTo>
                  <a:cubicBezTo>
                    <a:pt x="789" y="665"/>
                    <a:pt x="786" y="678"/>
                    <a:pt x="788" y="690"/>
                  </a:cubicBezTo>
                  <a:cubicBezTo>
                    <a:pt x="790" y="703"/>
                    <a:pt x="795" y="710"/>
                    <a:pt x="795" y="710"/>
                  </a:cubicBezTo>
                  <a:cubicBezTo>
                    <a:pt x="795" y="710"/>
                    <a:pt x="790" y="728"/>
                    <a:pt x="781" y="728"/>
                  </a:cubicBezTo>
                  <a:cubicBezTo>
                    <a:pt x="771" y="728"/>
                    <a:pt x="777" y="735"/>
                    <a:pt x="784" y="737"/>
                  </a:cubicBezTo>
                  <a:cubicBezTo>
                    <a:pt x="808" y="742"/>
                    <a:pt x="809" y="720"/>
                    <a:pt x="812" y="719"/>
                  </a:cubicBezTo>
                  <a:cubicBezTo>
                    <a:pt x="815" y="718"/>
                    <a:pt x="827" y="711"/>
                    <a:pt x="832" y="711"/>
                  </a:cubicBezTo>
                  <a:cubicBezTo>
                    <a:pt x="838" y="711"/>
                    <a:pt x="850" y="721"/>
                    <a:pt x="848" y="743"/>
                  </a:cubicBezTo>
                  <a:cubicBezTo>
                    <a:pt x="846" y="765"/>
                    <a:pt x="854" y="772"/>
                    <a:pt x="860" y="770"/>
                  </a:cubicBezTo>
                  <a:cubicBezTo>
                    <a:pt x="864" y="769"/>
                    <a:pt x="860" y="757"/>
                    <a:pt x="861" y="754"/>
                  </a:cubicBezTo>
                  <a:cubicBezTo>
                    <a:pt x="862" y="751"/>
                    <a:pt x="862" y="733"/>
                    <a:pt x="862" y="733"/>
                  </a:cubicBezTo>
                  <a:cubicBezTo>
                    <a:pt x="862" y="733"/>
                    <a:pt x="868" y="716"/>
                    <a:pt x="881" y="722"/>
                  </a:cubicBezTo>
                  <a:cubicBezTo>
                    <a:pt x="894" y="728"/>
                    <a:pt x="919" y="758"/>
                    <a:pt x="927" y="755"/>
                  </a:cubicBezTo>
                  <a:cubicBezTo>
                    <a:pt x="936" y="752"/>
                    <a:pt x="934" y="747"/>
                    <a:pt x="934" y="747"/>
                  </a:cubicBezTo>
                  <a:cubicBezTo>
                    <a:pt x="934" y="747"/>
                    <a:pt x="940" y="746"/>
                    <a:pt x="941" y="740"/>
                  </a:cubicBezTo>
                  <a:cubicBezTo>
                    <a:pt x="942" y="734"/>
                    <a:pt x="939" y="733"/>
                    <a:pt x="928" y="726"/>
                  </a:cubicBezTo>
                  <a:cubicBezTo>
                    <a:pt x="916" y="719"/>
                    <a:pt x="919" y="713"/>
                    <a:pt x="907" y="706"/>
                  </a:cubicBezTo>
                  <a:cubicBezTo>
                    <a:pt x="895" y="700"/>
                    <a:pt x="879" y="695"/>
                    <a:pt x="862" y="679"/>
                  </a:cubicBezTo>
                  <a:cubicBezTo>
                    <a:pt x="845" y="662"/>
                    <a:pt x="831" y="671"/>
                    <a:pt x="831" y="663"/>
                  </a:cubicBezTo>
                  <a:cubicBezTo>
                    <a:pt x="831" y="654"/>
                    <a:pt x="815" y="596"/>
                    <a:pt x="820" y="592"/>
                  </a:cubicBezTo>
                  <a:cubicBezTo>
                    <a:pt x="841" y="574"/>
                    <a:pt x="848" y="586"/>
                    <a:pt x="858" y="587"/>
                  </a:cubicBezTo>
                  <a:cubicBezTo>
                    <a:pt x="867" y="588"/>
                    <a:pt x="904" y="599"/>
                    <a:pt x="907" y="595"/>
                  </a:cubicBezTo>
                  <a:cubicBezTo>
                    <a:pt x="910" y="591"/>
                    <a:pt x="911" y="586"/>
                    <a:pt x="906" y="586"/>
                  </a:cubicBezTo>
                  <a:cubicBezTo>
                    <a:pt x="906" y="586"/>
                    <a:pt x="906" y="586"/>
                    <a:pt x="906" y="586"/>
                  </a:cubicBezTo>
                  <a:cubicBezTo>
                    <a:pt x="911" y="586"/>
                    <a:pt x="917" y="585"/>
                    <a:pt x="917" y="582"/>
                  </a:cubicBezTo>
                  <a:cubicBezTo>
                    <a:pt x="916" y="576"/>
                    <a:pt x="906" y="575"/>
                    <a:pt x="906" y="575"/>
                  </a:cubicBezTo>
                  <a:cubicBezTo>
                    <a:pt x="906" y="575"/>
                    <a:pt x="886" y="574"/>
                    <a:pt x="878" y="567"/>
                  </a:cubicBezTo>
                  <a:cubicBezTo>
                    <a:pt x="869" y="559"/>
                    <a:pt x="820" y="538"/>
                    <a:pt x="823" y="514"/>
                  </a:cubicBezTo>
                  <a:cubicBezTo>
                    <a:pt x="826" y="490"/>
                    <a:pt x="823" y="453"/>
                    <a:pt x="820" y="445"/>
                  </a:cubicBezTo>
                  <a:cubicBezTo>
                    <a:pt x="816" y="438"/>
                    <a:pt x="809" y="403"/>
                    <a:pt x="814" y="368"/>
                  </a:cubicBezTo>
                  <a:cubicBezTo>
                    <a:pt x="820" y="333"/>
                    <a:pt x="824" y="296"/>
                    <a:pt x="824" y="296"/>
                  </a:cubicBezTo>
                  <a:cubicBezTo>
                    <a:pt x="824" y="296"/>
                    <a:pt x="864" y="203"/>
                    <a:pt x="861" y="188"/>
                  </a:cubicBezTo>
                  <a:cubicBezTo>
                    <a:pt x="861" y="188"/>
                    <a:pt x="886" y="188"/>
                    <a:pt x="890" y="185"/>
                  </a:cubicBezTo>
                  <a:cubicBezTo>
                    <a:pt x="893" y="184"/>
                    <a:pt x="906" y="196"/>
                    <a:pt x="920" y="205"/>
                  </a:cubicBezTo>
                  <a:cubicBezTo>
                    <a:pt x="921" y="208"/>
                    <a:pt x="923" y="209"/>
                    <a:pt x="924" y="210"/>
                  </a:cubicBezTo>
                  <a:cubicBezTo>
                    <a:pt x="930" y="214"/>
                    <a:pt x="942" y="225"/>
                    <a:pt x="953" y="219"/>
                  </a:cubicBezTo>
                  <a:cubicBezTo>
                    <a:pt x="958" y="216"/>
                    <a:pt x="962" y="212"/>
                    <a:pt x="965" y="209"/>
                  </a:cubicBezTo>
                  <a:cubicBezTo>
                    <a:pt x="968" y="208"/>
                    <a:pt x="972" y="208"/>
                    <a:pt x="973" y="206"/>
                  </a:cubicBezTo>
                  <a:cubicBezTo>
                    <a:pt x="974" y="204"/>
                    <a:pt x="974" y="201"/>
                    <a:pt x="973" y="200"/>
                  </a:cubicBezTo>
                  <a:cubicBezTo>
                    <a:pt x="974" y="199"/>
                    <a:pt x="975" y="199"/>
                    <a:pt x="976" y="199"/>
                  </a:cubicBezTo>
                  <a:cubicBezTo>
                    <a:pt x="976" y="199"/>
                    <a:pt x="976" y="199"/>
                    <a:pt x="976" y="199"/>
                  </a:cubicBezTo>
                  <a:cubicBezTo>
                    <a:pt x="978" y="199"/>
                    <a:pt x="981" y="199"/>
                    <a:pt x="982" y="198"/>
                  </a:cubicBezTo>
                  <a:cubicBezTo>
                    <a:pt x="983" y="196"/>
                    <a:pt x="987" y="189"/>
                    <a:pt x="987" y="189"/>
                  </a:cubicBezTo>
                  <a:cubicBezTo>
                    <a:pt x="987" y="189"/>
                    <a:pt x="1001" y="191"/>
                    <a:pt x="1002" y="181"/>
                  </a:cubicBezTo>
                  <a:cubicBezTo>
                    <a:pt x="1002" y="180"/>
                    <a:pt x="1002" y="178"/>
                    <a:pt x="1002" y="176"/>
                  </a:cubicBezTo>
                  <a:cubicBezTo>
                    <a:pt x="1003" y="171"/>
                    <a:pt x="1003" y="164"/>
                    <a:pt x="1004" y="158"/>
                  </a:cubicBezTo>
                  <a:cubicBezTo>
                    <a:pt x="1005" y="156"/>
                    <a:pt x="1006" y="155"/>
                    <a:pt x="1008" y="154"/>
                  </a:cubicBezTo>
                  <a:cubicBezTo>
                    <a:pt x="1017" y="149"/>
                    <a:pt x="1034" y="141"/>
                    <a:pt x="1038" y="123"/>
                  </a:cubicBezTo>
                  <a:cubicBezTo>
                    <a:pt x="1042" y="104"/>
                    <a:pt x="1055" y="92"/>
                    <a:pt x="1031" y="59"/>
                  </a:cubicBezTo>
                  <a:close/>
                  <a:moveTo>
                    <a:pt x="728" y="310"/>
                  </a:moveTo>
                  <a:cubicBezTo>
                    <a:pt x="704" y="273"/>
                    <a:pt x="677" y="256"/>
                    <a:pt x="673" y="254"/>
                  </a:cubicBezTo>
                  <a:cubicBezTo>
                    <a:pt x="669" y="252"/>
                    <a:pt x="677" y="250"/>
                    <a:pt x="684" y="250"/>
                  </a:cubicBezTo>
                  <a:cubicBezTo>
                    <a:pt x="692" y="250"/>
                    <a:pt x="730" y="250"/>
                    <a:pt x="730" y="250"/>
                  </a:cubicBezTo>
                  <a:cubicBezTo>
                    <a:pt x="730" y="250"/>
                    <a:pt x="733" y="283"/>
                    <a:pt x="735" y="317"/>
                  </a:cubicBezTo>
                  <a:cubicBezTo>
                    <a:pt x="732" y="315"/>
                    <a:pt x="729" y="313"/>
                    <a:pt x="728" y="310"/>
                  </a:cubicBezTo>
                  <a:close/>
                </a:path>
              </a:pathLst>
            </a:custGeom>
            <a:solidFill>
              <a:srgbClr val="5B9BD5"/>
            </a:solidFill>
            <a:ln w="9525">
              <a:noFill/>
              <a:round/>
              <a:headEnd/>
              <a:tailEnd/>
            </a:ln>
          </p:spPr>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8" name="Freeform 8">
              <a:extLst>
                <a:ext uri="{FF2B5EF4-FFF2-40B4-BE49-F238E27FC236}">
                  <a16:creationId xmlns:a16="http://schemas.microsoft.com/office/drawing/2014/main" id="{3B499604-431C-50D2-3004-F8EC35D0BDC2}"/>
                </a:ext>
              </a:extLst>
            </p:cNvPr>
            <p:cNvSpPr>
              <a:spLocks/>
            </p:cNvSpPr>
            <p:nvPr/>
          </p:nvSpPr>
          <p:spPr bwMode="auto">
            <a:xfrm>
              <a:off x="3456703" y="1014333"/>
              <a:ext cx="807905" cy="734267"/>
            </a:xfrm>
            <a:custGeom>
              <a:avLst/>
              <a:gdLst/>
              <a:ahLst/>
              <a:cxnLst>
                <a:cxn ang="0">
                  <a:pos x="1082" y="117"/>
                </a:cxn>
                <a:cxn ang="0">
                  <a:pos x="1044" y="21"/>
                </a:cxn>
                <a:cxn ang="0">
                  <a:pos x="952" y="36"/>
                </a:cxn>
                <a:cxn ang="0">
                  <a:pos x="897" y="139"/>
                </a:cxn>
                <a:cxn ang="0">
                  <a:pos x="666" y="217"/>
                </a:cxn>
                <a:cxn ang="0">
                  <a:pos x="515" y="336"/>
                </a:cxn>
                <a:cxn ang="0">
                  <a:pos x="399" y="598"/>
                </a:cxn>
                <a:cxn ang="0">
                  <a:pos x="119" y="787"/>
                </a:cxn>
                <a:cxn ang="0">
                  <a:pos x="26" y="840"/>
                </a:cxn>
                <a:cxn ang="0">
                  <a:pos x="32" y="922"/>
                </a:cxn>
                <a:cxn ang="0">
                  <a:pos x="133" y="1009"/>
                </a:cxn>
                <a:cxn ang="0">
                  <a:pos x="125" y="902"/>
                </a:cxn>
                <a:cxn ang="0">
                  <a:pos x="125" y="869"/>
                </a:cxn>
                <a:cxn ang="0">
                  <a:pos x="382" y="729"/>
                </a:cxn>
                <a:cxn ang="0">
                  <a:pos x="539" y="612"/>
                </a:cxn>
                <a:cxn ang="0">
                  <a:pos x="569" y="664"/>
                </a:cxn>
                <a:cxn ang="0">
                  <a:pos x="589" y="718"/>
                </a:cxn>
                <a:cxn ang="0">
                  <a:pos x="496" y="895"/>
                </a:cxn>
                <a:cxn ang="0">
                  <a:pos x="434" y="957"/>
                </a:cxn>
                <a:cxn ang="0">
                  <a:pos x="442" y="1024"/>
                </a:cxn>
                <a:cxn ang="0">
                  <a:pos x="652" y="1037"/>
                </a:cxn>
                <a:cxn ang="0">
                  <a:pos x="606" y="984"/>
                </a:cxn>
                <a:cxn ang="0">
                  <a:pos x="565" y="931"/>
                </a:cxn>
                <a:cxn ang="0">
                  <a:pos x="620" y="832"/>
                </a:cxn>
                <a:cxn ang="0">
                  <a:pos x="705" y="704"/>
                </a:cxn>
                <a:cxn ang="0">
                  <a:pos x="716" y="566"/>
                </a:cxn>
                <a:cxn ang="0">
                  <a:pos x="720" y="451"/>
                </a:cxn>
                <a:cxn ang="0">
                  <a:pos x="910" y="440"/>
                </a:cxn>
                <a:cxn ang="0">
                  <a:pos x="1008" y="421"/>
                </a:cxn>
                <a:cxn ang="0">
                  <a:pos x="920" y="403"/>
                </a:cxn>
                <a:cxn ang="0">
                  <a:pos x="910" y="319"/>
                </a:cxn>
                <a:cxn ang="0">
                  <a:pos x="1004" y="210"/>
                </a:cxn>
                <a:cxn ang="0">
                  <a:pos x="1045" y="215"/>
                </a:cxn>
                <a:cxn ang="0">
                  <a:pos x="1077" y="191"/>
                </a:cxn>
                <a:cxn ang="0">
                  <a:pos x="1079" y="176"/>
                </a:cxn>
                <a:cxn ang="0">
                  <a:pos x="1086" y="158"/>
                </a:cxn>
              </a:cxnLst>
              <a:rect l="0" t="0" r="r" b="b"/>
              <a:pathLst>
                <a:path w="1098" h="1062">
                  <a:moveTo>
                    <a:pt x="1094" y="143"/>
                  </a:moveTo>
                  <a:cubicBezTo>
                    <a:pt x="1089" y="134"/>
                    <a:pt x="1077" y="127"/>
                    <a:pt x="1082" y="117"/>
                  </a:cubicBezTo>
                  <a:cubicBezTo>
                    <a:pt x="1087" y="107"/>
                    <a:pt x="1096" y="89"/>
                    <a:pt x="1089" y="71"/>
                  </a:cubicBezTo>
                  <a:cubicBezTo>
                    <a:pt x="1081" y="53"/>
                    <a:pt x="1085" y="35"/>
                    <a:pt x="1044" y="21"/>
                  </a:cubicBezTo>
                  <a:cubicBezTo>
                    <a:pt x="1044" y="21"/>
                    <a:pt x="1035" y="20"/>
                    <a:pt x="1029" y="18"/>
                  </a:cubicBezTo>
                  <a:cubicBezTo>
                    <a:pt x="976" y="0"/>
                    <a:pt x="952" y="36"/>
                    <a:pt x="952" y="36"/>
                  </a:cubicBezTo>
                  <a:cubicBezTo>
                    <a:pt x="952" y="36"/>
                    <a:pt x="915" y="78"/>
                    <a:pt x="920" y="107"/>
                  </a:cubicBezTo>
                  <a:cubicBezTo>
                    <a:pt x="926" y="135"/>
                    <a:pt x="912" y="140"/>
                    <a:pt x="897" y="139"/>
                  </a:cubicBezTo>
                  <a:cubicBezTo>
                    <a:pt x="883" y="139"/>
                    <a:pt x="826" y="144"/>
                    <a:pt x="748" y="186"/>
                  </a:cubicBezTo>
                  <a:cubicBezTo>
                    <a:pt x="713" y="205"/>
                    <a:pt x="683" y="196"/>
                    <a:pt x="666" y="217"/>
                  </a:cubicBezTo>
                  <a:cubicBezTo>
                    <a:pt x="658" y="227"/>
                    <a:pt x="613" y="259"/>
                    <a:pt x="591" y="271"/>
                  </a:cubicBezTo>
                  <a:cubicBezTo>
                    <a:pt x="569" y="282"/>
                    <a:pt x="530" y="315"/>
                    <a:pt x="515" y="336"/>
                  </a:cubicBezTo>
                  <a:cubicBezTo>
                    <a:pt x="515" y="336"/>
                    <a:pt x="428" y="392"/>
                    <a:pt x="433" y="456"/>
                  </a:cubicBezTo>
                  <a:cubicBezTo>
                    <a:pt x="439" y="519"/>
                    <a:pt x="393" y="557"/>
                    <a:pt x="399" y="598"/>
                  </a:cubicBezTo>
                  <a:cubicBezTo>
                    <a:pt x="399" y="598"/>
                    <a:pt x="319" y="647"/>
                    <a:pt x="282" y="656"/>
                  </a:cubicBezTo>
                  <a:cubicBezTo>
                    <a:pt x="245" y="666"/>
                    <a:pt x="140" y="757"/>
                    <a:pt x="119" y="787"/>
                  </a:cubicBezTo>
                  <a:cubicBezTo>
                    <a:pt x="98" y="817"/>
                    <a:pt x="77" y="823"/>
                    <a:pt x="77" y="823"/>
                  </a:cubicBezTo>
                  <a:cubicBezTo>
                    <a:pt x="77" y="823"/>
                    <a:pt x="53" y="815"/>
                    <a:pt x="26" y="840"/>
                  </a:cubicBezTo>
                  <a:cubicBezTo>
                    <a:pt x="0" y="864"/>
                    <a:pt x="6" y="850"/>
                    <a:pt x="8" y="869"/>
                  </a:cubicBezTo>
                  <a:cubicBezTo>
                    <a:pt x="10" y="887"/>
                    <a:pt x="24" y="902"/>
                    <a:pt x="32" y="922"/>
                  </a:cubicBezTo>
                  <a:cubicBezTo>
                    <a:pt x="41" y="943"/>
                    <a:pt x="68" y="1000"/>
                    <a:pt x="80" y="1005"/>
                  </a:cubicBezTo>
                  <a:cubicBezTo>
                    <a:pt x="92" y="1009"/>
                    <a:pt x="127" y="1022"/>
                    <a:pt x="133" y="1009"/>
                  </a:cubicBezTo>
                  <a:cubicBezTo>
                    <a:pt x="139" y="995"/>
                    <a:pt x="135" y="980"/>
                    <a:pt x="123" y="952"/>
                  </a:cubicBezTo>
                  <a:cubicBezTo>
                    <a:pt x="111" y="923"/>
                    <a:pt x="125" y="902"/>
                    <a:pt x="125" y="902"/>
                  </a:cubicBezTo>
                  <a:cubicBezTo>
                    <a:pt x="125" y="902"/>
                    <a:pt x="143" y="884"/>
                    <a:pt x="139" y="877"/>
                  </a:cubicBezTo>
                  <a:cubicBezTo>
                    <a:pt x="136" y="870"/>
                    <a:pt x="125" y="869"/>
                    <a:pt x="125" y="869"/>
                  </a:cubicBezTo>
                  <a:cubicBezTo>
                    <a:pt x="125" y="869"/>
                    <a:pt x="177" y="818"/>
                    <a:pt x="206" y="807"/>
                  </a:cubicBezTo>
                  <a:cubicBezTo>
                    <a:pt x="234" y="796"/>
                    <a:pt x="377" y="732"/>
                    <a:pt x="382" y="729"/>
                  </a:cubicBezTo>
                  <a:cubicBezTo>
                    <a:pt x="386" y="725"/>
                    <a:pt x="455" y="703"/>
                    <a:pt x="470" y="692"/>
                  </a:cubicBezTo>
                  <a:cubicBezTo>
                    <a:pt x="485" y="680"/>
                    <a:pt x="533" y="613"/>
                    <a:pt x="539" y="612"/>
                  </a:cubicBezTo>
                  <a:cubicBezTo>
                    <a:pt x="546" y="611"/>
                    <a:pt x="568" y="625"/>
                    <a:pt x="589" y="610"/>
                  </a:cubicBezTo>
                  <a:cubicBezTo>
                    <a:pt x="609" y="595"/>
                    <a:pt x="562" y="655"/>
                    <a:pt x="569" y="664"/>
                  </a:cubicBezTo>
                  <a:cubicBezTo>
                    <a:pt x="575" y="674"/>
                    <a:pt x="557" y="688"/>
                    <a:pt x="566" y="705"/>
                  </a:cubicBezTo>
                  <a:cubicBezTo>
                    <a:pt x="575" y="721"/>
                    <a:pt x="589" y="718"/>
                    <a:pt x="589" y="718"/>
                  </a:cubicBezTo>
                  <a:cubicBezTo>
                    <a:pt x="589" y="718"/>
                    <a:pt x="543" y="775"/>
                    <a:pt x="537" y="815"/>
                  </a:cubicBezTo>
                  <a:cubicBezTo>
                    <a:pt x="531" y="855"/>
                    <a:pt x="513" y="873"/>
                    <a:pt x="496" y="895"/>
                  </a:cubicBezTo>
                  <a:cubicBezTo>
                    <a:pt x="479" y="917"/>
                    <a:pt x="462" y="928"/>
                    <a:pt x="462" y="928"/>
                  </a:cubicBezTo>
                  <a:cubicBezTo>
                    <a:pt x="462" y="928"/>
                    <a:pt x="446" y="922"/>
                    <a:pt x="434" y="957"/>
                  </a:cubicBezTo>
                  <a:cubicBezTo>
                    <a:pt x="422" y="991"/>
                    <a:pt x="435" y="994"/>
                    <a:pt x="428" y="1007"/>
                  </a:cubicBezTo>
                  <a:cubicBezTo>
                    <a:pt x="420" y="1021"/>
                    <a:pt x="442" y="1024"/>
                    <a:pt x="442" y="1024"/>
                  </a:cubicBezTo>
                  <a:cubicBezTo>
                    <a:pt x="442" y="1024"/>
                    <a:pt x="519" y="1040"/>
                    <a:pt x="540" y="1051"/>
                  </a:cubicBezTo>
                  <a:cubicBezTo>
                    <a:pt x="561" y="1062"/>
                    <a:pt x="641" y="1047"/>
                    <a:pt x="652" y="1037"/>
                  </a:cubicBezTo>
                  <a:cubicBezTo>
                    <a:pt x="663" y="1027"/>
                    <a:pt x="676" y="1007"/>
                    <a:pt x="647" y="1001"/>
                  </a:cubicBezTo>
                  <a:cubicBezTo>
                    <a:pt x="618" y="994"/>
                    <a:pt x="606" y="984"/>
                    <a:pt x="606" y="984"/>
                  </a:cubicBezTo>
                  <a:cubicBezTo>
                    <a:pt x="568" y="945"/>
                    <a:pt x="568" y="945"/>
                    <a:pt x="568" y="945"/>
                  </a:cubicBezTo>
                  <a:cubicBezTo>
                    <a:pt x="568" y="945"/>
                    <a:pt x="576" y="929"/>
                    <a:pt x="565" y="931"/>
                  </a:cubicBezTo>
                  <a:cubicBezTo>
                    <a:pt x="554" y="933"/>
                    <a:pt x="554" y="933"/>
                    <a:pt x="554" y="933"/>
                  </a:cubicBezTo>
                  <a:cubicBezTo>
                    <a:pt x="554" y="933"/>
                    <a:pt x="591" y="873"/>
                    <a:pt x="620" y="832"/>
                  </a:cubicBezTo>
                  <a:cubicBezTo>
                    <a:pt x="648" y="792"/>
                    <a:pt x="677" y="742"/>
                    <a:pt x="677" y="742"/>
                  </a:cubicBezTo>
                  <a:cubicBezTo>
                    <a:pt x="677" y="742"/>
                    <a:pt x="697" y="720"/>
                    <a:pt x="705" y="704"/>
                  </a:cubicBezTo>
                  <a:cubicBezTo>
                    <a:pt x="712" y="688"/>
                    <a:pt x="741" y="645"/>
                    <a:pt x="735" y="634"/>
                  </a:cubicBezTo>
                  <a:cubicBezTo>
                    <a:pt x="729" y="623"/>
                    <a:pt x="716" y="580"/>
                    <a:pt x="716" y="566"/>
                  </a:cubicBezTo>
                  <a:cubicBezTo>
                    <a:pt x="717" y="551"/>
                    <a:pt x="695" y="507"/>
                    <a:pt x="695" y="507"/>
                  </a:cubicBezTo>
                  <a:cubicBezTo>
                    <a:pt x="695" y="507"/>
                    <a:pt x="703" y="459"/>
                    <a:pt x="720" y="451"/>
                  </a:cubicBezTo>
                  <a:cubicBezTo>
                    <a:pt x="736" y="444"/>
                    <a:pt x="791" y="404"/>
                    <a:pt x="791" y="404"/>
                  </a:cubicBezTo>
                  <a:cubicBezTo>
                    <a:pt x="791" y="404"/>
                    <a:pt x="885" y="447"/>
                    <a:pt x="910" y="440"/>
                  </a:cubicBezTo>
                  <a:cubicBezTo>
                    <a:pt x="936" y="433"/>
                    <a:pt x="971" y="471"/>
                    <a:pt x="985" y="465"/>
                  </a:cubicBezTo>
                  <a:cubicBezTo>
                    <a:pt x="999" y="459"/>
                    <a:pt x="1025" y="442"/>
                    <a:pt x="1008" y="421"/>
                  </a:cubicBezTo>
                  <a:cubicBezTo>
                    <a:pt x="992" y="401"/>
                    <a:pt x="992" y="399"/>
                    <a:pt x="965" y="403"/>
                  </a:cubicBezTo>
                  <a:cubicBezTo>
                    <a:pt x="937" y="408"/>
                    <a:pt x="920" y="403"/>
                    <a:pt x="920" y="403"/>
                  </a:cubicBezTo>
                  <a:cubicBezTo>
                    <a:pt x="853" y="366"/>
                    <a:pt x="853" y="366"/>
                    <a:pt x="853" y="366"/>
                  </a:cubicBezTo>
                  <a:cubicBezTo>
                    <a:pt x="853" y="366"/>
                    <a:pt x="892" y="337"/>
                    <a:pt x="910" y="319"/>
                  </a:cubicBezTo>
                  <a:cubicBezTo>
                    <a:pt x="928" y="301"/>
                    <a:pt x="960" y="251"/>
                    <a:pt x="961" y="242"/>
                  </a:cubicBezTo>
                  <a:cubicBezTo>
                    <a:pt x="961" y="232"/>
                    <a:pt x="994" y="213"/>
                    <a:pt x="1004" y="210"/>
                  </a:cubicBezTo>
                  <a:cubicBezTo>
                    <a:pt x="1011" y="207"/>
                    <a:pt x="1026" y="216"/>
                    <a:pt x="1045" y="215"/>
                  </a:cubicBezTo>
                  <a:cubicBezTo>
                    <a:pt x="1045" y="215"/>
                    <a:pt x="1045" y="215"/>
                    <a:pt x="1045" y="215"/>
                  </a:cubicBezTo>
                  <a:cubicBezTo>
                    <a:pt x="1053" y="215"/>
                    <a:pt x="1078" y="218"/>
                    <a:pt x="1075" y="194"/>
                  </a:cubicBezTo>
                  <a:cubicBezTo>
                    <a:pt x="1076" y="193"/>
                    <a:pt x="1076" y="192"/>
                    <a:pt x="1077" y="191"/>
                  </a:cubicBezTo>
                  <a:cubicBezTo>
                    <a:pt x="1079" y="189"/>
                    <a:pt x="1084" y="184"/>
                    <a:pt x="1084" y="182"/>
                  </a:cubicBezTo>
                  <a:cubicBezTo>
                    <a:pt x="1084" y="178"/>
                    <a:pt x="1079" y="176"/>
                    <a:pt x="1079" y="176"/>
                  </a:cubicBezTo>
                  <a:cubicBezTo>
                    <a:pt x="1079" y="176"/>
                    <a:pt x="1086" y="172"/>
                    <a:pt x="1086" y="170"/>
                  </a:cubicBezTo>
                  <a:cubicBezTo>
                    <a:pt x="1086" y="167"/>
                    <a:pt x="1086" y="158"/>
                    <a:pt x="1086" y="158"/>
                  </a:cubicBezTo>
                  <a:cubicBezTo>
                    <a:pt x="1086" y="158"/>
                    <a:pt x="1098" y="153"/>
                    <a:pt x="1094" y="143"/>
                  </a:cubicBezTo>
                  <a:close/>
                </a:path>
              </a:pathLst>
            </a:custGeom>
            <a:solidFill>
              <a:srgbClr val="5B9BD5"/>
            </a:solidFill>
            <a:ln w="9525">
              <a:noFill/>
              <a:round/>
              <a:headEnd/>
              <a:tailEnd/>
            </a:ln>
          </p:spPr>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9" name="Freeform 9">
              <a:extLst>
                <a:ext uri="{FF2B5EF4-FFF2-40B4-BE49-F238E27FC236}">
                  <a16:creationId xmlns:a16="http://schemas.microsoft.com/office/drawing/2014/main" id="{61C2508D-D88C-C565-9823-7D48B7E723BB}"/>
                </a:ext>
              </a:extLst>
            </p:cNvPr>
            <p:cNvSpPr>
              <a:spLocks noEditPoints="1"/>
            </p:cNvSpPr>
            <p:nvPr/>
          </p:nvSpPr>
          <p:spPr bwMode="auto">
            <a:xfrm>
              <a:off x="4317072" y="783749"/>
              <a:ext cx="724230" cy="964851"/>
            </a:xfrm>
            <a:custGeom>
              <a:avLst/>
              <a:gdLst/>
              <a:ahLst/>
              <a:cxnLst>
                <a:cxn ang="0">
                  <a:pos x="852" y="1320"/>
                </a:cxn>
                <a:cxn ang="0">
                  <a:pos x="838" y="1220"/>
                </a:cxn>
                <a:cxn ang="0">
                  <a:pos x="837" y="1109"/>
                </a:cxn>
                <a:cxn ang="0">
                  <a:pos x="889" y="902"/>
                </a:cxn>
                <a:cxn ang="0">
                  <a:pos x="772" y="758"/>
                </a:cxn>
                <a:cxn ang="0">
                  <a:pos x="699" y="615"/>
                </a:cxn>
                <a:cxn ang="0">
                  <a:pos x="773" y="346"/>
                </a:cxn>
                <a:cxn ang="0">
                  <a:pos x="962" y="416"/>
                </a:cxn>
                <a:cxn ang="0">
                  <a:pos x="891" y="185"/>
                </a:cxn>
                <a:cxn ang="0">
                  <a:pos x="855" y="121"/>
                </a:cxn>
                <a:cxn ang="0">
                  <a:pos x="814" y="133"/>
                </a:cxn>
                <a:cxn ang="0">
                  <a:pos x="795" y="139"/>
                </a:cxn>
                <a:cxn ang="0">
                  <a:pos x="782" y="73"/>
                </a:cxn>
                <a:cxn ang="0">
                  <a:pos x="621" y="154"/>
                </a:cxn>
                <a:cxn ang="0">
                  <a:pos x="630" y="215"/>
                </a:cxn>
                <a:cxn ang="0">
                  <a:pos x="576" y="277"/>
                </a:cxn>
                <a:cxn ang="0">
                  <a:pos x="426" y="368"/>
                </a:cxn>
                <a:cxn ang="0">
                  <a:pos x="309" y="538"/>
                </a:cxn>
                <a:cxn ang="0">
                  <a:pos x="272" y="597"/>
                </a:cxn>
                <a:cxn ang="0">
                  <a:pos x="293" y="618"/>
                </a:cxn>
                <a:cxn ang="0">
                  <a:pos x="337" y="581"/>
                </a:cxn>
                <a:cxn ang="0">
                  <a:pos x="468" y="417"/>
                </a:cxn>
                <a:cxn ang="0">
                  <a:pos x="545" y="397"/>
                </a:cxn>
                <a:cxn ang="0">
                  <a:pos x="493" y="565"/>
                </a:cxn>
                <a:cxn ang="0">
                  <a:pos x="410" y="748"/>
                </a:cxn>
                <a:cxn ang="0">
                  <a:pos x="374" y="938"/>
                </a:cxn>
                <a:cxn ang="0">
                  <a:pos x="74" y="1121"/>
                </a:cxn>
                <a:cxn ang="0">
                  <a:pos x="4" y="1179"/>
                </a:cxn>
                <a:cxn ang="0">
                  <a:pos x="135" y="1321"/>
                </a:cxn>
                <a:cxn ang="0">
                  <a:pos x="147" y="1242"/>
                </a:cxn>
                <a:cxn ang="0">
                  <a:pos x="145" y="1169"/>
                </a:cxn>
                <a:cxn ang="0">
                  <a:pos x="255" y="1118"/>
                </a:cxn>
                <a:cxn ang="0">
                  <a:pos x="506" y="976"/>
                </a:cxn>
                <a:cxn ang="0">
                  <a:pos x="590" y="858"/>
                </a:cxn>
                <a:cxn ang="0">
                  <a:pos x="683" y="865"/>
                </a:cxn>
                <a:cxn ang="0">
                  <a:pos x="771" y="1043"/>
                </a:cxn>
                <a:cxn ang="0">
                  <a:pos x="712" y="1223"/>
                </a:cxn>
                <a:cxn ang="0">
                  <a:pos x="732" y="1281"/>
                </a:cxn>
                <a:cxn ang="0">
                  <a:pos x="875" y="1384"/>
                </a:cxn>
                <a:cxn ang="0">
                  <a:pos x="862" y="1339"/>
                </a:cxn>
                <a:cxn ang="0">
                  <a:pos x="854" y="224"/>
                </a:cxn>
                <a:cxn ang="0">
                  <a:pos x="859" y="286"/>
                </a:cxn>
                <a:cxn ang="0">
                  <a:pos x="798" y="225"/>
                </a:cxn>
                <a:cxn ang="0">
                  <a:pos x="831" y="212"/>
                </a:cxn>
              </a:cxnLst>
              <a:rect l="0" t="0" r="r" b="b"/>
              <a:pathLst>
                <a:path w="983" h="1394">
                  <a:moveTo>
                    <a:pt x="862" y="1339"/>
                  </a:moveTo>
                  <a:cubicBezTo>
                    <a:pt x="852" y="1320"/>
                    <a:pt x="852" y="1320"/>
                    <a:pt x="852" y="1320"/>
                  </a:cubicBezTo>
                  <a:cubicBezTo>
                    <a:pt x="830" y="1248"/>
                    <a:pt x="830" y="1248"/>
                    <a:pt x="830" y="1248"/>
                  </a:cubicBezTo>
                  <a:cubicBezTo>
                    <a:pt x="830" y="1248"/>
                    <a:pt x="850" y="1225"/>
                    <a:pt x="838" y="1220"/>
                  </a:cubicBezTo>
                  <a:cubicBezTo>
                    <a:pt x="825" y="1216"/>
                    <a:pt x="823" y="1220"/>
                    <a:pt x="823" y="1220"/>
                  </a:cubicBezTo>
                  <a:cubicBezTo>
                    <a:pt x="823" y="1220"/>
                    <a:pt x="823" y="1158"/>
                    <a:pt x="837" y="1109"/>
                  </a:cubicBezTo>
                  <a:cubicBezTo>
                    <a:pt x="852" y="1060"/>
                    <a:pt x="873" y="1006"/>
                    <a:pt x="871" y="966"/>
                  </a:cubicBezTo>
                  <a:cubicBezTo>
                    <a:pt x="869" y="927"/>
                    <a:pt x="886" y="915"/>
                    <a:pt x="889" y="902"/>
                  </a:cubicBezTo>
                  <a:cubicBezTo>
                    <a:pt x="893" y="888"/>
                    <a:pt x="891" y="853"/>
                    <a:pt x="857" y="831"/>
                  </a:cubicBezTo>
                  <a:cubicBezTo>
                    <a:pt x="823" y="809"/>
                    <a:pt x="799" y="777"/>
                    <a:pt x="772" y="758"/>
                  </a:cubicBezTo>
                  <a:cubicBezTo>
                    <a:pt x="746" y="739"/>
                    <a:pt x="690" y="713"/>
                    <a:pt x="674" y="696"/>
                  </a:cubicBezTo>
                  <a:cubicBezTo>
                    <a:pt x="659" y="680"/>
                    <a:pt x="689" y="649"/>
                    <a:pt x="699" y="615"/>
                  </a:cubicBezTo>
                  <a:cubicBezTo>
                    <a:pt x="710" y="581"/>
                    <a:pt x="755" y="472"/>
                    <a:pt x="755" y="444"/>
                  </a:cubicBezTo>
                  <a:cubicBezTo>
                    <a:pt x="754" y="415"/>
                    <a:pt x="771" y="350"/>
                    <a:pt x="773" y="346"/>
                  </a:cubicBezTo>
                  <a:cubicBezTo>
                    <a:pt x="774" y="342"/>
                    <a:pt x="827" y="392"/>
                    <a:pt x="870" y="402"/>
                  </a:cubicBezTo>
                  <a:cubicBezTo>
                    <a:pt x="912" y="413"/>
                    <a:pt x="941" y="432"/>
                    <a:pt x="962" y="416"/>
                  </a:cubicBezTo>
                  <a:cubicBezTo>
                    <a:pt x="983" y="401"/>
                    <a:pt x="977" y="360"/>
                    <a:pt x="969" y="340"/>
                  </a:cubicBezTo>
                  <a:cubicBezTo>
                    <a:pt x="961" y="319"/>
                    <a:pt x="900" y="197"/>
                    <a:pt x="891" y="185"/>
                  </a:cubicBezTo>
                  <a:cubicBezTo>
                    <a:pt x="882" y="173"/>
                    <a:pt x="883" y="174"/>
                    <a:pt x="882" y="164"/>
                  </a:cubicBezTo>
                  <a:cubicBezTo>
                    <a:pt x="881" y="154"/>
                    <a:pt x="862" y="121"/>
                    <a:pt x="855" y="121"/>
                  </a:cubicBezTo>
                  <a:cubicBezTo>
                    <a:pt x="847" y="120"/>
                    <a:pt x="838" y="117"/>
                    <a:pt x="835" y="123"/>
                  </a:cubicBezTo>
                  <a:cubicBezTo>
                    <a:pt x="835" y="123"/>
                    <a:pt x="816" y="110"/>
                    <a:pt x="814" y="133"/>
                  </a:cubicBezTo>
                  <a:cubicBezTo>
                    <a:pt x="814" y="133"/>
                    <a:pt x="812" y="136"/>
                    <a:pt x="802" y="134"/>
                  </a:cubicBezTo>
                  <a:cubicBezTo>
                    <a:pt x="797" y="133"/>
                    <a:pt x="795" y="136"/>
                    <a:pt x="795" y="139"/>
                  </a:cubicBezTo>
                  <a:cubicBezTo>
                    <a:pt x="790" y="134"/>
                    <a:pt x="784" y="125"/>
                    <a:pt x="785" y="116"/>
                  </a:cubicBezTo>
                  <a:cubicBezTo>
                    <a:pt x="788" y="104"/>
                    <a:pt x="786" y="86"/>
                    <a:pt x="782" y="73"/>
                  </a:cubicBezTo>
                  <a:cubicBezTo>
                    <a:pt x="773" y="48"/>
                    <a:pt x="699" y="0"/>
                    <a:pt x="634" y="54"/>
                  </a:cubicBezTo>
                  <a:cubicBezTo>
                    <a:pt x="634" y="54"/>
                    <a:pt x="600" y="109"/>
                    <a:pt x="621" y="154"/>
                  </a:cubicBezTo>
                  <a:cubicBezTo>
                    <a:pt x="641" y="200"/>
                    <a:pt x="645" y="188"/>
                    <a:pt x="642" y="197"/>
                  </a:cubicBezTo>
                  <a:cubicBezTo>
                    <a:pt x="639" y="205"/>
                    <a:pt x="635" y="207"/>
                    <a:pt x="630" y="215"/>
                  </a:cubicBezTo>
                  <a:cubicBezTo>
                    <a:pt x="625" y="223"/>
                    <a:pt x="610" y="235"/>
                    <a:pt x="606" y="236"/>
                  </a:cubicBezTo>
                  <a:cubicBezTo>
                    <a:pt x="603" y="237"/>
                    <a:pt x="579" y="265"/>
                    <a:pt x="576" y="277"/>
                  </a:cubicBezTo>
                  <a:cubicBezTo>
                    <a:pt x="574" y="288"/>
                    <a:pt x="555" y="302"/>
                    <a:pt x="542" y="304"/>
                  </a:cubicBezTo>
                  <a:cubicBezTo>
                    <a:pt x="509" y="308"/>
                    <a:pt x="442" y="361"/>
                    <a:pt x="426" y="368"/>
                  </a:cubicBezTo>
                  <a:cubicBezTo>
                    <a:pt x="413" y="374"/>
                    <a:pt x="415" y="387"/>
                    <a:pt x="395" y="401"/>
                  </a:cubicBezTo>
                  <a:cubicBezTo>
                    <a:pt x="375" y="416"/>
                    <a:pt x="322" y="529"/>
                    <a:pt x="309" y="538"/>
                  </a:cubicBezTo>
                  <a:cubicBezTo>
                    <a:pt x="296" y="547"/>
                    <a:pt x="281" y="571"/>
                    <a:pt x="280" y="580"/>
                  </a:cubicBezTo>
                  <a:cubicBezTo>
                    <a:pt x="280" y="580"/>
                    <a:pt x="267" y="590"/>
                    <a:pt x="272" y="597"/>
                  </a:cubicBezTo>
                  <a:cubicBezTo>
                    <a:pt x="277" y="604"/>
                    <a:pt x="276" y="611"/>
                    <a:pt x="284" y="612"/>
                  </a:cubicBezTo>
                  <a:cubicBezTo>
                    <a:pt x="284" y="612"/>
                    <a:pt x="289" y="620"/>
                    <a:pt x="293" y="618"/>
                  </a:cubicBezTo>
                  <a:cubicBezTo>
                    <a:pt x="293" y="618"/>
                    <a:pt x="304" y="627"/>
                    <a:pt x="313" y="625"/>
                  </a:cubicBezTo>
                  <a:cubicBezTo>
                    <a:pt x="322" y="624"/>
                    <a:pt x="337" y="628"/>
                    <a:pt x="337" y="581"/>
                  </a:cubicBezTo>
                  <a:cubicBezTo>
                    <a:pt x="337" y="534"/>
                    <a:pt x="381" y="520"/>
                    <a:pt x="401" y="491"/>
                  </a:cubicBezTo>
                  <a:cubicBezTo>
                    <a:pt x="421" y="462"/>
                    <a:pt x="467" y="425"/>
                    <a:pt x="468" y="417"/>
                  </a:cubicBezTo>
                  <a:cubicBezTo>
                    <a:pt x="468" y="417"/>
                    <a:pt x="503" y="421"/>
                    <a:pt x="530" y="404"/>
                  </a:cubicBezTo>
                  <a:cubicBezTo>
                    <a:pt x="556" y="387"/>
                    <a:pt x="545" y="397"/>
                    <a:pt x="545" y="397"/>
                  </a:cubicBezTo>
                  <a:cubicBezTo>
                    <a:pt x="545" y="397"/>
                    <a:pt x="546" y="435"/>
                    <a:pt x="528" y="457"/>
                  </a:cubicBezTo>
                  <a:cubicBezTo>
                    <a:pt x="510" y="479"/>
                    <a:pt x="494" y="548"/>
                    <a:pt x="493" y="565"/>
                  </a:cubicBezTo>
                  <a:cubicBezTo>
                    <a:pt x="493" y="565"/>
                    <a:pt x="458" y="601"/>
                    <a:pt x="448" y="627"/>
                  </a:cubicBezTo>
                  <a:cubicBezTo>
                    <a:pt x="438" y="653"/>
                    <a:pt x="407" y="714"/>
                    <a:pt x="410" y="748"/>
                  </a:cubicBezTo>
                  <a:cubicBezTo>
                    <a:pt x="413" y="773"/>
                    <a:pt x="410" y="837"/>
                    <a:pt x="415" y="870"/>
                  </a:cubicBezTo>
                  <a:cubicBezTo>
                    <a:pt x="414" y="893"/>
                    <a:pt x="396" y="921"/>
                    <a:pt x="374" y="938"/>
                  </a:cubicBezTo>
                  <a:cubicBezTo>
                    <a:pt x="330" y="972"/>
                    <a:pt x="251" y="1006"/>
                    <a:pt x="146" y="1090"/>
                  </a:cubicBezTo>
                  <a:cubicBezTo>
                    <a:pt x="146" y="1090"/>
                    <a:pt x="89" y="1123"/>
                    <a:pt x="74" y="1121"/>
                  </a:cubicBezTo>
                  <a:cubicBezTo>
                    <a:pt x="58" y="1120"/>
                    <a:pt x="29" y="1136"/>
                    <a:pt x="14" y="1151"/>
                  </a:cubicBezTo>
                  <a:cubicBezTo>
                    <a:pt x="0" y="1165"/>
                    <a:pt x="1" y="1164"/>
                    <a:pt x="4" y="1179"/>
                  </a:cubicBezTo>
                  <a:cubicBezTo>
                    <a:pt x="7" y="1194"/>
                    <a:pt x="52" y="1239"/>
                    <a:pt x="58" y="1246"/>
                  </a:cubicBezTo>
                  <a:cubicBezTo>
                    <a:pt x="63" y="1254"/>
                    <a:pt x="122" y="1320"/>
                    <a:pt x="135" y="1321"/>
                  </a:cubicBezTo>
                  <a:cubicBezTo>
                    <a:pt x="148" y="1322"/>
                    <a:pt x="170" y="1316"/>
                    <a:pt x="170" y="1303"/>
                  </a:cubicBezTo>
                  <a:cubicBezTo>
                    <a:pt x="170" y="1289"/>
                    <a:pt x="147" y="1247"/>
                    <a:pt x="147" y="1242"/>
                  </a:cubicBezTo>
                  <a:cubicBezTo>
                    <a:pt x="148" y="1236"/>
                    <a:pt x="143" y="1186"/>
                    <a:pt x="143" y="1186"/>
                  </a:cubicBezTo>
                  <a:cubicBezTo>
                    <a:pt x="145" y="1169"/>
                    <a:pt x="145" y="1169"/>
                    <a:pt x="145" y="1169"/>
                  </a:cubicBezTo>
                  <a:cubicBezTo>
                    <a:pt x="131" y="1162"/>
                    <a:pt x="131" y="1162"/>
                    <a:pt x="131" y="1162"/>
                  </a:cubicBezTo>
                  <a:cubicBezTo>
                    <a:pt x="131" y="1162"/>
                    <a:pt x="213" y="1126"/>
                    <a:pt x="255" y="1118"/>
                  </a:cubicBezTo>
                  <a:cubicBezTo>
                    <a:pt x="298" y="1111"/>
                    <a:pt x="414" y="1030"/>
                    <a:pt x="426" y="1030"/>
                  </a:cubicBezTo>
                  <a:cubicBezTo>
                    <a:pt x="437" y="1029"/>
                    <a:pt x="489" y="1015"/>
                    <a:pt x="506" y="976"/>
                  </a:cubicBezTo>
                  <a:cubicBezTo>
                    <a:pt x="523" y="937"/>
                    <a:pt x="562" y="877"/>
                    <a:pt x="588" y="859"/>
                  </a:cubicBezTo>
                  <a:cubicBezTo>
                    <a:pt x="589" y="859"/>
                    <a:pt x="589" y="858"/>
                    <a:pt x="590" y="858"/>
                  </a:cubicBezTo>
                  <a:cubicBezTo>
                    <a:pt x="612" y="869"/>
                    <a:pt x="639" y="888"/>
                    <a:pt x="639" y="888"/>
                  </a:cubicBezTo>
                  <a:cubicBezTo>
                    <a:pt x="683" y="865"/>
                    <a:pt x="683" y="865"/>
                    <a:pt x="683" y="865"/>
                  </a:cubicBezTo>
                  <a:cubicBezTo>
                    <a:pt x="683" y="865"/>
                    <a:pt x="784" y="890"/>
                    <a:pt x="788" y="909"/>
                  </a:cubicBezTo>
                  <a:cubicBezTo>
                    <a:pt x="793" y="928"/>
                    <a:pt x="765" y="1017"/>
                    <a:pt x="771" y="1043"/>
                  </a:cubicBezTo>
                  <a:cubicBezTo>
                    <a:pt x="778" y="1069"/>
                    <a:pt x="765" y="1180"/>
                    <a:pt x="760" y="1181"/>
                  </a:cubicBezTo>
                  <a:cubicBezTo>
                    <a:pt x="754" y="1183"/>
                    <a:pt x="718" y="1205"/>
                    <a:pt x="712" y="1223"/>
                  </a:cubicBezTo>
                  <a:cubicBezTo>
                    <a:pt x="712" y="1223"/>
                    <a:pt x="697" y="1230"/>
                    <a:pt x="700" y="1237"/>
                  </a:cubicBezTo>
                  <a:cubicBezTo>
                    <a:pt x="703" y="1244"/>
                    <a:pt x="719" y="1267"/>
                    <a:pt x="732" y="1281"/>
                  </a:cubicBezTo>
                  <a:cubicBezTo>
                    <a:pt x="745" y="1295"/>
                    <a:pt x="810" y="1357"/>
                    <a:pt x="822" y="1365"/>
                  </a:cubicBezTo>
                  <a:cubicBezTo>
                    <a:pt x="834" y="1372"/>
                    <a:pt x="868" y="1394"/>
                    <a:pt x="875" y="1384"/>
                  </a:cubicBezTo>
                  <a:cubicBezTo>
                    <a:pt x="881" y="1374"/>
                    <a:pt x="876" y="1356"/>
                    <a:pt x="869" y="1347"/>
                  </a:cubicBezTo>
                  <a:cubicBezTo>
                    <a:pt x="862" y="1339"/>
                    <a:pt x="862" y="1339"/>
                    <a:pt x="862" y="1339"/>
                  </a:cubicBezTo>
                  <a:close/>
                  <a:moveTo>
                    <a:pt x="831" y="212"/>
                  </a:moveTo>
                  <a:cubicBezTo>
                    <a:pt x="849" y="214"/>
                    <a:pt x="852" y="212"/>
                    <a:pt x="854" y="224"/>
                  </a:cubicBezTo>
                  <a:cubicBezTo>
                    <a:pt x="856" y="236"/>
                    <a:pt x="884" y="275"/>
                    <a:pt x="882" y="296"/>
                  </a:cubicBezTo>
                  <a:cubicBezTo>
                    <a:pt x="882" y="296"/>
                    <a:pt x="874" y="299"/>
                    <a:pt x="859" y="286"/>
                  </a:cubicBezTo>
                  <a:cubicBezTo>
                    <a:pt x="844" y="272"/>
                    <a:pt x="837" y="284"/>
                    <a:pt x="815" y="250"/>
                  </a:cubicBezTo>
                  <a:cubicBezTo>
                    <a:pt x="805" y="234"/>
                    <a:pt x="800" y="227"/>
                    <a:pt x="798" y="225"/>
                  </a:cubicBezTo>
                  <a:cubicBezTo>
                    <a:pt x="801" y="225"/>
                    <a:pt x="806" y="221"/>
                    <a:pt x="805" y="204"/>
                  </a:cubicBezTo>
                  <a:cubicBezTo>
                    <a:pt x="814" y="208"/>
                    <a:pt x="824" y="212"/>
                    <a:pt x="831" y="212"/>
                  </a:cubicBezTo>
                  <a:close/>
                </a:path>
              </a:pathLst>
            </a:custGeom>
            <a:solidFill>
              <a:srgbClr val="A5A5A5"/>
            </a:solidFill>
            <a:ln w="9525">
              <a:noFill/>
              <a:round/>
              <a:headEnd/>
              <a:tailEnd/>
            </a:ln>
          </p:spPr>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10" name="Freeform 11">
              <a:extLst>
                <a:ext uri="{FF2B5EF4-FFF2-40B4-BE49-F238E27FC236}">
                  <a16:creationId xmlns:a16="http://schemas.microsoft.com/office/drawing/2014/main" id="{D7D87F39-C88F-B5FF-3099-529DDCC25B06}"/>
                </a:ext>
              </a:extLst>
            </p:cNvPr>
            <p:cNvSpPr>
              <a:spLocks noEditPoints="1"/>
            </p:cNvSpPr>
            <p:nvPr/>
          </p:nvSpPr>
          <p:spPr bwMode="auto">
            <a:xfrm>
              <a:off x="8442226" y="946812"/>
              <a:ext cx="862769" cy="811556"/>
            </a:xfrm>
            <a:custGeom>
              <a:avLst/>
              <a:gdLst/>
              <a:ahLst/>
              <a:cxnLst>
                <a:cxn ang="0">
                  <a:pos x="1071" y="1060"/>
                </a:cxn>
                <a:cxn ang="0">
                  <a:pos x="1043" y="1039"/>
                </a:cxn>
                <a:cxn ang="0">
                  <a:pos x="994" y="894"/>
                </a:cxn>
                <a:cxn ang="0">
                  <a:pos x="959" y="712"/>
                </a:cxn>
                <a:cxn ang="0">
                  <a:pos x="863" y="581"/>
                </a:cxn>
                <a:cxn ang="0">
                  <a:pos x="835" y="468"/>
                </a:cxn>
                <a:cxn ang="0">
                  <a:pos x="876" y="396"/>
                </a:cxn>
                <a:cxn ang="0">
                  <a:pos x="966" y="227"/>
                </a:cxn>
                <a:cxn ang="0">
                  <a:pos x="992" y="187"/>
                </a:cxn>
                <a:cxn ang="0">
                  <a:pos x="1013" y="210"/>
                </a:cxn>
                <a:cxn ang="0">
                  <a:pos x="1046" y="200"/>
                </a:cxn>
                <a:cxn ang="0">
                  <a:pos x="1057" y="189"/>
                </a:cxn>
                <a:cxn ang="0">
                  <a:pos x="1069" y="180"/>
                </a:cxn>
                <a:cxn ang="0">
                  <a:pos x="1074" y="178"/>
                </a:cxn>
                <a:cxn ang="0">
                  <a:pos x="1082" y="151"/>
                </a:cxn>
                <a:cxn ang="0">
                  <a:pos x="1112" y="114"/>
                </a:cxn>
                <a:cxn ang="0">
                  <a:pos x="1117" y="89"/>
                </a:cxn>
                <a:cxn ang="0">
                  <a:pos x="1020" y="6"/>
                </a:cxn>
                <a:cxn ang="0">
                  <a:pos x="859" y="59"/>
                </a:cxn>
                <a:cxn ang="0">
                  <a:pos x="742" y="110"/>
                </a:cxn>
                <a:cxn ang="0">
                  <a:pos x="505" y="251"/>
                </a:cxn>
                <a:cxn ang="0">
                  <a:pos x="394" y="293"/>
                </a:cxn>
                <a:cxn ang="0">
                  <a:pos x="413" y="295"/>
                </a:cxn>
                <a:cxn ang="0">
                  <a:pos x="392" y="332"/>
                </a:cxn>
                <a:cxn ang="0">
                  <a:pos x="411" y="344"/>
                </a:cxn>
                <a:cxn ang="0">
                  <a:pos x="432" y="345"/>
                </a:cxn>
                <a:cxn ang="0">
                  <a:pos x="477" y="327"/>
                </a:cxn>
                <a:cxn ang="0">
                  <a:pos x="515" y="316"/>
                </a:cxn>
                <a:cxn ang="0">
                  <a:pos x="452" y="366"/>
                </a:cxn>
                <a:cxn ang="0">
                  <a:pos x="367" y="389"/>
                </a:cxn>
                <a:cxn ang="0">
                  <a:pos x="402" y="396"/>
                </a:cxn>
                <a:cxn ang="0">
                  <a:pos x="352" y="409"/>
                </a:cxn>
                <a:cxn ang="0">
                  <a:pos x="363" y="420"/>
                </a:cxn>
                <a:cxn ang="0">
                  <a:pos x="362" y="435"/>
                </a:cxn>
                <a:cxn ang="0">
                  <a:pos x="409" y="429"/>
                </a:cxn>
                <a:cxn ang="0">
                  <a:pos x="369" y="454"/>
                </a:cxn>
                <a:cxn ang="0">
                  <a:pos x="425" y="441"/>
                </a:cxn>
                <a:cxn ang="0">
                  <a:pos x="443" y="440"/>
                </a:cxn>
                <a:cxn ang="0">
                  <a:pos x="502" y="392"/>
                </a:cxn>
                <a:cxn ang="0">
                  <a:pos x="658" y="276"/>
                </a:cxn>
                <a:cxn ang="0">
                  <a:pos x="640" y="357"/>
                </a:cxn>
                <a:cxn ang="0">
                  <a:pos x="577" y="434"/>
                </a:cxn>
                <a:cxn ang="0">
                  <a:pos x="480" y="663"/>
                </a:cxn>
                <a:cxn ang="0">
                  <a:pos x="325" y="639"/>
                </a:cxn>
                <a:cxn ang="0">
                  <a:pos x="188" y="531"/>
                </a:cxn>
                <a:cxn ang="0">
                  <a:pos x="60" y="566"/>
                </a:cxn>
                <a:cxn ang="0">
                  <a:pos x="68" y="647"/>
                </a:cxn>
                <a:cxn ang="0">
                  <a:pos x="146" y="652"/>
                </a:cxn>
                <a:cxn ang="0">
                  <a:pos x="166" y="639"/>
                </a:cxn>
                <a:cxn ang="0">
                  <a:pos x="396" y="793"/>
                </a:cxn>
                <a:cxn ang="0">
                  <a:pos x="597" y="706"/>
                </a:cxn>
                <a:cxn ang="0">
                  <a:pos x="669" y="680"/>
                </a:cxn>
                <a:cxn ang="0">
                  <a:pos x="721" y="691"/>
                </a:cxn>
                <a:cxn ang="0">
                  <a:pos x="791" y="679"/>
                </a:cxn>
                <a:cxn ang="0">
                  <a:pos x="908" y="894"/>
                </a:cxn>
                <a:cxn ang="0">
                  <a:pos x="932" y="1037"/>
                </a:cxn>
                <a:cxn ang="0">
                  <a:pos x="984" y="1119"/>
                </a:cxn>
                <a:cxn ang="0">
                  <a:pos x="1164" y="1133"/>
                </a:cxn>
                <a:cxn ang="0">
                  <a:pos x="566" y="274"/>
                </a:cxn>
                <a:cxn ang="0">
                  <a:pos x="580" y="261"/>
                </a:cxn>
              </a:cxnLst>
              <a:rect l="0" t="0" r="r" b="b"/>
              <a:pathLst>
                <a:path w="1173" h="1174">
                  <a:moveTo>
                    <a:pt x="1135" y="1096"/>
                  </a:moveTo>
                  <a:cubicBezTo>
                    <a:pt x="1097" y="1078"/>
                    <a:pt x="1073" y="1067"/>
                    <a:pt x="1071" y="1060"/>
                  </a:cubicBezTo>
                  <a:cubicBezTo>
                    <a:pt x="1069" y="1053"/>
                    <a:pt x="1062" y="1046"/>
                    <a:pt x="1058" y="1040"/>
                  </a:cubicBezTo>
                  <a:cubicBezTo>
                    <a:pt x="1053" y="1034"/>
                    <a:pt x="1043" y="1039"/>
                    <a:pt x="1043" y="1039"/>
                  </a:cubicBezTo>
                  <a:cubicBezTo>
                    <a:pt x="1033" y="1041"/>
                    <a:pt x="1033" y="1041"/>
                    <a:pt x="1033" y="1041"/>
                  </a:cubicBezTo>
                  <a:cubicBezTo>
                    <a:pt x="1033" y="1041"/>
                    <a:pt x="1001" y="982"/>
                    <a:pt x="994" y="894"/>
                  </a:cubicBezTo>
                  <a:cubicBezTo>
                    <a:pt x="988" y="805"/>
                    <a:pt x="967" y="779"/>
                    <a:pt x="967" y="779"/>
                  </a:cubicBezTo>
                  <a:cubicBezTo>
                    <a:pt x="967" y="779"/>
                    <a:pt x="962" y="725"/>
                    <a:pt x="959" y="712"/>
                  </a:cubicBezTo>
                  <a:cubicBezTo>
                    <a:pt x="956" y="700"/>
                    <a:pt x="898" y="634"/>
                    <a:pt x="886" y="624"/>
                  </a:cubicBezTo>
                  <a:cubicBezTo>
                    <a:pt x="874" y="614"/>
                    <a:pt x="878" y="601"/>
                    <a:pt x="863" y="581"/>
                  </a:cubicBezTo>
                  <a:cubicBezTo>
                    <a:pt x="847" y="561"/>
                    <a:pt x="818" y="528"/>
                    <a:pt x="818" y="528"/>
                  </a:cubicBezTo>
                  <a:cubicBezTo>
                    <a:pt x="818" y="528"/>
                    <a:pt x="835" y="478"/>
                    <a:pt x="835" y="468"/>
                  </a:cubicBezTo>
                  <a:cubicBezTo>
                    <a:pt x="835" y="458"/>
                    <a:pt x="883" y="436"/>
                    <a:pt x="879" y="416"/>
                  </a:cubicBezTo>
                  <a:cubicBezTo>
                    <a:pt x="876" y="396"/>
                    <a:pt x="873" y="408"/>
                    <a:pt x="876" y="396"/>
                  </a:cubicBezTo>
                  <a:cubicBezTo>
                    <a:pt x="879" y="384"/>
                    <a:pt x="907" y="346"/>
                    <a:pt x="920" y="324"/>
                  </a:cubicBezTo>
                  <a:cubicBezTo>
                    <a:pt x="934" y="302"/>
                    <a:pt x="966" y="265"/>
                    <a:pt x="966" y="227"/>
                  </a:cubicBezTo>
                  <a:cubicBezTo>
                    <a:pt x="966" y="188"/>
                    <a:pt x="970" y="191"/>
                    <a:pt x="978" y="188"/>
                  </a:cubicBezTo>
                  <a:cubicBezTo>
                    <a:pt x="982" y="186"/>
                    <a:pt x="988" y="186"/>
                    <a:pt x="992" y="187"/>
                  </a:cubicBezTo>
                  <a:cubicBezTo>
                    <a:pt x="995" y="189"/>
                    <a:pt x="997" y="192"/>
                    <a:pt x="1000" y="194"/>
                  </a:cubicBezTo>
                  <a:cubicBezTo>
                    <a:pt x="1002" y="199"/>
                    <a:pt x="1007" y="206"/>
                    <a:pt x="1013" y="210"/>
                  </a:cubicBezTo>
                  <a:cubicBezTo>
                    <a:pt x="1016" y="211"/>
                    <a:pt x="1019" y="212"/>
                    <a:pt x="1023" y="211"/>
                  </a:cubicBezTo>
                  <a:cubicBezTo>
                    <a:pt x="1031" y="214"/>
                    <a:pt x="1041" y="215"/>
                    <a:pt x="1046" y="200"/>
                  </a:cubicBezTo>
                  <a:cubicBezTo>
                    <a:pt x="1046" y="200"/>
                    <a:pt x="1057" y="199"/>
                    <a:pt x="1058" y="196"/>
                  </a:cubicBezTo>
                  <a:cubicBezTo>
                    <a:pt x="1060" y="193"/>
                    <a:pt x="1057" y="189"/>
                    <a:pt x="1057" y="189"/>
                  </a:cubicBezTo>
                  <a:cubicBezTo>
                    <a:pt x="1057" y="189"/>
                    <a:pt x="1064" y="189"/>
                    <a:pt x="1066" y="187"/>
                  </a:cubicBezTo>
                  <a:cubicBezTo>
                    <a:pt x="1066" y="186"/>
                    <a:pt x="1068" y="183"/>
                    <a:pt x="1069" y="180"/>
                  </a:cubicBezTo>
                  <a:cubicBezTo>
                    <a:pt x="1070" y="181"/>
                    <a:pt x="1071" y="180"/>
                    <a:pt x="1072" y="179"/>
                  </a:cubicBezTo>
                  <a:cubicBezTo>
                    <a:pt x="1073" y="179"/>
                    <a:pt x="1073" y="178"/>
                    <a:pt x="1074" y="178"/>
                  </a:cubicBezTo>
                  <a:cubicBezTo>
                    <a:pt x="1078" y="177"/>
                    <a:pt x="1083" y="176"/>
                    <a:pt x="1084" y="169"/>
                  </a:cubicBezTo>
                  <a:cubicBezTo>
                    <a:pt x="1084" y="163"/>
                    <a:pt x="1082" y="157"/>
                    <a:pt x="1082" y="151"/>
                  </a:cubicBezTo>
                  <a:cubicBezTo>
                    <a:pt x="1083" y="148"/>
                    <a:pt x="1085" y="144"/>
                    <a:pt x="1087" y="142"/>
                  </a:cubicBezTo>
                  <a:cubicBezTo>
                    <a:pt x="1094" y="137"/>
                    <a:pt x="1108" y="128"/>
                    <a:pt x="1112" y="114"/>
                  </a:cubicBezTo>
                  <a:cubicBezTo>
                    <a:pt x="1116" y="106"/>
                    <a:pt x="1119" y="98"/>
                    <a:pt x="1117" y="92"/>
                  </a:cubicBezTo>
                  <a:cubicBezTo>
                    <a:pt x="1117" y="91"/>
                    <a:pt x="1117" y="90"/>
                    <a:pt x="1117" y="89"/>
                  </a:cubicBezTo>
                  <a:cubicBezTo>
                    <a:pt x="1118" y="80"/>
                    <a:pt x="1117" y="71"/>
                    <a:pt x="1109" y="59"/>
                  </a:cubicBezTo>
                  <a:cubicBezTo>
                    <a:pt x="1098" y="31"/>
                    <a:pt x="1075" y="0"/>
                    <a:pt x="1020" y="6"/>
                  </a:cubicBezTo>
                  <a:cubicBezTo>
                    <a:pt x="966" y="13"/>
                    <a:pt x="951" y="60"/>
                    <a:pt x="951" y="60"/>
                  </a:cubicBezTo>
                  <a:cubicBezTo>
                    <a:pt x="951" y="60"/>
                    <a:pt x="918" y="35"/>
                    <a:pt x="859" y="59"/>
                  </a:cubicBezTo>
                  <a:cubicBezTo>
                    <a:pt x="859" y="59"/>
                    <a:pt x="831" y="76"/>
                    <a:pt x="817" y="75"/>
                  </a:cubicBezTo>
                  <a:cubicBezTo>
                    <a:pt x="794" y="75"/>
                    <a:pt x="786" y="88"/>
                    <a:pt x="742" y="110"/>
                  </a:cubicBezTo>
                  <a:cubicBezTo>
                    <a:pt x="742" y="110"/>
                    <a:pt x="707" y="127"/>
                    <a:pt x="677" y="136"/>
                  </a:cubicBezTo>
                  <a:cubicBezTo>
                    <a:pt x="616" y="154"/>
                    <a:pt x="532" y="249"/>
                    <a:pt x="505" y="251"/>
                  </a:cubicBezTo>
                  <a:cubicBezTo>
                    <a:pt x="446" y="255"/>
                    <a:pt x="467" y="259"/>
                    <a:pt x="442" y="268"/>
                  </a:cubicBezTo>
                  <a:cubicBezTo>
                    <a:pt x="418" y="276"/>
                    <a:pt x="413" y="284"/>
                    <a:pt x="394" y="293"/>
                  </a:cubicBezTo>
                  <a:cubicBezTo>
                    <a:pt x="394" y="293"/>
                    <a:pt x="384" y="300"/>
                    <a:pt x="398" y="301"/>
                  </a:cubicBezTo>
                  <a:cubicBezTo>
                    <a:pt x="412" y="302"/>
                    <a:pt x="413" y="295"/>
                    <a:pt x="413" y="295"/>
                  </a:cubicBezTo>
                  <a:cubicBezTo>
                    <a:pt x="422" y="296"/>
                    <a:pt x="422" y="296"/>
                    <a:pt x="422" y="296"/>
                  </a:cubicBezTo>
                  <a:cubicBezTo>
                    <a:pt x="422" y="296"/>
                    <a:pt x="388" y="325"/>
                    <a:pt x="392" y="332"/>
                  </a:cubicBezTo>
                  <a:cubicBezTo>
                    <a:pt x="398" y="339"/>
                    <a:pt x="405" y="331"/>
                    <a:pt x="405" y="331"/>
                  </a:cubicBezTo>
                  <a:cubicBezTo>
                    <a:pt x="405" y="331"/>
                    <a:pt x="394" y="349"/>
                    <a:pt x="411" y="344"/>
                  </a:cubicBezTo>
                  <a:cubicBezTo>
                    <a:pt x="421" y="341"/>
                    <a:pt x="426" y="337"/>
                    <a:pt x="428" y="334"/>
                  </a:cubicBezTo>
                  <a:cubicBezTo>
                    <a:pt x="426" y="339"/>
                    <a:pt x="423" y="347"/>
                    <a:pt x="432" y="345"/>
                  </a:cubicBezTo>
                  <a:cubicBezTo>
                    <a:pt x="447" y="342"/>
                    <a:pt x="457" y="326"/>
                    <a:pt x="457" y="326"/>
                  </a:cubicBezTo>
                  <a:cubicBezTo>
                    <a:pt x="457" y="326"/>
                    <a:pt x="460" y="333"/>
                    <a:pt x="477" y="327"/>
                  </a:cubicBezTo>
                  <a:cubicBezTo>
                    <a:pt x="493" y="322"/>
                    <a:pt x="497" y="318"/>
                    <a:pt x="497" y="318"/>
                  </a:cubicBezTo>
                  <a:cubicBezTo>
                    <a:pt x="515" y="316"/>
                    <a:pt x="515" y="316"/>
                    <a:pt x="515" y="316"/>
                  </a:cubicBezTo>
                  <a:cubicBezTo>
                    <a:pt x="515" y="316"/>
                    <a:pt x="494" y="346"/>
                    <a:pt x="484" y="351"/>
                  </a:cubicBezTo>
                  <a:cubicBezTo>
                    <a:pt x="474" y="355"/>
                    <a:pt x="474" y="364"/>
                    <a:pt x="452" y="366"/>
                  </a:cubicBezTo>
                  <a:cubicBezTo>
                    <a:pt x="430" y="368"/>
                    <a:pt x="406" y="384"/>
                    <a:pt x="406" y="384"/>
                  </a:cubicBezTo>
                  <a:cubicBezTo>
                    <a:pt x="406" y="384"/>
                    <a:pt x="366" y="383"/>
                    <a:pt x="367" y="389"/>
                  </a:cubicBezTo>
                  <a:cubicBezTo>
                    <a:pt x="368" y="396"/>
                    <a:pt x="378" y="396"/>
                    <a:pt x="386" y="396"/>
                  </a:cubicBezTo>
                  <a:cubicBezTo>
                    <a:pt x="394" y="396"/>
                    <a:pt x="396" y="393"/>
                    <a:pt x="402" y="396"/>
                  </a:cubicBezTo>
                  <a:cubicBezTo>
                    <a:pt x="409" y="399"/>
                    <a:pt x="385" y="406"/>
                    <a:pt x="385" y="406"/>
                  </a:cubicBezTo>
                  <a:cubicBezTo>
                    <a:pt x="385" y="406"/>
                    <a:pt x="357" y="406"/>
                    <a:pt x="352" y="409"/>
                  </a:cubicBezTo>
                  <a:cubicBezTo>
                    <a:pt x="346" y="413"/>
                    <a:pt x="349" y="419"/>
                    <a:pt x="356" y="419"/>
                  </a:cubicBezTo>
                  <a:cubicBezTo>
                    <a:pt x="363" y="419"/>
                    <a:pt x="363" y="420"/>
                    <a:pt x="363" y="420"/>
                  </a:cubicBezTo>
                  <a:cubicBezTo>
                    <a:pt x="363" y="420"/>
                    <a:pt x="357" y="421"/>
                    <a:pt x="354" y="426"/>
                  </a:cubicBezTo>
                  <a:cubicBezTo>
                    <a:pt x="350" y="430"/>
                    <a:pt x="353" y="435"/>
                    <a:pt x="362" y="435"/>
                  </a:cubicBezTo>
                  <a:cubicBezTo>
                    <a:pt x="371" y="435"/>
                    <a:pt x="390" y="432"/>
                    <a:pt x="390" y="432"/>
                  </a:cubicBezTo>
                  <a:cubicBezTo>
                    <a:pt x="409" y="429"/>
                    <a:pt x="409" y="429"/>
                    <a:pt x="409" y="429"/>
                  </a:cubicBezTo>
                  <a:cubicBezTo>
                    <a:pt x="409" y="429"/>
                    <a:pt x="413" y="434"/>
                    <a:pt x="407" y="435"/>
                  </a:cubicBezTo>
                  <a:cubicBezTo>
                    <a:pt x="400" y="436"/>
                    <a:pt x="366" y="450"/>
                    <a:pt x="369" y="454"/>
                  </a:cubicBezTo>
                  <a:cubicBezTo>
                    <a:pt x="373" y="457"/>
                    <a:pt x="371" y="462"/>
                    <a:pt x="392" y="456"/>
                  </a:cubicBezTo>
                  <a:cubicBezTo>
                    <a:pt x="413" y="449"/>
                    <a:pt x="425" y="441"/>
                    <a:pt x="425" y="441"/>
                  </a:cubicBezTo>
                  <a:cubicBezTo>
                    <a:pt x="425" y="441"/>
                    <a:pt x="419" y="461"/>
                    <a:pt x="429" y="456"/>
                  </a:cubicBezTo>
                  <a:cubicBezTo>
                    <a:pt x="436" y="454"/>
                    <a:pt x="436" y="444"/>
                    <a:pt x="443" y="440"/>
                  </a:cubicBezTo>
                  <a:cubicBezTo>
                    <a:pt x="451" y="437"/>
                    <a:pt x="468" y="430"/>
                    <a:pt x="475" y="416"/>
                  </a:cubicBezTo>
                  <a:cubicBezTo>
                    <a:pt x="483" y="402"/>
                    <a:pt x="502" y="392"/>
                    <a:pt x="502" y="392"/>
                  </a:cubicBezTo>
                  <a:cubicBezTo>
                    <a:pt x="502" y="392"/>
                    <a:pt x="561" y="340"/>
                    <a:pt x="589" y="331"/>
                  </a:cubicBezTo>
                  <a:cubicBezTo>
                    <a:pt x="618" y="322"/>
                    <a:pt x="650" y="276"/>
                    <a:pt x="658" y="276"/>
                  </a:cubicBezTo>
                  <a:cubicBezTo>
                    <a:pt x="666" y="276"/>
                    <a:pt x="719" y="274"/>
                    <a:pt x="719" y="274"/>
                  </a:cubicBezTo>
                  <a:cubicBezTo>
                    <a:pt x="719" y="274"/>
                    <a:pt x="707" y="325"/>
                    <a:pt x="640" y="357"/>
                  </a:cubicBezTo>
                  <a:cubicBezTo>
                    <a:pt x="640" y="357"/>
                    <a:pt x="633" y="382"/>
                    <a:pt x="604" y="398"/>
                  </a:cubicBezTo>
                  <a:cubicBezTo>
                    <a:pt x="575" y="415"/>
                    <a:pt x="584" y="421"/>
                    <a:pt x="577" y="434"/>
                  </a:cubicBezTo>
                  <a:cubicBezTo>
                    <a:pt x="571" y="446"/>
                    <a:pt x="544" y="465"/>
                    <a:pt x="536" y="494"/>
                  </a:cubicBezTo>
                  <a:cubicBezTo>
                    <a:pt x="529" y="524"/>
                    <a:pt x="498" y="644"/>
                    <a:pt x="480" y="663"/>
                  </a:cubicBezTo>
                  <a:cubicBezTo>
                    <a:pt x="462" y="681"/>
                    <a:pt x="447" y="728"/>
                    <a:pt x="428" y="711"/>
                  </a:cubicBezTo>
                  <a:cubicBezTo>
                    <a:pt x="409" y="695"/>
                    <a:pt x="354" y="646"/>
                    <a:pt x="325" y="639"/>
                  </a:cubicBezTo>
                  <a:cubicBezTo>
                    <a:pt x="296" y="633"/>
                    <a:pt x="200" y="600"/>
                    <a:pt x="199" y="590"/>
                  </a:cubicBezTo>
                  <a:cubicBezTo>
                    <a:pt x="198" y="580"/>
                    <a:pt x="199" y="542"/>
                    <a:pt x="188" y="531"/>
                  </a:cubicBezTo>
                  <a:cubicBezTo>
                    <a:pt x="177" y="520"/>
                    <a:pt x="176" y="508"/>
                    <a:pt x="152" y="512"/>
                  </a:cubicBezTo>
                  <a:cubicBezTo>
                    <a:pt x="129" y="517"/>
                    <a:pt x="83" y="556"/>
                    <a:pt x="60" y="566"/>
                  </a:cubicBezTo>
                  <a:cubicBezTo>
                    <a:pt x="38" y="576"/>
                    <a:pt x="0" y="634"/>
                    <a:pt x="16" y="645"/>
                  </a:cubicBezTo>
                  <a:cubicBezTo>
                    <a:pt x="33" y="656"/>
                    <a:pt x="43" y="660"/>
                    <a:pt x="68" y="647"/>
                  </a:cubicBezTo>
                  <a:cubicBezTo>
                    <a:pt x="94" y="634"/>
                    <a:pt x="101" y="643"/>
                    <a:pt x="113" y="644"/>
                  </a:cubicBezTo>
                  <a:cubicBezTo>
                    <a:pt x="124" y="645"/>
                    <a:pt x="141" y="657"/>
                    <a:pt x="146" y="652"/>
                  </a:cubicBezTo>
                  <a:cubicBezTo>
                    <a:pt x="150" y="646"/>
                    <a:pt x="150" y="639"/>
                    <a:pt x="150" y="639"/>
                  </a:cubicBezTo>
                  <a:cubicBezTo>
                    <a:pt x="150" y="639"/>
                    <a:pt x="149" y="632"/>
                    <a:pt x="166" y="639"/>
                  </a:cubicBezTo>
                  <a:cubicBezTo>
                    <a:pt x="182" y="647"/>
                    <a:pt x="287" y="732"/>
                    <a:pt x="327" y="754"/>
                  </a:cubicBezTo>
                  <a:cubicBezTo>
                    <a:pt x="367" y="777"/>
                    <a:pt x="380" y="783"/>
                    <a:pt x="396" y="793"/>
                  </a:cubicBezTo>
                  <a:cubicBezTo>
                    <a:pt x="411" y="803"/>
                    <a:pt x="452" y="840"/>
                    <a:pt x="487" y="798"/>
                  </a:cubicBezTo>
                  <a:cubicBezTo>
                    <a:pt x="521" y="756"/>
                    <a:pt x="591" y="707"/>
                    <a:pt x="597" y="706"/>
                  </a:cubicBezTo>
                  <a:cubicBezTo>
                    <a:pt x="604" y="705"/>
                    <a:pt x="629" y="694"/>
                    <a:pt x="643" y="689"/>
                  </a:cubicBezTo>
                  <a:cubicBezTo>
                    <a:pt x="656" y="685"/>
                    <a:pt x="669" y="680"/>
                    <a:pt x="669" y="680"/>
                  </a:cubicBezTo>
                  <a:cubicBezTo>
                    <a:pt x="674" y="658"/>
                    <a:pt x="674" y="658"/>
                    <a:pt x="674" y="658"/>
                  </a:cubicBezTo>
                  <a:cubicBezTo>
                    <a:pt x="674" y="658"/>
                    <a:pt x="710" y="695"/>
                    <a:pt x="721" y="691"/>
                  </a:cubicBezTo>
                  <a:cubicBezTo>
                    <a:pt x="732" y="688"/>
                    <a:pt x="758" y="679"/>
                    <a:pt x="758" y="679"/>
                  </a:cubicBezTo>
                  <a:cubicBezTo>
                    <a:pt x="758" y="679"/>
                    <a:pt x="786" y="668"/>
                    <a:pt x="791" y="679"/>
                  </a:cubicBezTo>
                  <a:cubicBezTo>
                    <a:pt x="795" y="690"/>
                    <a:pt x="863" y="740"/>
                    <a:pt x="865" y="746"/>
                  </a:cubicBezTo>
                  <a:cubicBezTo>
                    <a:pt x="867" y="751"/>
                    <a:pt x="883" y="867"/>
                    <a:pt x="908" y="894"/>
                  </a:cubicBezTo>
                  <a:cubicBezTo>
                    <a:pt x="934" y="920"/>
                    <a:pt x="951" y="1009"/>
                    <a:pt x="952" y="1016"/>
                  </a:cubicBezTo>
                  <a:cubicBezTo>
                    <a:pt x="953" y="1022"/>
                    <a:pt x="940" y="1016"/>
                    <a:pt x="932" y="1037"/>
                  </a:cubicBezTo>
                  <a:cubicBezTo>
                    <a:pt x="925" y="1058"/>
                    <a:pt x="919" y="1085"/>
                    <a:pt x="926" y="1093"/>
                  </a:cubicBezTo>
                  <a:cubicBezTo>
                    <a:pt x="932" y="1101"/>
                    <a:pt x="953" y="1119"/>
                    <a:pt x="984" y="1119"/>
                  </a:cubicBezTo>
                  <a:cubicBezTo>
                    <a:pt x="1015" y="1119"/>
                    <a:pt x="1038" y="1135"/>
                    <a:pt x="1054" y="1138"/>
                  </a:cubicBezTo>
                  <a:cubicBezTo>
                    <a:pt x="1071" y="1142"/>
                    <a:pt x="1156" y="1174"/>
                    <a:pt x="1164" y="1133"/>
                  </a:cubicBezTo>
                  <a:cubicBezTo>
                    <a:pt x="1164" y="1133"/>
                    <a:pt x="1173" y="1115"/>
                    <a:pt x="1135" y="1096"/>
                  </a:cubicBezTo>
                  <a:close/>
                  <a:moveTo>
                    <a:pt x="566" y="274"/>
                  </a:moveTo>
                  <a:cubicBezTo>
                    <a:pt x="560" y="278"/>
                    <a:pt x="555" y="278"/>
                    <a:pt x="555" y="278"/>
                  </a:cubicBezTo>
                  <a:cubicBezTo>
                    <a:pt x="555" y="278"/>
                    <a:pt x="564" y="265"/>
                    <a:pt x="580" y="261"/>
                  </a:cubicBezTo>
                  <a:cubicBezTo>
                    <a:pt x="580" y="261"/>
                    <a:pt x="572" y="270"/>
                    <a:pt x="566" y="274"/>
                  </a:cubicBezTo>
                  <a:close/>
                </a:path>
              </a:pathLst>
            </a:custGeom>
            <a:solidFill>
              <a:srgbClr val="70AD47"/>
            </a:solidFill>
            <a:ln w="9525">
              <a:noFill/>
              <a:round/>
              <a:headEnd/>
              <a:tailEnd/>
            </a:ln>
          </p:spPr>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11" name="Freeform 12">
              <a:extLst>
                <a:ext uri="{FF2B5EF4-FFF2-40B4-BE49-F238E27FC236}">
                  <a16:creationId xmlns:a16="http://schemas.microsoft.com/office/drawing/2014/main" id="{0F4910A4-323C-402E-F7E2-978821AD0802}"/>
                </a:ext>
              </a:extLst>
            </p:cNvPr>
            <p:cNvSpPr>
              <a:spLocks noEditPoints="1"/>
            </p:cNvSpPr>
            <p:nvPr/>
          </p:nvSpPr>
          <p:spPr bwMode="auto">
            <a:xfrm>
              <a:off x="6776556" y="828299"/>
              <a:ext cx="732465" cy="930069"/>
            </a:xfrm>
            <a:custGeom>
              <a:avLst/>
              <a:gdLst/>
              <a:ahLst/>
              <a:cxnLst>
                <a:cxn ang="0">
                  <a:pos x="940" y="1268"/>
                </a:cxn>
                <a:cxn ang="0">
                  <a:pos x="889" y="1190"/>
                </a:cxn>
                <a:cxn ang="0">
                  <a:pos x="834" y="1062"/>
                </a:cxn>
                <a:cxn ang="0">
                  <a:pos x="802" y="871"/>
                </a:cxn>
                <a:cxn ang="0">
                  <a:pos x="767" y="801"/>
                </a:cxn>
                <a:cxn ang="0">
                  <a:pos x="682" y="685"/>
                </a:cxn>
                <a:cxn ang="0">
                  <a:pos x="664" y="669"/>
                </a:cxn>
                <a:cxn ang="0">
                  <a:pos x="637" y="589"/>
                </a:cxn>
                <a:cxn ang="0">
                  <a:pos x="735" y="431"/>
                </a:cxn>
                <a:cxn ang="0">
                  <a:pos x="792" y="413"/>
                </a:cxn>
                <a:cxn ang="0">
                  <a:pos x="793" y="375"/>
                </a:cxn>
                <a:cxn ang="0">
                  <a:pos x="779" y="358"/>
                </a:cxn>
                <a:cxn ang="0">
                  <a:pos x="721" y="368"/>
                </a:cxn>
                <a:cxn ang="0">
                  <a:pos x="644" y="422"/>
                </a:cxn>
                <a:cxn ang="0">
                  <a:pos x="603" y="231"/>
                </a:cxn>
                <a:cxn ang="0">
                  <a:pos x="607" y="201"/>
                </a:cxn>
                <a:cxn ang="0">
                  <a:pos x="630" y="197"/>
                </a:cxn>
                <a:cxn ang="0">
                  <a:pos x="658" y="164"/>
                </a:cxn>
                <a:cxn ang="0">
                  <a:pos x="657" y="151"/>
                </a:cxn>
                <a:cxn ang="0">
                  <a:pos x="659" y="148"/>
                </a:cxn>
                <a:cxn ang="0">
                  <a:pos x="658" y="132"/>
                </a:cxn>
                <a:cxn ang="0">
                  <a:pos x="659" y="112"/>
                </a:cxn>
                <a:cxn ang="0">
                  <a:pos x="645" y="92"/>
                </a:cxn>
                <a:cxn ang="0">
                  <a:pos x="587" y="4"/>
                </a:cxn>
                <a:cxn ang="0">
                  <a:pos x="527" y="9"/>
                </a:cxn>
                <a:cxn ang="0">
                  <a:pos x="474" y="123"/>
                </a:cxn>
                <a:cxn ang="0">
                  <a:pos x="500" y="200"/>
                </a:cxn>
                <a:cxn ang="0">
                  <a:pos x="412" y="264"/>
                </a:cxn>
                <a:cxn ang="0">
                  <a:pos x="309" y="403"/>
                </a:cxn>
                <a:cxn ang="0">
                  <a:pos x="328" y="672"/>
                </a:cxn>
                <a:cxn ang="0">
                  <a:pos x="369" y="726"/>
                </a:cxn>
                <a:cxn ang="0">
                  <a:pos x="396" y="722"/>
                </a:cxn>
                <a:cxn ang="0">
                  <a:pos x="414" y="798"/>
                </a:cxn>
                <a:cxn ang="0">
                  <a:pos x="388" y="926"/>
                </a:cxn>
                <a:cxn ang="0">
                  <a:pos x="141" y="916"/>
                </a:cxn>
                <a:cxn ang="0">
                  <a:pos x="95" y="872"/>
                </a:cxn>
                <a:cxn ang="0">
                  <a:pos x="38" y="921"/>
                </a:cxn>
                <a:cxn ang="0">
                  <a:pos x="27" y="1085"/>
                </a:cxn>
                <a:cxn ang="0">
                  <a:pos x="125" y="991"/>
                </a:cxn>
                <a:cxn ang="0">
                  <a:pos x="170" y="985"/>
                </a:cxn>
                <a:cxn ang="0">
                  <a:pos x="436" y="1035"/>
                </a:cxn>
                <a:cxn ang="0">
                  <a:pos x="540" y="871"/>
                </a:cxn>
                <a:cxn ang="0">
                  <a:pos x="587" y="866"/>
                </a:cxn>
                <a:cxn ang="0">
                  <a:pos x="708" y="901"/>
                </a:cxn>
                <a:cxn ang="0">
                  <a:pos x="801" y="1185"/>
                </a:cxn>
                <a:cxn ang="0">
                  <a:pos x="775" y="1242"/>
                </a:cxn>
                <a:cxn ang="0">
                  <a:pos x="868" y="1304"/>
                </a:cxn>
                <a:cxn ang="0">
                  <a:pos x="975" y="1306"/>
                </a:cxn>
                <a:cxn ang="0">
                  <a:pos x="381" y="545"/>
                </a:cxn>
                <a:cxn ang="0">
                  <a:pos x="400" y="407"/>
                </a:cxn>
                <a:cxn ang="0">
                  <a:pos x="425" y="637"/>
                </a:cxn>
                <a:cxn ang="0">
                  <a:pos x="396" y="639"/>
                </a:cxn>
              </a:cxnLst>
              <a:rect l="0" t="0" r="r" b="b"/>
              <a:pathLst>
                <a:path w="996" h="1345">
                  <a:moveTo>
                    <a:pt x="975" y="1306"/>
                  </a:moveTo>
                  <a:cubicBezTo>
                    <a:pt x="955" y="1290"/>
                    <a:pt x="943" y="1273"/>
                    <a:pt x="940" y="1268"/>
                  </a:cubicBezTo>
                  <a:cubicBezTo>
                    <a:pt x="937" y="1263"/>
                    <a:pt x="907" y="1236"/>
                    <a:pt x="899" y="1226"/>
                  </a:cubicBezTo>
                  <a:cubicBezTo>
                    <a:pt x="891" y="1216"/>
                    <a:pt x="898" y="1193"/>
                    <a:pt x="889" y="1190"/>
                  </a:cubicBezTo>
                  <a:cubicBezTo>
                    <a:pt x="880" y="1187"/>
                    <a:pt x="874" y="1200"/>
                    <a:pt x="874" y="1200"/>
                  </a:cubicBezTo>
                  <a:cubicBezTo>
                    <a:pt x="874" y="1200"/>
                    <a:pt x="833" y="1087"/>
                    <a:pt x="834" y="1062"/>
                  </a:cubicBezTo>
                  <a:cubicBezTo>
                    <a:pt x="835" y="1036"/>
                    <a:pt x="828" y="984"/>
                    <a:pt x="816" y="966"/>
                  </a:cubicBezTo>
                  <a:cubicBezTo>
                    <a:pt x="804" y="947"/>
                    <a:pt x="804" y="884"/>
                    <a:pt x="802" y="871"/>
                  </a:cubicBezTo>
                  <a:cubicBezTo>
                    <a:pt x="800" y="858"/>
                    <a:pt x="786" y="841"/>
                    <a:pt x="786" y="841"/>
                  </a:cubicBezTo>
                  <a:cubicBezTo>
                    <a:pt x="786" y="841"/>
                    <a:pt x="778" y="818"/>
                    <a:pt x="767" y="801"/>
                  </a:cubicBezTo>
                  <a:cubicBezTo>
                    <a:pt x="756" y="785"/>
                    <a:pt x="751" y="776"/>
                    <a:pt x="735" y="758"/>
                  </a:cubicBezTo>
                  <a:cubicBezTo>
                    <a:pt x="725" y="747"/>
                    <a:pt x="694" y="697"/>
                    <a:pt x="682" y="685"/>
                  </a:cubicBezTo>
                  <a:cubicBezTo>
                    <a:pt x="677" y="680"/>
                    <a:pt x="671" y="678"/>
                    <a:pt x="664" y="676"/>
                  </a:cubicBezTo>
                  <a:cubicBezTo>
                    <a:pt x="664" y="669"/>
                    <a:pt x="664" y="669"/>
                    <a:pt x="664" y="669"/>
                  </a:cubicBezTo>
                  <a:cubicBezTo>
                    <a:pt x="664" y="669"/>
                    <a:pt x="652" y="638"/>
                    <a:pt x="647" y="632"/>
                  </a:cubicBezTo>
                  <a:cubicBezTo>
                    <a:pt x="642" y="627"/>
                    <a:pt x="634" y="604"/>
                    <a:pt x="637" y="589"/>
                  </a:cubicBezTo>
                  <a:cubicBezTo>
                    <a:pt x="640" y="574"/>
                    <a:pt x="646" y="497"/>
                    <a:pt x="646" y="497"/>
                  </a:cubicBezTo>
                  <a:cubicBezTo>
                    <a:pt x="646" y="497"/>
                    <a:pt x="722" y="434"/>
                    <a:pt x="735" y="431"/>
                  </a:cubicBezTo>
                  <a:cubicBezTo>
                    <a:pt x="748" y="428"/>
                    <a:pt x="766" y="425"/>
                    <a:pt x="775" y="416"/>
                  </a:cubicBezTo>
                  <a:cubicBezTo>
                    <a:pt x="775" y="416"/>
                    <a:pt x="786" y="417"/>
                    <a:pt x="792" y="413"/>
                  </a:cubicBezTo>
                  <a:cubicBezTo>
                    <a:pt x="799" y="408"/>
                    <a:pt x="803" y="399"/>
                    <a:pt x="801" y="393"/>
                  </a:cubicBezTo>
                  <a:cubicBezTo>
                    <a:pt x="798" y="387"/>
                    <a:pt x="804" y="380"/>
                    <a:pt x="793" y="375"/>
                  </a:cubicBezTo>
                  <a:cubicBezTo>
                    <a:pt x="793" y="375"/>
                    <a:pt x="792" y="364"/>
                    <a:pt x="782" y="360"/>
                  </a:cubicBezTo>
                  <a:cubicBezTo>
                    <a:pt x="772" y="356"/>
                    <a:pt x="779" y="358"/>
                    <a:pt x="779" y="358"/>
                  </a:cubicBezTo>
                  <a:cubicBezTo>
                    <a:pt x="779" y="358"/>
                    <a:pt x="771" y="346"/>
                    <a:pt x="755" y="346"/>
                  </a:cubicBezTo>
                  <a:cubicBezTo>
                    <a:pt x="740" y="347"/>
                    <a:pt x="729" y="351"/>
                    <a:pt x="721" y="368"/>
                  </a:cubicBezTo>
                  <a:cubicBezTo>
                    <a:pt x="713" y="384"/>
                    <a:pt x="710" y="402"/>
                    <a:pt x="683" y="409"/>
                  </a:cubicBezTo>
                  <a:cubicBezTo>
                    <a:pt x="656" y="416"/>
                    <a:pt x="644" y="422"/>
                    <a:pt x="644" y="422"/>
                  </a:cubicBezTo>
                  <a:cubicBezTo>
                    <a:pt x="644" y="422"/>
                    <a:pt x="650" y="342"/>
                    <a:pt x="631" y="301"/>
                  </a:cubicBezTo>
                  <a:cubicBezTo>
                    <a:pt x="613" y="261"/>
                    <a:pt x="600" y="246"/>
                    <a:pt x="603" y="231"/>
                  </a:cubicBezTo>
                  <a:cubicBezTo>
                    <a:pt x="606" y="215"/>
                    <a:pt x="607" y="203"/>
                    <a:pt x="607" y="203"/>
                  </a:cubicBezTo>
                  <a:cubicBezTo>
                    <a:pt x="607" y="201"/>
                    <a:pt x="607" y="201"/>
                    <a:pt x="607" y="201"/>
                  </a:cubicBezTo>
                  <a:cubicBezTo>
                    <a:pt x="612" y="200"/>
                    <a:pt x="618" y="199"/>
                    <a:pt x="623" y="197"/>
                  </a:cubicBezTo>
                  <a:cubicBezTo>
                    <a:pt x="626" y="197"/>
                    <a:pt x="629" y="197"/>
                    <a:pt x="630" y="197"/>
                  </a:cubicBezTo>
                  <a:cubicBezTo>
                    <a:pt x="637" y="195"/>
                    <a:pt x="655" y="194"/>
                    <a:pt x="657" y="181"/>
                  </a:cubicBezTo>
                  <a:cubicBezTo>
                    <a:pt x="659" y="175"/>
                    <a:pt x="659" y="169"/>
                    <a:pt x="658" y="164"/>
                  </a:cubicBezTo>
                  <a:cubicBezTo>
                    <a:pt x="660" y="161"/>
                    <a:pt x="662" y="158"/>
                    <a:pt x="662" y="156"/>
                  </a:cubicBezTo>
                  <a:cubicBezTo>
                    <a:pt x="661" y="153"/>
                    <a:pt x="659" y="152"/>
                    <a:pt x="657" y="151"/>
                  </a:cubicBezTo>
                  <a:cubicBezTo>
                    <a:pt x="657" y="150"/>
                    <a:pt x="658" y="149"/>
                    <a:pt x="658" y="149"/>
                  </a:cubicBezTo>
                  <a:cubicBezTo>
                    <a:pt x="658" y="149"/>
                    <a:pt x="658" y="148"/>
                    <a:pt x="659" y="148"/>
                  </a:cubicBezTo>
                  <a:cubicBezTo>
                    <a:pt x="660" y="147"/>
                    <a:pt x="662" y="144"/>
                    <a:pt x="661" y="143"/>
                  </a:cubicBezTo>
                  <a:cubicBezTo>
                    <a:pt x="660" y="141"/>
                    <a:pt x="658" y="132"/>
                    <a:pt x="658" y="132"/>
                  </a:cubicBezTo>
                  <a:cubicBezTo>
                    <a:pt x="658" y="132"/>
                    <a:pt x="669" y="124"/>
                    <a:pt x="663" y="115"/>
                  </a:cubicBezTo>
                  <a:cubicBezTo>
                    <a:pt x="662" y="114"/>
                    <a:pt x="660" y="113"/>
                    <a:pt x="659" y="112"/>
                  </a:cubicBezTo>
                  <a:cubicBezTo>
                    <a:pt x="655" y="107"/>
                    <a:pt x="650" y="102"/>
                    <a:pt x="645" y="97"/>
                  </a:cubicBezTo>
                  <a:cubicBezTo>
                    <a:pt x="645" y="96"/>
                    <a:pt x="645" y="94"/>
                    <a:pt x="645" y="92"/>
                  </a:cubicBezTo>
                  <a:cubicBezTo>
                    <a:pt x="648" y="81"/>
                    <a:pt x="654" y="62"/>
                    <a:pt x="642" y="46"/>
                  </a:cubicBezTo>
                  <a:cubicBezTo>
                    <a:pt x="630" y="30"/>
                    <a:pt x="631" y="9"/>
                    <a:pt x="587" y="4"/>
                  </a:cubicBezTo>
                  <a:cubicBezTo>
                    <a:pt x="582" y="4"/>
                    <a:pt x="574" y="3"/>
                    <a:pt x="569" y="3"/>
                  </a:cubicBezTo>
                  <a:cubicBezTo>
                    <a:pt x="555" y="0"/>
                    <a:pt x="541" y="3"/>
                    <a:pt x="527" y="9"/>
                  </a:cubicBezTo>
                  <a:cubicBezTo>
                    <a:pt x="481" y="31"/>
                    <a:pt x="459" y="56"/>
                    <a:pt x="474" y="122"/>
                  </a:cubicBezTo>
                  <a:cubicBezTo>
                    <a:pt x="474" y="123"/>
                    <a:pt x="474" y="123"/>
                    <a:pt x="474" y="123"/>
                  </a:cubicBezTo>
                  <a:cubicBezTo>
                    <a:pt x="478" y="134"/>
                    <a:pt x="484" y="145"/>
                    <a:pt x="496" y="154"/>
                  </a:cubicBezTo>
                  <a:cubicBezTo>
                    <a:pt x="516" y="168"/>
                    <a:pt x="504" y="198"/>
                    <a:pt x="500" y="200"/>
                  </a:cubicBezTo>
                  <a:cubicBezTo>
                    <a:pt x="496" y="201"/>
                    <a:pt x="456" y="215"/>
                    <a:pt x="448" y="231"/>
                  </a:cubicBezTo>
                  <a:cubicBezTo>
                    <a:pt x="439" y="246"/>
                    <a:pt x="420" y="259"/>
                    <a:pt x="412" y="264"/>
                  </a:cubicBezTo>
                  <a:cubicBezTo>
                    <a:pt x="380" y="285"/>
                    <a:pt x="348" y="337"/>
                    <a:pt x="337" y="361"/>
                  </a:cubicBezTo>
                  <a:cubicBezTo>
                    <a:pt x="327" y="382"/>
                    <a:pt x="309" y="378"/>
                    <a:pt x="309" y="403"/>
                  </a:cubicBezTo>
                  <a:cubicBezTo>
                    <a:pt x="308" y="427"/>
                    <a:pt x="299" y="554"/>
                    <a:pt x="318" y="593"/>
                  </a:cubicBezTo>
                  <a:cubicBezTo>
                    <a:pt x="338" y="633"/>
                    <a:pt x="324" y="648"/>
                    <a:pt x="328" y="672"/>
                  </a:cubicBezTo>
                  <a:cubicBezTo>
                    <a:pt x="333" y="695"/>
                    <a:pt x="336" y="717"/>
                    <a:pt x="355" y="727"/>
                  </a:cubicBezTo>
                  <a:cubicBezTo>
                    <a:pt x="355" y="727"/>
                    <a:pt x="366" y="731"/>
                    <a:pt x="369" y="726"/>
                  </a:cubicBezTo>
                  <a:cubicBezTo>
                    <a:pt x="369" y="726"/>
                    <a:pt x="382" y="729"/>
                    <a:pt x="385" y="724"/>
                  </a:cubicBezTo>
                  <a:cubicBezTo>
                    <a:pt x="396" y="722"/>
                    <a:pt x="396" y="722"/>
                    <a:pt x="396" y="722"/>
                  </a:cubicBezTo>
                  <a:cubicBezTo>
                    <a:pt x="398" y="758"/>
                    <a:pt x="398" y="758"/>
                    <a:pt x="398" y="758"/>
                  </a:cubicBezTo>
                  <a:cubicBezTo>
                    <a:pt x="398" y="758"/>
                    <a:pt x="407" y="789"/>
                    <a:pt x="414" y="798"/>
                  </a:cubicBezTo>
                  <a:cubicBezTo>
                    <a:pt x="410" y="827"/>
                    <a:pt x="407" y="859"/>
                    <a:pt x="408" y="868"/>
                  </a:cubicBezTo>
                  <a:cubicBezTo>
                    <a:pt x="410" y="886"/>
                    <a:pt x="420" y="945"/>
                    <a:pt x="388" y="926"/>
                  </a:cubicBezTo>
                  <a:cubicBezTo>
                    <a:pt x="357" y="906"/>
                    <a:pt x="298" y="919"/>
                    <a:pt x="255" y="925"/>
                  </a:cubicBezTo>
                  <a:cubicBezTo>
                    <a:pt x="212" y="931"/>
                    <a:pt x="150" y="924"/>
                    <a:pt x="141" y="916"/>
                  </a:cubicBezTo>
                  <a:cubicBezTo>
                    <a:pt x="131" y="908"/>
                    <a:pt x="122" y="891"/>
                    <a:pt x="110" y="884"/>
                  </a:cubicBezTo>
                  <a:cubicBezTo>
                    <a:pt x="98" y="877"/>
                    <a:pt x="95" y="872"/>
                    <a:pt x="95" y="872"/>
                  </a:cubicBezTo>
                  <a:cubicBezTo>
                    <a:pt x="95" y="872"/>
                    <a:pt x="92" y="867"/>
                    <a:pt x="76" y="869"/>
                  </a:cubicBezTo>
                  <a:cubicBezTo>
                    <a:pt x="61" y="871"/>
                    <a:pt x="46" y="895"/>
                    <a:pt x="38" y="921"/>
                  </a:cubicBezTo>
                  <a:cubicBezTo>
                    <a:pt x="29" y="946"/>
                    <a:pt x="3" y="974"/>
                    <a:pt x="3" y="999"/>
                  </a:cubicBezTo>
                  <a:cubicBezTo>
                    <a:pt x="3" y="1025"/>
                    <a:pt x="0" y="1094"/>
                    <a:pt x="27" y="1085"/>
                  </a:cubicBezTo>
                  <a:cubicBezTo>
                    <a:pt x="62" y="1073"/>
                    <a:pt x="77" y="1028"/>
                    <a:pt x="94" y="1014"/>
                  </a:cubicBezTo>
                  <a:cubicBezTo>
                    <a:pt x="110" y="1000"/>
                    <a:pt x="126" y="996"/>
                    <a:pt x="125" y="991"/>
                  </a:cubicBezTo>
                  <a:cubicBezTo>
                    <a:pt x="124" y="986"/>
                    <a:pt x="123" y="983"/>
                    <a:pt x="123" y="983"/>
                  </a:cubicBezTo>
                  <a:cubicBezTo>
                    <a:pt x="123" y="983"/>
                    <a:pt x="146" y="980"/>
                    <a:pt x="170" y="985"/>
                  </a:cubicBezTo>
                  <a:cubicBezTo>
                    <a:pt x="194" y="990"/>
                    <a:pt x="304" y="1016"/>
                    <a:pt x="338" y="1016"/>
                  </a:cubicBezTo>
                  <a:cubicBezTo>
                    <a:pt x="372" y="1016"/>
                    <a:pt x="414" y="1042"/>
                    <a:pt x="436" y="1035"/>
                  </a:cubicBezTo>
                  <a:cubicBezTo>
                    <a:pt x="457" y="1028"/>
                    <a:pt x="486" y="1009"/>
                    <a:pt x="512" y="926"/>
                  </a:cubicBezTo>
                  <a:cubicBezTo>
                    <a:pt x="512" y="926"/>
                    <a:pt x="532" y="878"/>
                    <a:pt x="540" y="871"/>
                  </a:cubicBezTo>
                  <a:cubicBezTo>
                    <a:pt x="549" y="864"/>
                    <a:pt x="560" y="854"/>
                    <a:pt x="560" y="854"/>
                  </a:cubicBezTo>
                  <a:cubicBezTo>
                    <a:pt x="560" y="854"/>
                    <a:pt x="575" y="870"/>
                    <a:pt x="587" y="866"/>
                  </a:cubicBezTo>
                  <a:cubicBezTo>
                    <a:pt x="600" y="862"/>
                    <a:pt x="610" y="855"/>
                    <a:pt x="618" y="857"/>
                  </a:cubicBezTo>
                  <a:cubicBezTo>
                    <a:pt x="626" y="859"/>
                    <a:pt x="698" y="881"/>
                    <a:pt x="708" y="901"/>
                  </a:cubicBezTo>
                  <a:cubicBezTo>
                    <a:pt x="718" y="922"/>
                    <a:pt x="719" y="1016"/>
                    <a:pt x="739" y="1039"/>
                  </a:cubicBezTo>
                  <a:cubicBezTo>
                    <a:pt x="760" y="1061"/>
                    <a:pt x="801" y="1152"/>
                    <a:pt x="801" y="1185"/>
                  </a:cubicBezTo>
                  <a:cubicBezTo>
                    <a:pt x="801" y="1185"/>
                    <a:pt x="788" y="1206"/>
                    <a:pt x="785" y="1220"/>
                  </a:cubicBezTo>
                  <a:cubicBezTo>
                    <a:pt x="782" y="1235"/>
                    <a:pt x="776" y="1233"/>
                    <a:pt x="775" y="1242"/>
                  </a:cubicBezTo>
                  <a:cubicBezTo>
                    <a:pt x="774" y="1251"/>
                    <a:pt x="769" y="1256"/>
                    <a:pt x="784" y="1263"/>
                  </a:cubicBezTo>
                  <a:cubicBezTo>
                    <a:pt x="799" y="1270"/>
                    <a:pt x="846" y="1297"/>
                    <a:pt x="868" y="1304"/>
                  </a:cubicBezTo>
                  <a:cubicBezTo>
                    <a:pt x="891" y="1311"/>
                    <a:pt x="965" y="1345"/>
                    <a:pt x="980" y="1336"/>
                  </a:cubicBezTo>
                  <a:cubicBezTo>
                    <a:pt x="996" y="1327"/>
                    <a:pt x="996" y="1323"/>
                    <a:pt x="975" y="1306"/>
                  </a:cubicBezTo>
                  <a:close/>
                  <a:moveTo>
                    <a:pt x="396" y="639"/>
                  </a:moveTo>
                  <a:cubicBezTo>
                    <a:pt x="390" y="632"/>
                    <a:pt x="379" y="566"/>
                    <a:pt x="381" y="545"/>
                  </a:cubicBezTo>
                  <a:cubicBezTo>
                    <a:pt x="383" y="523"/>
                    <a:pt x="388" y="464"/>
                    <a:pt x="386" y="432"/>
                  </a:cubicBezTo>
                  <a:cubicBezTo>
                    <a:pt x="384" y="400"/>
                    <a:pt x="400" y="407"/>
                    <a:pt x="400" y="407"/>
                  </a:cubicBezTo>
                  <a:cubicBezTo>
                    <a:pt x="398" y="446"/>
                    <a:pt x="424" y="499"/>
                    <a:pt x="426" y="529"/>
                  </a:cubicBezTo>
                  <a:cubicBezTo>
                    <a:pt x="428" y="559"/>
                    <a:pt x="419" y="612"/>
                    <a:pt x="425" y="637"/>
                  </a:cubicBezTo>
                  <a:cubicBezTo>
                    <a:pt x="431" y="663"/>
                    <a:pt x="420" y="667"/>
                    <a:pt x="420" y="667"/>
                  </a:cubicBezTo>
                  <a:cubicBezTo>
                    <a:pt x="419" y="660"/>
                    <a:pt x="402" y="647"/>
                    <a:pt x="396" y="639"/>
                  </a:cubicBezTo>
                  <a:close/>
                </a:path>
              </a:pathLst>
            </a:custGeom>
            <a:solidFill>
              <a:srgbClr val="70AD47"/>
            </a:solidFill>
            <a:ln w="9525">
              <a:noFill/>
              <a:round/>
              <a:headEnd/>
              <a:tailEnd/>
            </a:ln>
          </p:spPr>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12" name="Freeform 13">
              <a:extLst>
                <a:ext uri="{FF2B5EF4-FFF2-40B4-BE49-F238E27FC236}">
                  <a16:creationId xmlns:a16="http://schemas.microsoft.com/office/drawing/2014/main" id="{9F53139A-C574-D494-2115-51E0CD1E181A}"/>
                </a:ext>
              </a:extLst>
            </p:cNvPr>
            <p:cNvSpPr>
              <a:spLocks noEditPoints="1"/>
            </p:cNvSpPr>
            <p:nvPr/>
          </p:nvSpPr>
          <p:spPr bwMode="auto">
            <a:xfrm>
              <a:off x="5978100" y="774193"/>
              <a:ext cx="726978" cy="984177"/>
            </a:xfrm>
            <a:custGeom>
              <a:avLst/>
              <a:gdLst/>
              <a:ahLst/>
              <a:cxnLst>
                <a:cxn ang="0">
                  <a:pos x="934" y="1345"/>
                </a:cxn>
                <a:cxn ang="0">
                  <a:pos x="886" y="1265"/>
                </a:cxn>
                <a:cxn ang="0">
                  <a:pos x="835" y="1135"/>
                </a:cxn>
                <a:cxn ang="0">
                  <a:pos x="809" y="944"/>
                </a:cxn>
                <a:cxn ang="0">
                  <a:pos x="776" y="873"/>
                </a:cxn>
                <a:cxn ang="0">
                  <a:pos x="763" y="849"/>
                </a:cxn>
                <a:cxn ang="0">
                  <a:pos x="658" y="696"/>
                </a:cxn>
                <a:cxn ang="0">
                  <a:pos x="657" y="693"/>
                </a:cxn>
                <a:cxn ang="0">
                  <a:pos x="677" y="612"/>
                </a:cxn>
                <a:cxn ang="0">
                  <a:pos x="725" y="338"/>
                </a:cxn>
                <a:cxn ang="0">
                  <a:pos x="920" y="390"/>
                </a:cxn>
                <a:cxn ang="0">
                  <a:pos x="828" y="167"/>
                </a:cxn>
                <a:cxn ang="0">
                  <a:pos x="786" y="106"/>
                </a:cxn>
                <a:cxn ang="0">
                  <a:pos x="746" y="122"/>
                </a:cxn>
                <a:cxn ang="0">
                  <a:pos x="728" y="130"/>
                </a:cxn>
                <a:cxn ang="0">
                  <a:pos x="709" y="65"/>
                </a:cxn>
                <a:cxn ang="0">
                  <a:pos x="556" y="161"/>
                </a:cxn>
                <a:cxn ang="0">
                  <a:pos x="571" y="221"/>
                </a:cxn>
                <a:cxn ang="0">
                  <a:pos x="523" y="287"/>
                </a:cxn>
                <a:cxn ang="0">
                  <a:pos x="382" y="392"/>
                </a:cxn>
                <a:cxn ang="0">
                  <a:pos x="281" y="572"/>
                </a:cxn>
                <a:cxn ang="0">
                  <a:pos x="250" y="634"/>
                </a:cxn>
                <a:cxn ang="0">
                  <a:pos x="273" y="653"/>
                </a:cxn>
                <a:cxn ang="0">
                  <a:pos x="313" y="612"/>
                </a:cxn>
                <a:cxn ang="0">
                  <a:pos x="428" y="437"/>
                </a:cxn>
                <a:cxn ang="0">
                  <a:pos x="502" y="409"/>
                </a:cxn>
                <a:cxn ang="0">
                  <a:pos x="467" y="582"/>
                </a:cxn>
                <a:cxn ang="0">
                  <a:pos x="411" y="701"/>
                </a:cxn>
                <a:cxn ang="0">
                  <a:pos x="406" y="721"/>
                </a:cxn>
                <a:cxn ang="0">
                  <a:pos x="410" y="835"/>
                </a:cxn>
                <a:cxn ang="0">
                  <a:pos x="415" y="929"/>
                </a:cxn>
                <a:cxn ang="0">
                  <a:pos x="260" y="981"/>
                </a:cxn>
                <a:cxn ang="0">
                  <a:pos x="117" y="935"/>
                </a:cxn>
                <a:cxn ang="0">
                  <a:pos x="84" y="918"/>
                </a:cxn>
                <a:cxn ang="0">
                  <a:pos x="6" y="1046"/>
                </a:cxn>
                <a:cxn ang="0">
                  <a:pos x="96" y="1064"/>
                </a:cxn>
                <a:cxn ang="0">
                  <a:pos x="127" y="1034"/>
                </a:cxn>
                <a:cxn ang="0">
                  <a:pos x="341" y="1074"/>
                </a:cxn>
                <a:cxn ang="0">
                  <a:pos x="517" y="989"/>
                </a:cxn>
                <a:cxn ang="0">
                  <a:pos x="567" y="919"/>
                </a:cxn>
                <a:cxn ang="0">
                  <a:pos x="625" y="923"/>
                </a:cxn>
                <a:cxn ang="0">
                  <a:pos x="741" y="1110"/>
                </a:cxn>
                <a:cxn ang="0">
                  <a:pos x="781" y="1292"/>
                </a:cxn>
                <a:cxn ang="0">
                  <a:pos x="778" y="1335"/>
                </a:cxn>
                <a:cxn ang="0">
                  <a:pos x="972" y="1414"/>
                </a:cxn>
                <a:cxn ang="0">
                  <a:pos x="744" y="193"/>
                </a:cxn>
                <a:cxn ang="0">
                  <a:pos x="794" y="209"/>
                </a:cxn>
                <a:cxn ang="0">
                  <a:pos x="805" y="270"/>
                </a:cxn>
                <a:cxn ang="0">
                  <a:pos x="738" y="215"/>
                </a:cxn>
              </a:cxnLst>
              <a:rect l="0" t="0" r="r" b="b"/>
              <a:pathLst>
                <a:path w="988" h="1423">
                  <a:moveTo>
                    <a:pt x="968" y="1385"/>
                  </a:moveTo>
                  <a:cubicBezTo>
                    <a:pt x="948" y="1368"/>
                    <a:pt x="937" y="1350"/>
                    <a:pt x="934" y="1345"/>
                  </a:cubicBezTo>
                  <a:cubicBezTo>
                    <a:pt x="931" y="1339"/>
                    <a:pt x="902" y="1312"/>
                    <a:pt x="895" y="1301"/>
                  </a:cubicBezTo>
                  <a:cubicBezTo>
                    <a:pt x="887" y="1291"/>
                    <a:pt x="895" y="1269"/>
                    <a:pt x="886" y="1265"/>
                  </a:cubicBezTo>
                  <a:cubicBezTo>
                    <a:pt x="877" y="1262"/>
                    <a:pt x="870" y="1275"/>
                    <a:pt x="870" y="1275"/>
                  </a:cubicBezTo>
                  <a:cubicBezTo>
                    <a:pt x="870" y="1275"/>
                    <a:pt x="833" y="1161"/>
                    <a:pt x="835" y="1135"/>
                  </a:cubicBezTo>
                  <a:cubicBezTo>
                    <a:pt x="837" y="1110"/>
                    <a:pt x="831" y="1058"/>
                    <a:pt x="820" y="1039"/>
                  </a:cubicBezTo>
                  <a:cubicBezTo>
                    <a:pt x="808" y="1020"/>
                    <a:pt x="810" y="957"/>
                    <a:pt x="809" y="944"/>
                  </a:cubicBezTo>
                  <a:cubicBezTo>
                    <a:pt x="807" y="930"/>
                    <a:pt x="793" y="914"/>
                    <a:pt x="793" y="914"/>
                  </a:cubicBezTo>
                  <a:cubicBezTo>
                    <a:pt x="793" y="914"/>
                    <a:pt x="787" y="890"/>
                    <a:pt x="776" y="873"/>
                  </a:cubicBezTo>
                  <a:cubicBezTo>
                    <a:pt x="771" y="864"/>
                    <a:pt x="767" y="857"/>
                    <a:pt x="762" y="850"/>
                  </a:cubicBezTo>
                  <a:cubicBezTo>
                    <a:pt x="763" y="849"/>
                    <a:pt x="763" y="849"/>
                    <a:pt x="763" y="849"/>
                  </a:cubicBezTo>
                  <a:cubicBezTo>
                    <a:pt x="763" y="849"/>
                    <a:pt x="702" y="742"/>
                    <a:pt x="677" y="721"/>
                  </a:cubicBezTo>
                  <a:cubicBezTo>
                    <a:pt x="666" y="711"/>
                    <a:pt x="661" y="704"/>
                    <a:pt x="658" y="696"/>
                  </a:cubicBezTo>
                  <a:cubicBezTo>
                    <a:pt x="660" y="696"/>
                    <a:pt x="660" y="696"/>
                    <a:pt x="660" y="696"/>
                  </a:cubicBezTo>
                  <a:cubicBezTo>
                    <a:pt x="659" y="695"/>
                    <a:pt x="658" y="694"/>
                    <a:pt x="657" y="693"/>
                  </a:cubicBezTo>
                  <a:cubicBezTo>
                    <a:pt x="656" y="687"/>
                    <a:pt x="656" y="680"/>
                    <a:pt x="656" y="670"/>
                  </a:cubicBezTo>
                  <a:cubicBezTo>
                    <a:pt x="661" y="654"/>
                    <a:pt x="672" y="633"/>
                    <a:pt x="677" y="612"/>
                  </a:cubicBezTo>
                  <a:cubicBezTo>
                    <a:pt x="685" y="577"/>
                    <a:pt x="719" y="465"/>
                    <a:pt x="716" y="437"/>
                  </a:cubicBezTo>
                  <a:cubicBezTo>
                    <a:pt x="713" y="408"/>
                    <a:pt x="724" y="342"/>
                    <a:pt x="725" y="338"/>
                  </a:cubicBezTo>
                  <a:cubicBezTo>
                    <a:pt x="726" y="333"/>
                    <a:pt x="783" y="378"/>
                    <a:pt x="827" y="384"/>
                  </a:cubicBezTo>
                  <a:cubicBezTo>
                    <a:pt x="870" y="391"/>
                    <a:pt x="900" y="407"/>
                    <a:pt x="920" y="390"/>
                  </a:cubicBezTo>
                  <a:cubicBezTo>
                    <a:pt x="939" y="373"/>
                    <a:pt x="930" y="332"/>
                    <a:pt x="920" y="313"/>
                  </a:cubicBezTo>
                  <a:cubicBezTo>
                    <a:pt x="910" y="293"/>
                    <a:pt x="838" y="177"/>
                    <a:pt x="828" y="167"/>
                  </a:cubicBezTo>
                  <a:cubicBezTo>
                    <a:pt x="818" y="156"/>
                    <a:pt x="819" y="156"/>
                    <a:pt x="817" y="146"/>
                  </a:cubicBezTo>
                  <a:cubicBezTo>
                    <a:pt x="815" y="136"/>
                    <a:pt x="793" y="106"/>
                    <a:pt x="786" y="106"/>
                  </a:cubicBezTo>
                  <a:cubicBezTo>
                    <a:pt x="778" y="106"/>
                    <a:pt x="768" y="104"/>
                    <a:pt x="766" y="110"/>
                  </a:cubicBezTo>
                  <a:cubicBezTo>
                    <a:pt x="766" y="110"/>
                    <a:pt x="746" y="98"/>
                    <a:pt x="746" y="122"/>
                  </a:cubicBezTo>
                  <a:cubicBezTo>
                    <a:pt x="746" y="122"/>
                    <a:pt x="744" y="125"/>
                    <a:pt x="735" y="124"/>
                  </a:cubicBezTo>
                  <a:cubicBezTo>
                    <a:pt x="729" y="124"/>
                    <a:pt x="728" y="127"/>
                    <a:pt x="728" y="130"/>
                  </a:cubicBezTo>
                  <a:cubicBezTo>
                    <a:pt x="723" y="125"/>
                    <a:pt x="715" y="116"/>
                    <a:pt x="716" y="108"/>
                  </a:cubicBezTo>
                  <a:cubicBezTo>
                    <a:pt x="717" y="95"/>
                    <a:pt x="714" y="77"/>
                    <a:pt x="709" y="65"/>
                  </a:cubicBezTo>
                  <a:cubicBezTo>
                    <a:pt x="698" y="41"/>
                    <a:pt x="620" y="0"/>
                    <a:pt x="560" y="60"/>
                  </a:cubicBezTo>
                  <a:cubicBezTo>
                    <a:pt x="560" y="60"/>
                    <a:pt x="531" y="118"/>
                    <a:pt x="556" y="161"/>
                  </a:cubicBezTo>
                  <a:cubicBezTo>
                    <a:pt x="581" y="204"/>
                    <a:pt x="583" y="193"/>
                    <a:pt x="581" y="201"/>
                  </a:cubicBezTo>
                  <a:cubicBezTo>
                    <a:pt x="578" y="210"/>
                    <a:pt x="575" y="212"/>
                    <a:pt x="571" y="221"/>
                  </a:cubicBezTo>
                  <a:cubicBezTo>
                    <a:pt x="566" y="229"/>
                    <a:pt x="552" y="242"/>
                    <a:pt x="549" y="243"/>
                  </a:cubicBezTo>
                  <a:cubicBezTo>
                    <a:pt x="546" y="245"/>
                    <a:pt x="524" y="275"/>
                    <a:pt x="523" y="287"/>
                  </a:cubicBezTo>
                  <a:cubicBezTo>
                    <a:pt x="522" y="299"/>
                    <a:pt x="504" y="314"/>
                    <a:pt x="491" y="317"/>
                  </a:cubicBezTo>
                  <a:cubicBezTo>
                    <a:pt x="459" y="324"/>
                    <a:pt x="397" y="384"/>
                    <a:pt x="382" y="392"/>
                  </a:cubicBezTo>
                  <a:cubicBezTo>
                    <a:pt x="370" y="399"/>
                    <a:pt x="372" y="412"/>
                    <a:pt x="354" y="428"/>
                  </a:cubicBezTo>
                  <a:cubicBezTo>
                    <a:pt x="336" y="444"/>
                    <a:pt x="293" y="562"/>
                    <a:pt x="281" y="572"/>
                  </a:cubicBezTo>
                  <a:cubicBezTo>
                    <a:pt x="269" y="582"/>
                    <a:pt x="256" y="608"/>
                    <a:pt x="256" y="617"/>
                  </a:cubicBezTo>
                  <a:cubicBezTo>
                    <a:pt x="256" y="617"/>
                    <a:pt x="244" y="627"/>
                    <a:pt x="250" y="634"/>
                  </a:cubicBezTo>
                  <a:cubicBezTo>
                    <a:pt x="255" y="640"/>
                    <a:pt x="255" y="648"/>
                    <a:pt x="263" y="648"/>
                  </a:cubicBezTo>
                  <a:cubicBezTo>
                    <a:pt x="263" y="648"/>
                    <a:pt x="269" y="656"/>
                    <a:pt x="273" y="653"/>
                  </a:cubicBezTo>
                  <a:cubicBezTo>
                    <a:pt x="273" y="653"/>
                    <a:pt x="285" y="661"/>
                    <a:pt x="293" y="659"/>
                  </a:cubicBezTo>
                  <a:cubicBezTo>
                    <a:pt x="302" y="657"/>
                    <a:pt x="317" y="659"/>
                    <a:pt x="313" y="612"/>
                  </a:cubicBezTo>
                  <a:cubicBezTo>
                    <a:pt x="308" y="566"/>
                    <a:pt x="351" y="547"/>
                    <a:pt x="368" y="517"/>
                  </a:cubicBezTo>
                  <a:cubicBezTo>
                    <a:pt x="385" y="486"/>
                    <a:pt x="428" y="445"/>
                    <a:pt x="428" y="437"/>
                  </a:cubicBezTo>
                  <a:cubicBezTo>
                    <a:pt x="428" y="437"/>
                    <a:pt x="463" y="438"/>
                    <a:pt x="488" y="418"/>
                  </a:cubicBezTo>
                  <a:cubicBezTo>
                    <a:pt x="513" y="399"/>
                    <a:pt x="502" y="409"/>
                    <a:pt x="502" y="409"/>
                  </a:cubicBezTo>
                  <a:cubicBezTo>
                    <a:pt x="502" y="409"/>
                    <a:pt x="508" y="447"/>
                    <a:pt x="492" y="471"/>
                  </a:cubicBezTo>
                  <a:cubicBezTo>
                    <a:pt x="475" y="495"/>
                    <a:pt x="467" y="564"/>
                    <a:pt x="467" y="582"/>
                  </a:cubicBezTo>
                  <a:cubicBezTo>
                    <a:pt x="467" y="582"/>
                    <a:pt x="435" y="621"/>
                    <a:pt x="428" y="648"/>
                  </a:cubicBezTo>
                  <a:cubicBezTo>
                    <a:pt x="424" y="660"/>
                    <a:pt x="417" y="680"/>
                    <a:pt x="411" y="701"/>
                  </a:cubicBezTo>
                  <a:cubicBezTo>
                    <a:pt x="410" y="702"/>
                    <a:pt x="410" y="702"/>
                    <a:pt x="410" y="702"/>
                  </a:cubicBezTo>
                  <a:cubicBezTo>
                    <a:pt x="410" y="702"/>
                    <a:pt x="408" y="709"/>
                    <a:pt x="406" y="721"/>
                  </a:cubicBezTo>
                  <a:cubicBezTo>
                    <a:pt x="402" y="737"/>
                    <a:pt x="400" y="753"/>
                    <a:pt x="401" y="766"/>
                  </a:cubicBezTo>
                  <a:cubicBezTo>
                    <a:pt x="400" y="788"/>
                    <a:pt x="402" y="813"/>
                    <a:pt x="410" y="835"/>
                  </a:cubicBezTo>
                  <a:cubicBezTo>
                    <a:pt x="414" y="845"/>
                    <a:pt x="418" y="852"/>
                    <a:pt x="423" y="859"/>
                  </a:cubicBezTo>
                  <a:cubicBezTo>
                    <a:pt x="419" y="888"/>
                    <a:pt x="414" y="919"/>
                    <a:pt x="415" y="929"/>
                  </a:cubicBezTo>
                  <a:cubicBezTo>
                    <a:pt x="417" y="946"/>
                    <a:pt x="425" y="1005"/>
                    <a:pt x="394" y="985"/>
                  </a:cubicBezTo>
                  <a:cubicBezTo>
                    <a:pt x="363" y="965"/>
                    <a:pt x="303" y="976"/>
                    <a:pt x="260" y="981"/>
                  </a:cubicBezTo>
                  <a:cubicBezTo>
                    <a:pt x="217" y="985"/>
                    <a:pt x="155" y="976"/>
                    <a:pt x="146" y="968"/>
                  </a:cubicBezTo>
                  <a:cubicBezTo>
                    <a:pt x="138" y="959"/>
                    <a:pt x="129" y="942"/>
                    <a:pt x="117" y="935"/>
                  </a:cubicBezTo>
                  <a:cubicBezTo>
                    <a:pt x="105" y="927"/>
                    <a:pt x="102" y="922"/>
                    <a:pt x="102" y="922"/>
                  </a:cubicBezTo>
                  <a:cubicBezTo>
                    <a:pt x="102" y="922"/>
                    <a:pt x="99" y="917"/>
                    <a:pt x="84" y="918"/>
                  </a:cubicBezTo>
                  <a:cubicBezTo>
                    <a:pt x="69" y="920"/>
                    <a:pt x="52" y="944"/>
                    <a:pt x="43" y="969"/>
                  </a:cubicBezTo>
                  <a:cubicBezTo>
                    <a:pt x="34" y="994"/>
                    <a:pt x="7" y="1021"/>
                    <a:pt x="6" y="1046"/>
                  </a:cubicBezTo>
                  <a:cubicBezTo>
                    <a:pt x="5" y="1072"/>
                    <a:pt x="0" y="1141"/>
                    <a:pt x="28" y="1133"/>
                  </a:cubicBezTo>
                  <a:cubicBezTo>
                    <a:pt x="63" y="1122"/>
                    <a:pt x="79" y="1077"/>
                    <a:pt x="96" y="1064"/>
                  </a:cubicBezTo>
                  <a:cubicBezTo>
                    <a:pt x="113" y="1050"/>
                    <a:pt x="129" y="1048"/>
                    <a:pt x="129" y="1042"/>
                  </a:cubicBezTo>
                  <a:cubicBezTo>
                    <a:pt x="128" y="1037"/>
                    <a:pt x="127" y="1034"/>
                    <a:pt x="127" y="1034"/>
                  </a:cubicBezTo>
                  <a:cubicBezTo>
                    <a:pt x="127" y="1034"/>
                    <a:pt x="149" y="1032"/>
                    <a:pt x="174" y="1038"/>
                  </a:cubicBezTo>
                  <a:cubicBezTo>
                    <a:pt x="198" y="1044"/>
                    <a:pt x="307" y="1073"/>
                    <a:pt x="341" y="1074"/>
                  </a:cubicBezTo>
                  <a:cubicBezTo>
                    <a:pt x="374" y="1075"/>
                    <a:pt x="416" y="1102"/>
                    <a:pt x="438" y="1096"/>
                  </a:cubicBezTo>
                  <a:cubicBezTo>
                    <a:pt x="459" y="1089"/>
                    <a:pt x="489" y="1072"/>
                    <a:pt x="517" y="989"/>
                  </a:cubicBezTo>
                  <a:cubicBezTo>
                    <a:pt x="517" y="989"/>
                    <a:pt x="539" y="942"/>
                    <a:pt x="548" y="935"/>
                  </a:cubicBezTo>
                  <a:cubicBezTo>
                    <a:pt x="556" y="928"/>
                    <a:pt x="567" y="919"/>
                    <a:pt x="567" y="919"/>
                  </a:cubicBezTo>
                  <a:cubicBezTo>
                    <a:pt x="567" y="919"/>
                    <a:pt x="582" y="935"/>
                    <a:pt x="595" y="932"/>
                  </a:cubicBezTo>
                  <a:cubicBezTo>
                    <a:pt x="607" y="928"/>
                    <a:pt x="617" y="921"/>
                    <a:pt x="625" y="923"/>
                  </a:cubicBezTo>
                  <a:cubicBezTo>
                    <a:pt x="633" y="926"/>
                    <a:pt x="705" y="950"/>
                    <a:pt x="714" y="971"/>
                  </a:cubicBezTo>
                  <a:cubicBezTo>
                    <a:pt x="724" y="992"/>
                    <a:pt x="721" y="1086"/>
                    <a:pt x="741" y="1110"/>
                  </a:cubicBezTo>
                  <a:cubicBezTo>
                    <a:pt x="761" y="1133"/>
                    <a:pt x="799" y="1225"/>
                    <a:pt x="798" y="1257"/>
                  </a:cubicBezTo>
                  <a:cubicBezTo>
                    <a:pt x="798" y="1257"/>
                    <a:pt x="784" y="1278"/>
                    <a:pt x="781" y="1292"/>
                  </a:cubicBezTo>
                  <a:cubicBezTo>
                    <a:pt x="777" y="1307"/>
                    <a:pt x="771" y="1304"/>
                    <a:pt x="770" y="1314"/>
                  </a:cubicBezTo>
                  <a:cubicBezTo>
                    <a:pt x="768" y="1323"/>
                    <a:pt x="763" y="1328"/>
                    <a:pt x="778" y="1335"/>
                  </a:cubicBezTo>
                  <a:cubicBezTo>
                    <a:pt x="793" y="1343"/>
                    <a:pt x="839" y="1371"/>
                    <a:pt x="861" y="1379"/>
                  </a:cubicBezTo>
                  <a:cubicBezTo>
                    <a:pt x="884" y="1387"/>
                    <a:pt x="957" y="1423"/>
                    <a:pt x="972" y="1414"/>
                  </a:cubicBezTo>
                  <a:cubicBezTo>
                    <a:pt x="988" y="1406"/>
                    <a:pt x="988" y="1402"/>
                    <a:pt x="968" y="1385"/>
                  </a:cubicBezTo>
                  <a:close/>
                  <a:moveTo>
                    <a:pt x="744" y="193"/>
                  </a:moveTo>
                  <a:cubicBezTo>
                    <a:pt x="753" y="196"/>
                    <a:pt x="763" y="199"/>
                    <a:pt x="770" y="199"/>
                  </a:cubicBezTo>
                  <a:cubicBezTo>
                    <a:pt x="789" y="199"/>
                    <a:pt x="791" y="197"/>
                    <a:pt x="794" y="209"/>
                  </a:cubicBezTo>
                  <a:cubicBezTo>
                    <a:pt x="797" y="221"/>
                    <a:pt x="829" y="257"/>
                    <a:pt x="829" y="278"/>
                  </a:cubicBezTo>
                  <a:cubicBezTo>
                    <a:pt x="829" y="278"/>
                    <a:pt x="821" y="281"/>
                    <a:pt x="805" y="270"/>
                  </a:cubicBezTo>
                  <a:cubicBezTo>
                    <a:pt x="789" y="258"/>
                    <a:pt x="783" y="270"/>
                    <a:pt x="758" y="238"/>
                  </a:cubicBezTo>
                  <a:cubicBezTo>
                    <a:pt x="746" y="223"/>
                    <a:pt x="741" y="217"/>
                    <a:pt x="738" y="215"/>
                  </a:cubicBezTo>
                  <a:cubicBezTo>
                    <a:pt x="741" y="214"/>
                    <a:pt x="747" y="210"/>
                    <a:pt x="744" y="193"/>
                  </a:cubicBezTo>
                  <a:close/>
                </a:path>
              </a:pathLst>
            </a:custGeom>
            <a:solidFill>
              <a:srgbClr val="A5A5A5"/>
            </a:solidFill>
            <a:ln w="9525">
              <a:noFill/>
              <a:round/>
              <a:headEnd/>
              <a:tailEnd/>
            </a:ln>
          </p:spPr>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13" name="Freeform 14">
              <a:extLst>
                <a:ext uri="{FF2B5EF4-FFF2-40B4-BE49-F238E27FC236}">
                  <a16:creationId xmlns:a16="http://schemas.microsoft.com/office/drawing/2014/main" id="{55DDB6A3-D2CE-4D00-78D3-3703232EF05A}"/>
                </a:ext>
              </a:extLst>
            </p:cNvPr>
            <p:cNvSpPr>
              <a:spLocks/>
            </p:cNvSpPr>
            <p:nvPr/>
          </p:nvSpPr>
          <p:spPr bwMode="auto">
            <a:xfrm>
              <a:off x="7580756" y="839894"/>
              <a:ext cx="659766" cy="918475"/>
            </a:xfrm>
            <a:custGeom>
              <a:avLst/>
              <a:gdLst/>
              <a:ahLst/>
              <a:cxnLst>
                <a:cxn ang="0">
                  <a:pos x="875" y="1275"/>
                </a:cxn>
                <a:cxn ang="0">
                  <a:pos x="834" y="1187"/>
                </a:cxn>
                <a:cxn ang="0">
                  <a:pos x="825" y="1160"/>
                </a:cxn>
                <a:cxn ang="0">
                  <a:pos x="849" y="903"/>
                </a:cxn>
                <a:cxn ang="0">
                  <a:pos x="822" y="769"/>
                </a:cxn>
                <a:cxn ang="0">
                  <a:pos x="694" y="687"/>
                </a:cxn>
                <a:cxn ang="0">
                  <a:pos x="652" y="526"/>
                </a:cxn>
                <a:cxn ang="0">
                  <a:pos x="730" y="330"/>
                </a:cxn>
                <a:cxn ang="0">
                  <a:pos x="742" y="270"/>
                </a:cxn>
                <a:cxn ang="0">
                  <a:pos x="711" y="254"/>
                </a:cxn>
                <a:cxn ang="0">
                  <a:pos x="687" y="298"/>
                </a:cxn>
                <a:cxn ang="0">
                  <a:pos x="634" y="267"/>
                </a:cxn>
                <a:cxn ang="0">
                  <a:pos x="622" y="190"/>
                </a:cxn>
                <a:cxn ang="0">
                  <a:pos x="635" y="188"/>
                </a:cxn>
                <a:cxn ang="0">
                  <a:pos x="663" y="145"/>
                </a:cxn>
                <a:cxn ang="0">
                  <a:pos x="659" y="138"/>
                </a:cxn>
                <a:cxn ang="0">
                  <a:pos x="658" y="122"/>
                </a:cxn>
                <a:cxn ang="0">
                  <a:pos x="642" y="82"/>
                </a:cxn>
                <a:cxn ang="0">
                  <a:pos x="577" y="1"/>
                </a:cxn>
                <a:cxn ang="0">
                  <a:pos x="474" y="79"/>
                </a:cxn>
                <a:cxn ang="0">
                  <a:pos x="514" y="174"/>
                </a:cxn>
                <a:cxn ang="0">
                  <a:pos x="493" y="201"/>
                </a:cxn>
                <a:cxn ang="0">
                  <a:pos x="441" y="280"/>
                </a:cxn>
                <a:cxn ang="0">
                  <a:pos x="314" y="401"/>
                </a:cxn>
                <a:cxn ang="0">
                  <a:pos x="232" y="597"/>
                </a:cxn>
                <a:cxn ang="0">
                  <a:pos x="241" y="628"/>
                </a:cxn>
                <a:cxn ang="0">
                  <a:pos x="272" y="636"/>
                </a:cxn>
                <a:cxn ang="0">
                  <a:pos x="335" y="489"/>
                </a:cxn>
                <a:cxn ang="0">
                  <a:pos x="447" y="380"/>
                </a:cxn>
                <a:cxn ang="0">
                  <a:pos x="454" y="433"/>
                </a:cxn>
                <a:cxn ang="0">
                  <a:pos x="405" y="614"/>
                </a:cxn>
                <a:cxn ang="0">
                  <a:pos x="398" y="783"/>
                </a:cxn>
                <a:cxn ang="0">
                  <a:pos x="351" y="921"/>
                </a:cxn>
                <a:cxn ang="0">
                  <a:pos x="69" y="1132"/>
                </a:cxn>
                <a:cxn ang="0">
                  <a:pos x="5" y="1195"/>
                </a:cxn>
                <a:cxn ang="0">
                  <a:pos x="149" y="1325"/>
                </a:cxn>
                <a:cxn ang="0">
                  <a:pos x="154" y="1244"/>
                </a:cxn>
                <a:cxn ang="0">
                  <a:pos x="144" y="1172"/>
                </a:cxn>
                <a:cxn ang="0">
                  <a:pos x="250" y="1111"/>
                </a:cxn>
                <a:cxn ang="0">
                  <a:pos x="486" y="946"/>
                </a:cxn>
                <a:cxn ang="0">
                  <a:pos x="558" y="821"/>
                </a:cxn>
                <a:cxn ang="0">
                  <a:pos x="651" y="819"/>
                </a:cxn>
                <a:cxn ang="0">
                  <a:pos x="757" y="988"/>
                </a:cxn>
                <a:cxn ang="0">
                  <a:pos x="714" y="1173"/>
                </a:cxn>
                <a:cxn ang="0">
                  <a:pos x="739" y="1229"/>
                </a:cxn>
                <a:cxn ang="0">
                  <a:pos x="891" y="1318"/>
                </a:cxn>
              </a:cxnLst>
              <a:rect l="0" t="0" r="r" b="b"/>
              <a:pathLst>
                <a:path w="896" h="1329">
                  <a:moveTo>
                    <a:pt x="882" y="1282"/>
                  </a:moveTo>
                  <a:cubicBezTo>
                    <a:pt x="875" y="1275"/>
                    <a:pt x="875" y="1275"/>
                    <a:pt x="875" y="1275"/>
                  </a:cubicBezTo>
                  <a:cubicBezTo>
                    <a:pt x="863" y="1256"/>
                    <a:pt x="863" y="1256"/>
                    <a:pt x="863" y="1256"/>
                  </a:cubicBezTo>
                  <a:cubicBezTo>
                    <a:pt x="834" y="1187"/>
                    <a:pt x="834" y="1187"/>
                    <a:pt x="834" y="1187"/>
                  </a:cubicBezTo>
                  <a:cubicBezTo>
                    <a:pt x="834" y="1187"/>
                    <a:pt x="852" y="1162"/>
                    <a:pt x="839" y="1159"/>
                  </a:cubicBezTo>
                  <a:cubicBezTo>
                    <a:pt x="826" y="1155"/>
                    <a:pt x="825" y="1160"/>
                    <a:pt x="825" y="1160"/>
                  </a:cubicBezTo>
                  <a:cubicBezTo>
                    <a:pt x="825" y="1160"/>
                    <a:pt x="818" y="1098"/>
                    <a:pt x="828" y="1048"/>
                  </a:cubicBezTo>
                  <a:cubicBezTo>
                    <a:pt x="838" y="998"/>
                    <a:pt x="854" y="942"/>
                    <a:pt x="849" y="903"/>
                  </a:cubicBezTo>
                  <a:cubicBezTo>
                    <a:pt x="843" y="864"/>
                    <a:pt x="858" y="851"/>
                    <a:pt x="861" y="837"/>
                  </a:cubicBezTo>
                  <a:cubicBezTo>
                    <a:pt x="863" y="823"/>
                    <a:pt x="857" y="788"/>
                    <a:pt x="822" y="769"/>
                  </a:cubicBezTo>
                  <a:cubicBezTo>
                    <a:pt x="786" y="751"/>
                    <a:pt x="759" y="721"/>
                    <a:pt x="730" y="704"/>
                  </a:cubicBezTo>
                  <a:cubicBezTo>
                    <a:pt x="721" y="699"/>
                    <a:pt x="708" y="693"/>
                    <a:pt x="694" y="687"/>
                  </a:cubicBezTo>
                  <a:cubicBezTo>
                    <a:pt x="667" y="655"/>
                    <a:pt x="632" y="616"/>
                    <a:pt x="624" y="614"/>
                  </a:cubicBezTo>
                  <a:cubicBezTo>
                    <a:pt x="611" y="611"/>
                    <a:pt x="643" y="533"/>
                    <a:pt x="652" y="526"/>
                  </a:cubicBezTo>
                  <a:cubicBezTo>
                    <a:pt x="661" y="518"/>
                    <a:pt x="700" y="460"/>
                    <a:pt x="704" y="439"/>
                  </a:cubicBezTo>
                  <a:cubicBezTo>
                    <a:pt x="707" y="418"/>
                    <a:pt x="730" y="330"/>
                    <a:pt x="730" y="330"/>
                  </a:cubicBezTo>
                  <a:cubicBezTo>
                    <a:pt x="730" y="330"/>
                    <a:pt x="741" y="316"/>
                    <a:pt x="743" y="304"/>
                  </a:cubicBezTo>
                  <a:cubicBezTo>
                    <a:pt x="744" y="293"/>
                    <a:pt x="752" y="281"/>
                    <a:pt x="742" y="270"/>
                  </a:cubicBezTo>
                  <a:cubicBezTo>
                    <a:pt x="736" y="262"/>
                    <a:pt x="737" y="252"/>
                    <a:pt x="727" y="257"/>
                  </a:cubicBezTo>
                  <a:cubicBezTo>
                    <a:pt x="724" y="259"/>
                    <a:pt x="723" y="245"/>
                    <a:pt x="711" y="254"/>
                  </a:cubicBezTo>
                  <a:cubicBezTo>
                    <a:pt x="709" y="256"/>
                    <a:pt x="706" y="244"/>
                    <a:pt x="694" y="259"/>
                  </a:cubicBezTo>
                  <a:cubicBezTo>
                    <a:pt x="679" y="277"/>
                    <a:pt x="680" y="282"/>
                    <a:pt x="687" y="298"/>
                  </a:cubicBezTo>
                  <a:cubicBezTo>
                    <a:pt x="693" y="314"/>
                    <a:pt x="702" y="319"/>
                    <a:pt x="661" y="397"/>
                  </a:cubicBezTo>
                  <a:cubicBezTo>
                    <a:pt x="661" y="397"/>
                    <a:pt x="661" y="318"/>
                    <a:pt x="634" y="267"/>
                  </a:cubicBezTo>
                  <a:cubicBezTo>
                    <a:pt x="608" y="219"/>
                    <a:pt x="614" y="213"/>
                    <a:pt x="614" y="213"/>
                  </a:cubicBezTo>
                  <a:cubicBezTo>
                    <a:pt x="622" y="190"/>
                    <a:pt x="622" y="190"/>
                    <a:pt x="622" y="190"/>
                  </a:cubicBezTo>
                  <a:cubicBezTo>
                    <a:pt x="622" y="190"/>
                    <a:pt x="623" y="190"/>
                    <a:pt x="626" y="189"/>
                  </a:cubicBezTo>
                  <a:cubicBezTo>
                    <a:pt x="630" y="189"/>
                    <a:pt x="633" y="189"/>
                    <a:pt x="635" y="188"/>
                  </a:cubicBezTo>
                  <a:cubicBezTo>
                    <a:pt x="643" y="185"/>
                    <a:pt x="670" y="181"/>
                    <a:pt x="657" y="157"/>
                  </a:cubicBezTo>
                  <a:cubicBezTo>
                    <a:pt x="657" y="157"/>
                    <a:pt x="665" y="148"/>
                    <a:pt x="663" y="145"/>
                  </a:cubicBezTo>
                  <a:cubicBezTo>
                    <a:pt x="663" y="143"/>
                    <a:pt x="660" y="141"/>
                    <a:pt x="659" y="141"/>
                  </a:cubicBezTo>
                  <a:cubicBezTo>
                    <a:pt x="659" y="140"/>
                    <a:pt x="659" y="139"/>
                    <a:pt x="659" y="138"/>
                  </a:cubicBezTo>
                  <a:cubicBezTo>
                    <a:pt x="660" y="136"/>
                    <a:pt x="662" y="134"/>
                    <a:pt x="662" y="132"/>
                  </a:cubicBezTo>
                  <a:cubicBezTo>
                    <a:pt x="661" y="130"/>
                    <a:pt x="658" y="122"/>
                    <a:pt x="658" y="122"/>
                  </a:cubicBezTo>
                  <a:cubicBezTo>
                    <a:pt x="658" y="122"/>
                    <a:pt x="669" y="112"/>
                    <a:pt x="661" y="105"/>
                  </a:cubicBezTo>
                  <a:cubicBezTo>
                    <a:pt x="654" y="97"/>
                    <a:pt x="641" y="93"/>
                    <a:pt x="642" y="82"/>
                  </a:cubicBezTo>
                  <a:cubicBezTo>
                    <a:pt x="644" y="72"/>
                    <a:pt x="648" y="52"/>
                    <a:pt x="635" y="37"/>
                  </a:cubicBezTo>
                  <a:cubicBezTo>
                    <a:pt x="623" y="22"/>
                    <a:pt x="621" y="2"/>
                    <a:pt x="577" y="1"/>
                  </a:cubicBezTo>
                  <a:cubicBezTo>
                    <a:pt x="538" y="0"/>
                    <a:pt x="503" y="7"/>
                    <a:pt x="485" y="44"/>
                  </a:cubicBezTo>
                  <a:cubicBezTo>
                    <a:pt x="475" y="59"/>
                    <a:pt x="474" y="75"/>
                    <a:pt x="474" y="79"/>
                  </a:cubicBezTo>
                  <a:cubicBezTo>
                    <a:pt x="474" y="79"/>
                    <a:pt x="467" y="140"/>
                    <a:pt x="509" y="168"/>
                  </a:cubicBezTo>
                  <a:cubicBezTo>
                    <a:pt x="509" y="168"/>
                    <a:pt x="512" y="171"/>
                    <a:pt x="514" y="174"/>
                  </a:cubicBezTo>
                  <a:cubicBezTo>
                    <a:pt x="514" y="175"/>
                    <a:pt x="513" y="176"/>
                    <a:pt x="513" y="177"/>
                  </a:cubicBezTo>
                  <a:cubicBezTo>
                    <a:pt x="509" y="186"/>
                    <a:pt x="496" y="200"/>
                    <a:pt x="493" y="201"/>
                  </a:cubicBezTo>
                  <a:cubicBezTo>
                    <a:pt x="490" y="203"/>
                    <a:pt x="471" y="235"/>
                    <a:pt x="471" y="247"/>
                  </a:cubicBezTo>
                  <a:cubicBezTo>
                    <a:pt x="471" y="259"/>
                    <a:pt x="454" y="276"/>
                    <a:pt x="441" y="280"/>
                  </a:cubicBezTo>
                  <a:cubicBezTo>
                    <a:pt x="410" y="289"/>
                    <a:pt x="353" y="354"/>
                    <a:pt x="339" y="363"/>
                  </a:cubicBezTo>
                  <a:cubicBezTo>
                    <a:pt x="327" y="371"/>
                    <a:pt x="331" y="383"/>
                    <a:pt x="314" y="401"/>
                  </a:cubicBezTo>
                  <a:cubicBezTo>
                    <a:pt x="297" y="419"/>
                    <a:pt x="264" y="540"/>
                    <a:pt x="253" y="551"/>
                  </a:cubicBezTo>
                  <a:cubicBezTo>
                    <a:pt x="242" y="562"/>
                    <a:pt x="231" y="589"/>
                    <a:pt x="232" y="597"/>
                  </a:cubicBezTo>
                  <a:cubicBezTo>
                    <a:pt x="232" y="597"/>
                    <a:pt x="221" y="609"/>
                    <a:pt x="227" y="615"/>
                  </a:cubicBezTo>
                  <a:cubicBezTo>
                    <a:pt x="233" y="621"/>
                    <a:pt x="233" y="629"/>
                    <a:pt x="241" y="628"/>
                  </a:cubicBezTo>
                  <a:cubicBezTo>
                    <a:pt x="241" y="628"/>
                    <a:pt x="248" y="635"/>
                    <a:pt x="251" y="633"/>
                  </a:cubicBezTo>
                  <a:cubicBezTo>
                    <a:pt x="251" y="633"/>
                    <a:pt x="264" y="639"/>
                    <a:pt x="272" y="636"/>
                  </a:cubicBezTo>
                  <a:cubicBezTo>
                    <a:pt x="281" y="633"/>
                    <a:pt x="296" y="634"/>
                    <a:pt x="288" y="588"/>
                  </a:cubicBezTo>
                  <a:cubicBezTo>
                    <a:pt x="280" y="542"/>
                    <a:pt x="320" y="520"/>
                    <a:pt x="335" y="489"/>
                  </a:cubicBezTo>
                  <a:cubicBezTo>
                    <a:pt x="350" y="457"/>
                    <a:pt x="389" y="412"/>
                    <a:pt x="388" y="404"/>
                  </a:cubicBezTo>
                  <a:cubicBezTo>
                    <a:pt x="388" y="404"/>
                    <a:pt x="424" y="402"/>
                    <a:pt x="447" y="380"/>
                  </a:cubicBezTo>
                  <a:cubicBezTo>
                    <a:pt x="470" y="359"/>
                    <a:pt x="460" y="371"/>
                    <a:pt x="460" y="371"/>
                  </a:cubicBezTo>
                  <a:cubicBezTo>
                    <a:pt x="460" y="371"/>
                    <a:pt x="469" y="408"/>
                    <a:pt x="454" y="433"/>
                  </a:cubicBezTo>
                  <a:cubicBezTo>
                    <a:pt x="440" y="458"/>
                    <a:pt x="437" y="528"/>
                    <a:pt x="439" y="545"/>
                  </a:cubicBezTo>
                  <a:cubicBezTo>
                    <a:pt x="439" y="545"/>
                    <a:pt x="411" y="587"/>
                    <a:pt x="405" y="614"/>
                  </a:cubicBezTo>
                  <a:cubicBezTo>
                    <a:pt x="400" y="642"/>
                    <a:pt x="380" y="707"/>
                    <a:pt x="389" y="740"/>
                  </a:cubicBezTo>
                  <a:cubicBezTo>
                    <a:pt x="392" y="749"/>
                    <a:pt x="395" y="765"/>
                    <a:pt x="398" y="783"/>
                  </a:cubicBezTo>
                  <a:cubicBezTo>
                    <a:pt x="386" y="850"/>
                    <a:pt x="386" y="850"/>
                    <a:pt x="386" y="850"/>
                  </a:cubicBezTo>
                  <a:cubicBezTo>
                    <a:pt x="387" y="873"/>
                    <a:pt x="371" y="902"/>
                    <a:pt x="351" y="921"/>
                  </a:cubicBezTo>
                  <a:cubicBezTo>
                    <a:pt x="310" y="959"/>
                    <a:pt x="235" y="1000"/>
                    <a:pt x="138" y="1094"/>
                  </a:cubicBezTo>
                  <a:cubicBezTo>
                    <a:pt x="138" y="1094"/>
                    <a:pt x="85" y="1132"/>
                    <a:pt x="69" y="1132"/>
                  </a:cubicBezTo>
                  <a:cubicBezTo>
                    <a:pt x="53" y="1132"/>
                    <a:pt x="26" y="1150"/>
                    <a:pt x="13" y="1166"/>
                  </a:cubicBezTo>
                  <a:cubicBezTo>
                    <a:pt x="0" y="1182"/>
                    <a:pt x="1" y="1181"/>
                    <a:pt x="5" y="1195"/>
                  </a:cubicBezTo>
                  <a:cubicBezTo>
                    <a:pt x="10" y="1210"/>
                    <a:pt x="59" y="1250"/>
                    <a:pt x="65" y="1257"/>
                  </a:cubicBezTo>
                  <a:cubicBezTo>
                    <a:pt x="70" y="1265"/>
                    <a:pt x="136" y="1325"/>
                    <a:pt x="149" y="1325"/>
                  </a:cubicBezTo>
                  <a:cubicBezTo>
                    <a:pt x="162" y="1325"/>
                    <a:pt x="183" y="1316"/>
                    <a:pt x="182" y="1303"/>
                  </a:cubicBezTo>
                  <a:cubicBezTo>
                    <a:pt x="180" y="1290"/>
                    <a:pt x="154" y="1250"/>
                    <a:pt x="154" y="1244"/>
                  </a:cubicBezTo>
                  <a:cubicBezTo>
                    <a:pt x="154" y="1239"/>
                    <a:pt x="144" y="1189"/>
                    <a:pt x="144" y="1189"/>
                  </a:cubicBezTo>
                  <a:cubicBezTo>
                    <a:pt x="144" y="1172"/>
                    <a:pt x="144" y="1172"/>
                    <a:pt x="144" y="1172"/>
                  </a:cubicBezTo>
                  <a:cubicBezTo>
                    <a:pt x="130" y="1166"/>
                    <a:pt x="130" y="1166"/>
                    <a:pt x="130" y="1166"/>
                  </a:cubicBezTo>
                  <a:cubicBezTo>
                    <a:pt x="130" y="1166"/>
                    <a:pt x="208" y="1123"/>
                    <a:pt x="250" y="1111"/>
                  </a:cubicBezTo>
                  <a:cubicBezTo>
                    <a:pt x="292" y="1100"/>
                    <a:pt x="399" y="1009"/>
                    <a:pt x="411" y="1007"/>
                  </a:cubicBezTo>
                  <a:cubicBezTo>
                    <a:pt x="423" y="1006"/>
                    <a:pt x="473" y="987"/>
                    <a:pt x="486" y="946"/>
                  </a:cubicBezTo>
                  <a:cubicBezTo>
                    <a:pt x="499" y="906"/>
                    <a:pt x="532" y="842"/>
                    <a:pt x="557" y="822"/>
                  </a:cubicBezTo>
                  <a:cubicBezTo>
                    <a:pt x="558" y="822"/>
                    <a:pt x="558" y="821"/>
                    <a:pt x="558" y="821"/>
                  </a:cubicBezTo>
                  <a:cubicBezTo>
                    <a:pt x="581" y="830"/>
                    <a:pt x="610" y="846"/>
                    <a:pt x="610" y="846"/>
                  </a:cubicBezTo>
                  <a:cubicBezTo>
                    <a:pt x="651" y="819"/>
                    <a:pt x="651" y="819"/>
                    <a:pt x="651" y="819"/>
                  </a:cubicBezTo>
                  <a:cubicBezTo>
                    <a:pt x="651" y="819"/>
                    <a:pt x="754" y="834"/>
                    <a:pt x="761" y="853"/>
                  </a:cubicBezTo>
                  <a:cubicBezTo>
                    <a:pt x="767" y="871"/>
                    <a:pt x="748" y="963"/>
                    <a:pt x="757" y="988"/>
                  </a:cubicBezTo>
                  <a:cubicBezTo>
                    <a:pt x="765" y="1013"/>
                    <a:pt x="763" y="1125"/>
                    <a:pt x="758" y="1127"/>
                  </a:cubicBezTo>
                  <a:cubicBezTo>
                    <a:pt x="752" y="1129"/>
                    <a:pt x="719" y="1154"/>
                    <a:pt x="714" y="1173"/>
                  </a:cubicBezTo>
                  <a:cubicBezTo>
                    <a:pt x="714" y="1173"/>
                    <a:pt x="700" y="1181"/>
                    <a:pt x="703" y="1188"/>
                  </a:cubicBezTo>
                  <a:cubicBezTo>
                    <a:pt x="707" y="1194"/>
                    <a:pt x="725" y="1216"/>
                    <a:pt x="739" y="1229"/>
                  </a:cubicBezTo>
                  <a:cubicBezTo>
                    <a:pt x="753" y="1242"/>
                    <a:pt x="824" y="1297"/>
                    <a:pt x="837" y="1304"/>
                  </a:cubicBezTo>
                  <a:cubicBezTo>
                    <a:pt x="850" y="1310"/>
                    <a:pt x="886" y="1329"/>
                    <a:pt x="891" y="1318"/>
                  </a:cubicBezTo>
                  <a:cubicBezTo>
                    <a:pt x="896" y="1307"/>
                    <a:pt x="890" y="1290"/>
                    <a:pt x="882" y="1282"/>
                  </a:cubicBezTo>
                  <a:close/>
                </a:path>
              </a:pathLst>
            </a:custGeom>
            <a:solidFill>
              <a:srgbClr val="70AD47"/>
            </a:solidFill>
            <a:ln w="9525">
              <a:noFill/>
              <a:round/>
              <a:headEnd/>
              <a:tailEnd/>
            </a:ln>
          </p:spPr>
          <p:txBody>
            <a:bodyPr vert="horz" wrap="square" lIns="68580" tIns="34290" rIns="68580" bIns="34290" numCol="1" anchor="t" anchorCtr="0" compatLnSpc="1">
              <a:prstTxWarp prst="textNoShape">
                <a:avLst/>
              </a:prstTxWarp>
            </a:bodyPr>
            <a:lstStyle/>
            <a:p>
              <a:pPr defTabSz="914355">
                <a:defRPr/>
              </a:pPr>
              <a:endParaRPr lang="de-DE" sz="1050" kern="0">
                <a:solidFill>
                  <a:prstClr val="white"/>
                </a:solidFill>
                <a:latin typeface="Tahoma"/>
              </a:endParaRPr>
            </a:p>
          </p:txBody>
        </p:sp>
        <p:sp>
          <p:nvSpPr>
            <p:cNvPr id="14" name="Oval 13">
              <a:extLst>
                <a:ext uri="{FF2B5EF4-FFF2-40B4-BE49-F238E27FC236}">
                  <a16:creationId xmlns:a16="http://schemas.microsoft.com/office/drawing/2014/main" id="{F6EDD9FB-6338-B5A3-2AAD-D1FE5AB34102}"/>
                </a:ext>
              </a:extLst>
            </p:cNvPr>
            <p:cNvSpPr/>
            <p:nvPr/>
          </p:nvSpPr>
          <p:spPr>
            <a:xfrm>
              <a:off x="1665554" y="1780440"/>
              <a:ext cx="236220" cy="236220"/>
            </a:xfrm>
            <a:prstGeom prst="ellipse">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355">
                <a:defRPr/>
              </a:pPr>
              <a:endParaRPr lang="en-US" sz="1050" kern="0">
                <a:solidFill>
                  <a:prstClr val="white"/>
                </a:solidFill>
                <a:latin typeface="Tahoma"/>
              </a:endParaRPr>
            </a:p>
          </p:txBody>
        </p:sp>
        <p:sp>
          <p:nvSpPr>
            <p:cNvPr id="15" name="Oval 14">
              <a:extLst>
                <a:ext uri="{FF2B5EF4-FFF2-40B4-BE49-F238E27FC236}">
                  <a16:creationId xmlns:a16="http://schemas.microsoft.com/office/drawing/2014/main" id="{8E5E9626-3CFF-5734-FCFA-41B109EFDCCE}"/>
                </a:ext>
              </a:extLst>
            </p:cNvPr>
            <p:cNvSpPr/>
            <p:nvPr/>
          </p:nvSpPr>
          <p:spPr>
            <a:xfrm>
              <a:off x="1964567" y="1780440"/>
              <a:ext cx="236220" cy="236220"/>
            </a:xfrm>
            <a:prstGeom prst="ellipse">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355">
                <a:defRPr/>
              </a:pPr>
              <a:endParaRPr lang="en-US" sz="1050" kern="0">
                <a:solidFill>
                  <a:prstClr val="white"/>
                </a:solidFill>
                <a:latin typeface="Tahoma"/>
              </a:endParaRPr>
            </a:p>
          </p:txBody>
        </p:sp>
        <p:sp>
          <p:nvSpPr>
            <p:cNvPr id="16" name="Oval 15">
              <a:extLst>
                <a:ext uri="{FF2B5EF4-FFF2-40B4-BE49-F238E27FC236}">
                  <a16:creationId xmlns:a16="http://schemas.microsoft.com/office/drawing/2014/main" id="{3825CAF8-01FD-A11D-5EFC-2069B64CD033}"/>
                </a:ext>
              </a:extLst>
            </p:cNvPr>
            <p:cNvSpPr/>
            <p:nvPr/>
          </p:nvSpPr>
          <p:spPr>
            <a:xfrm>
              <a:off x="2263581" y="1780440"/>
              <a:ext cx="236220" cy="236220"/>
            </a:xfrm>
            <a:prstGeom prst="ellipse">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355">
                <a:defRPr/>
              </a:pPr>
              <a:endParaRPr lang="en-US" sz="1050" kern="0">
                <a:solidFill>
                  <a:prstClr val="white"/>
                </a:solidFill>
                <a:latin typeface="Tahoma"/>
              </a:endParaRPr>
            </a:p>
          </p:txBody>
        </p:sp>
        <p:sp>
          <p:nvSpPr>
            <p:cNvPr id="17" name="Oval 16">
              <a:extLst>
                <a:ext uri="{FF2B5EF4-FFF2-40B4-BE49-F238E27FC236}">
                  <a16:creationId xmlns:a16="http://schemas.microsoft.com/office/drawing/2014/main" id="{E53D8CCC-4D97-E09D-9C39-4FA7795057B6}"/>
                </a:ext>
              </a:extLst>
            </p:cNvPr>
            <p:cNvSpPr/>
            <p:nvPr/>
          </p:nvSpPr>
          <p:spPr>
            <a:xfrm>
              <a:off x="2572120" y="1780440"/>
              <a:ext cx="236220" cy="236220"/>
            </a:xfrm>
            <a:prstGeom prst="ellipse">
              <a:avLst/>
            </a:prstGeom>
            <a:solidFill>
              <a:srgbClr val="5B9BD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18" name="Oval 17">
              <a:extLst>
                <a:ext uri="{FF2B5EF4-FFF2-40B4-BE49-F238E27FC236}">
                  <a16:creationId xmlns:a16="http://schemas.microsoft.com/office/drawing/2014/main" id="{ACE3A990-FE5F-4B45-989F-1D51B5D55E72}"/>
                </a:ext>
              </a:extLst>
            </p:cNvPr>
            <p:cNvSpPr/>
            <p:nvPr/>
          </p:nvSpPr>
          <p:spPr>
            <a:xfrm>
              <a:off x="2871133" y="1780440"/>
              <a:ext cx="236220" cy="236220"/>
            </a:xfrm>
            <a:prstGeom prst="ellipse">
              <a:avLst/>
            </a:prstGeom>
            <a:solidFill>
              <a:srgbClr val="5B9BD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19" name="Oval 18">
              <a:extLst>
                <a:ext uri="{FF2B5EF4-FFF2-40B4-BE49-F238E27FC236}">
                  <a16:creationId xmlns:a16="http://schemas.microsoft.com/office/drawing/2014/main" id="{29E8913F-7A03-0960-3DC0-84C7564ECFBA}"/>
                </a:ext>
              </a:extLst>
            </p:cNvPr>
            <p:cNvSpPr/>
            <p:nvPr/>
          </p:nvSpPr>
          <p:spPr>
            <a:xfrm>
              <a:off x="3170146" y="1780440"/>
              <a:ext cx="236220" cy="236220"/>
            </a:xfrm>
            <a:prstGeom prst="ellipse">
              <a:avLst/>
            </a:prstGeom>
            <a:solidFill>
              <a:srgbClr val="5B9BD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0" name="Oval 19">
              <a:extLst>
                <a:ext uri="{FF2B5EF4-FFF2-40B4-BE49-F238E27FC236}">
                  <a16:creationId xmlns:a16="http://schemas.microsoft.com/office/drawing/2014/main" id="{E5F3C688-254A-015C-A57C-48522DEEEDA0}"/>
                </a:ext>
              </a:extLst>
            </p:cNvPr>
            <p:cNvSpPr/>
            <p:nvPr/>
          </p:nvSpPr>
          <p:spPr>
            <a:xfrm>
              <a:off x="3469160" y="1780440"/>
              <a:ext cx="236220" cy="236220"/>
            </a:xfrm>
            <a:prstGeom prst="ellipse">
              <a:avLst/>
            </a:prstGeom>
            <a:solidFill>
              <a:srgbClr val="5B9BD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1" name="Oval 20">
              <a:extLst>
                <a:ext uri="{FF2B5EF4-FFF2-40B4-BE49-F238E27FC236}">
                  <a16:creationId xmlns:a16="http://schemas.microsoft.com/office/drawing/2014/main" id="{19E0927B-3F6E-1253-E97A-9B59448CBC38}"/>
                </a:ext>
              </a:extLst>
            </p:cNvPr>
            <p:cNvSpPr/>
            <p:nvPr/>
          </p:nvSpPr>
          <p:spPr>
            <a:xfrm>
              <a:off x="3768174" y="1780440"/>
              <a:ext cx="236220" cy="236220"/>
            </a:xfrm>
            <a:prstGeom prst="ellipse">
              <a:avLst/>
            </a:prstGeom>
            <a:solidFill>
              <a:srgbClr val="5B9BD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2" name="Oval 21">
              <a:extLst>
                <a:ext uri="{FF2B5EF4-FFF2-40B4-BE49-F238E27FC236}">
                  <a16:creationId xmlns:a16="http://schemas.microsoft.com/office/drawing/2014/main" id="{CF7E6748-10FD-32B2-CF47-702999AAEB40}"/>
                </a:ext>
              </a:extLst>
            </p:cNvPr>
            <p:cNvSpPr/>
            <p:nvPr/>
          </p:nvSpPr>
          <p:spPr>
            <a:xfrm>
              <a:off x="4067187" y="1780440"/>
              <a:ext cx="236220" cy="236220"/>
            </a:xfrm>
            <a:prstGeom prst="ellipse">
              <a:avLst/>
            </a:prstGeom>
            <a:solidFill>
              <a:srgbClr val="5B9BD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3" name="Oval 22">
              <a:extLst>
                <a:ext uri="{FF2B5EF4-FFF2-40B4-BE49-F238E27FC236}">
                  <a16:creationId xmlns:a16="http://schemas.microsoft.com/office/drawing/2014/main" id="{10F8F5ED-9EF5-F446-D965-532BA36E34F0}"/>
                </a:ext>
              </a:extLst>
            </p:cNvPr>
            <p:cNvSpPr/>
            <p:nvPr/>
          </p:nvSpPr>
          <p:spPr>
            <a:xfrm>
              <a:off x="4366200" y="1780440"/>
              <a:ext cx="236220" cy="236220"/>
            </a:xfrm>
            <a:prstGeom prst="ellipse">
              <a:avLst/>
            </a:prstGeom>
            <a:solidFill>
              <a:srgbClr val="A5A5A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4" name="Oval 23">
              <a:extLst>
                <a:ext uri="{FF2B5EF4-FFF2-40B4-BE49-F238E27FC236}">
                  <a16:creationId xmlns:a16="http://schemas.microsoft.com/office/drawing/2014/main" id="{FE76B18D-C6AC-983D-B29A-9259321E5F7D}"/>
                </a:ext>
              </a:extLst>
            </p:cNvPr>
            <p:cNvSpPr/>
            <p:nvPr/>
          </p:nvSpPr>
          <p:spPr>
            <a:xfrm>
              <a:off x="4665213" y="1780440"/>
              <a:ext cx="236220" cy="236220"/>
            </a:xfrm>
            <a:prstGeom prst="ellipse">
              <a:avLst/>
            </a:prstGeom>
            <a:solidFill>
              <a:srgbClr val="A5A5A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5" name="Oval 24">
              <a:extLst>
                <a:ext uri="{FF2B5EF4-FFF2-40B4-BE49-F238E27FC236}">
                  <a16:creationId xmlns:a16="http://schemas.microsoft.com/office/drawing/2014/main" id="{C94E9C29-23A9-21C5-3CF2-2049F4B35132}"/>
                </a:ext>
              </a:extLst>
            </p:cNvPr>
            <p:cNvSpPr/>
            <p:nvPr/>
          </p:nvSpPr>
          <p:spPr>
            <a:xfrm>
              <a:off x="4964228" y="1780440"/>
              <a:ext cx="236220" cy="236220"/>
            </a:xfrm>
            <a:prstGeom prst="ellipse">
              <a:avLst/>
            </a:prstGeom>
            <a:solidFill>
              <a:srgbClr val="A5A5A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6" name="Oval 25">
              <a:extLst>
                <a:ext uri="{FF2B5EF4-FFF2-40B4-BE49-F238E27FC236}">
                  <a16:creationId xmlns:a16="http://schemas.microsoft.com/office/drawing/2014/main" id="{FE68F39C-4023-29F4-D307-D3B39BA998E6}"/>
                </a:ext>
              </a:extLst>
            </p:cNvPr>
            <p:cNvSpPr/>
            <p:nvPr/>
          </p:nvSpPr>
          <p:spPr>
            <a:xfrm>
              <a:off x="5263241" y="1780440"/>
              <a:ext cx="236220" cy="236220"/>
            </a:xfrm>
            <a:prstGeom prst="ellipse">
              <a:avLst/>
            </a:prstGeom>
            <a:solidFill>
              <a:srgbClr val="A5A5A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7" name="Oval 26">
              <a:extLst>
                <a:ext uri="{FF2B5EF4-FFF2-40B4-BE49-F238E27FC236}">
                  <a16:creationId xmlns:a16="http://schemas.microsoft.com/office/drawing/2014/main" id="{8DAB13AD-00FE-FFD8-2F7D-9A362C9D62E1}"/>
                </a:ext>
              </a:extLst>
            </p:cNvPr>
            <p:cNvSpPr/>
            <p:nvPr/>
          </p:nvSpPr>
          <p:spPr>
            <a:xfrm>
              <a:off x="5562254" y="1780440"/>
              <a:ext cx="236220" cy="236220"/>
            </a:xfrm>
            <a:prstGeom prst="ellipse">
              <a:avLst/>
            </a:prstGeom>
            <a:solidFill>
              <a:srgbClr val="A5A5A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8" name="Oval 27">
              <a:extLst>
                <a:ext uri="{FF2B5EF4-FFF2-40B4-BE49-F238E27FC236}">
                  <a16:creationId xmlns:a16="http://schemas.microsoft.com/office/drawing/2014/main" id="{827FBDF4-8085-C5A0-D6E3-04000A96BBEF}"/>
                </a:ext>
              </a:extLst>
            </p:cNvPr>
            <p:cNvSpPr/>
            <p:nvPr/>
          </p:nvSpPr>
          <p:spPr>
            <a:xfrm>
              <a:off x="5861267" y="1780440"/>
              <a:ext cx="236220" cy="236220"/>
            </a:xfrm>
            <a:prstGeom prst="ellipse">
              <a:avLst/>
            </a:prstGeom>
            <a:solidFill>
              <a:srgbClr val="A5A5A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29" name="Oval 28">
              <a:extLst>
                <a:ext uri="{FF2B5EF4-FFF2-40B4-BE49-F238E27FC236}">
                  <a16:creationId xmlns:a16="http://schemas.microsoft.com/office/drawing/2014/main" id="{86E84307-817F-6746-6FAA-DD6700695DFF}"/>
                </a:ext>
              </a:extLst>
            </p:cNvPr>
            <p:cNvSpPr/>
            <p:nvPr/>
          </p:nvSpPr>
          <p:spPr>
            <a:xfrm>
              <a:off x="6160282" y="1780440"/>
              <a:ext cx="236220" cy="236220"/>
            </a:xfrm>
            <a:prstGeom prst="ellipse">
              <a:avLst/>
            </a:prstGeom>
            <a:solidFill>
              <a:srgbClr val="A5A5A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30" name="Oval 29">
              <a:extLst>
                <a:ext uri="{FF2B5EF4-FFF2-40B4-BE49-F238E27FC236}">
                  <a16:creationId xmlns:a16="http://schemas.microsoft.com/office/drawing/2014/main" id="{850C9FA6-E4E2-770B-2071-CE93CE7A9F6E}"/>
                </a:ext>
              </a:extLst>
            </p:cNvPr>
            <p:cNvSpPr/>
            <p:nvPr/>
          </p:nvSpPr>
          <p:spPr>
            <a:xfrm>
              <a:off x="6459295" y="1780440"/>
              <a:ext cx="236220" cy="236220"/>
            </a:xfrm>
            <a:prstGeom prst="ellipse">
              <a:avLst/>
            </a:prstGeom>
            <a:solidFill>
              <a:srgbClr val="A5A5A5"/>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31" name="Oval 30">
              <a:extLst>
                <a:ext uri="{FF2B5EF4-FFF2-40B4-BE49-F238E27FC236}">
                  <a16:creationId xmlns:a16="http://schemas.microsoft.com/office/drawing/2014/main" id="{A31FE3A4-8F38-F1CB-CA2A-A92824B39828}"/>
                </a:ext>
              </a:extLst>
            </p:cNvPr>
            <p:cNvSpPr/>
            <p:nvPr/>
          </p:nvSpPr>
          <p:spPr>
            <a:xfrm>
              <a:off x="6780632" y="1780440"/>
              <a:ext cx="236220" cy="236220"/>
            </a:xfrm>
            <a:prstGeom prst="ellipse">
              <a:avLst/>
            </a:prstGeom>
            <a:solidFill>
              <a:srgbClr val="70AD47"/>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471" name="Oval 470">
              <a:extLst>
                <a:ext uri="{FF2B5EF4-FFF2-40B4-BE49-F238E27FC236}">
                  <a16:creationId xmlns:a16="http://schemas.microsoft.com/office/drawing/2014/main" id="{8E053DB4-6C2F-5766-1E1A-3E57BA004537}"/>
                </a:ext>
              </a:extLst>
            </p:cNvPr>
            <p:cNvSpPr/>
            <p:nvPr/>
          </p:nvSpPr>
          <p:spPr>
            <a:xfrm>
              <a:off x="7079643" y="1780440"/>
              <a:ext cx="236220" cy="236220"/>
            </a:xfrm>
            <a:prstGeom prst="ellipse">
              <a:avLst/>
            </a:prstGeom>
            <a:solidFill>
              <a:srgbClr val="70AD47"/>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472" name="Oval 471">
              <a:extLst>
                <a:ext uri="{FF2B5EF4-FFF2-40B4-BE49-F238E27FC236}">
                  <a16:creationId xmlns:a16="http://schemas.microsoft.com/office/drawing/2014/main" id="{29FFF83C-CC17-B82A-5157-64DF6CF061FA}"/>
                </a:ext>
              </a:extLst>
            </p:cNvPr>
            <p:cNvSpPr/>
            <p:nvPr/>
          </p:nvSpPr>
          <p:spPr>
            <a:xfrm>
              <a:off x="7378657" y="1780440"/>
              <a:ext cx="236220" cy="236220"/>
            </a:xfrm>
            <a:prstGeom prst="ellipse">
              <a:avLst/>
            </a:prstGeom>
            <a:solidFill>
              <a:srgbClr val="70AD47"/>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473" name="Oval 472">
              <a:extLst>
                <a:ext uri="{FF2B5EF4-FFF2-40B4-BE49-F238E27FC236}">
                  <a16:creationId xmlns:a16="http://schemas.microsoft.com/office/drawing/2014/main" id="{0C95DD8A-E622-3427-CD9F-C2042440D0B1}"/>
                </a:ext>
              </a:extLst>
            </p:cNvPr>
            <p:cNvSpPr/>
            <p:nvPr/>
          </p:nvSpPr>
          <p:spPr>
            <a:xfrm>
              <a:off x="7677670" y="1780440"/>
              <a:ext cx="236220" cy="236220"/>
            </a:xfrm>
            <a:prstGeom prst="ellipse">
              <a:avLst/>
            </a:prstGeom>
            <a:solidFill>
              <a:srgbClr val="70AD47"/>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474" name="Oval 473">
              <a:extLst>
                <a:ext uri="{FF2B5EF4-FFF2-40B4-BE49-F238E27FC236}">
                  <a16:creationId xmlns:a16="http://schemas.microsoft.com/office/drawing/2014/main" id="{88B966F3-1B72-EB24-FCC2-EF63BF43BDFA}"/>
                </a:ext>
              </a:extLst>
            </p:cNvPr>
            <p:cNvSpPr/>
            <p:nvPr/>
          </p:nvSpPr>
          <p:spPr>
            <a:xfrm>
              <a:off x="7976686" y="1780440"/>
              <a:ext cx="236220" cy="236220"/>
            </a:xfrm>
            <a:prstGeom prst="ellipse">
              <a:avLst/>
            </a:prstGeom>
            <a:solidFill>
              <a:srgbClr val="70AD47"/>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475" name="Oval 474">
              <a:extLst>
                <a:ext uri="{FF2B5EF4-FFF2-40B4-BE49-F238E27FC236}">
                  <a16:creationId xmlns:a16="http://schemas.microsoft.com/office/drawing/2014/main" id="{286524DD-959D-0706-4531-4118BB4CFED6}"/>
                </a:ext>
              </a:extLst>
            </p:cNvPr>
            <p:cNvSpPr/>
            <p:nvPr/>
          </p:nvSpPr>
          <p:spPr>
            <a:xfrm>
              <a:off x="8275698" y="1780440"/>
              <a:ext cx="236220" cy="236220"/>
            </a:xfrm>
            <a:prstGeom prst="ellipse">
              <a:avLst/>
            </a:prstGeom>
            <a:solidFill>
              <a:srgbClr val="70AD47"/>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476" name="Oval 475">
              <a:extLst>
                <a:ext uri="{FF2B5EF4-FFF2-40B4-BE49-F238E27FC236}">
                  <a16:creationId xmlns:a16="http://schemas.microsoft.com/office/drawing/2014/main" id="{68C3137A-4302-D4CC-6C13-6007AE308B4E}"/>
                </a:ext>
              </a:extLst>
            </p:cNvPr>
            <p:cNvSpPr/>
            <p:nvPr/>
          </p:nvSpPr>
          <p:spPr>
            <a:xfrm>
              <a:off x="8574711" y="1780440"/>
              <a:ext cx="236220" cy="236220"/>
            </a:xfrm>
            <a:prstGeom prst="ellipse">
              <a:avLst/>
            </a:prstGeom>
            <a:solidFill>
              <a:srgbClr val="70AD47"/>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477" name="Oval 476">
              <a:extLst>
                <a:ext uri="{FF2B5EF4-FFF2-40B4-BE49-F238E27FC236}">
                  <a16:creationId xmlns:a16="http://schemas.microsoft.com/office/drawing/2014/main" id="{C4D97569-A641-A4EF-03BA-6B6B8C264350}"/>
                </a:ext>
              </a:extLst>
            </p:cNvPr>
            <p:cNvSpPr/>
            <p:nvPr/>
          </p:nvSpPr>
          <p:spPr>
            <a:xfrm>
              <a:off x="8873738" y="1780440"/>
              <a:ext cx="236220" cy="236220"/>
            </a:xfrm>
            <a:prstGeom prst="ellipse">
              <a:avLst/>
            </a:prstGeom>
            <a:solidFill>
              <a:srgbClr val="70AD47"/>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sp>
          <p:nvSpPr>
            <p:cNvPr id="478" name="Oval 477">
              <a:extLst>
                <a:ext uri="{FF2B5EF4-FFF2-40B4-BE49-F238E27FC236}">
                  <a16:creationId xmlns:a16="http://schemas.microsoft.com/office/drawing/2014/main" id="{4C87147B-E664-3C0A-0AD2-AF83C7F77876}"/>
                </a:ext>
              </a:extLst>
            </p:cNvPr>
            <p:cNvSpPr/>
            <p:nvPr/>
          </p:nvSpPr>
          <p:spPr>
            <a:xfrm>
              <a:off x="1366527" y="1780440"/>
              <a:ext cx="236220" cy="236220"/>
            </a:xfrm>
            <a:prstGeom prst="ellipse">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914355">
                <a:defRPr/>
              </a:pPr>
              <a:endParaRPr lang="en-US" sz="1050" kern="0">
                <a:solidFill>
                  <a:prstClr val="white"/>
                </a:solidFill>
                <a:latin typeface="Tahoma"/>
              </a:endParaRPr>
            </a:p>
          </p:txBody>
        </p:sp>
        <p:sp>
          <p:nvSpPr>
            <p:cNvPr id="479" name="Oval 478">
              <a:extLst>
                <a:ext uri="{FF2B5EF4-FFF2-40B4-BE49-F238E27FC236}">
                  <a16:creationId xmlns:a16="http://schemas.microsoft.com/office/drawing/2014/main" id="{04222D42-5D91-CD7F-E909-57488D242B8E}"/>
                </a:ext>
              </a:extLst>
            </p:cNvPr>
            <p:cNvSpPr/>
            <p:nvPr/>
          </p:nvSpPr>
          <p:spPr>
            <a:xfrm>
              <a:off x="9172750" y="1780439"/>
              <a:ext cx="236220" cy="236220"/>
            </a:xfrm>
            <a:prstGeom prst="ellipse">
              <a:avLst/>
            </a:prstGeom>
            <a:solidFill>
              <a:srgbClr val="70AD47"/>
            </a:solidFill>
            <a:ln w="12700" cap="flat" cmpd="sng" algn="ctr">
              <a:noFill/>
              <a:prstDash val="solid"/>
              <a:miter lim="800000"/>
            </a:ln>
            <a:effectLst/>
          </p:spPr>
          <p:txBody>
            <a:bodyPr rtlCol="0" anchor="ctr"/>
            <a:lstStyle/>
            <a:p>
              <a:pPr algn="ctr" defTabSz="914355">
                <a:defRPr/>
              </a:pPr>
              <a:endParaRPr lang="en-US" sz="1050" kern="0">
                <a:solidFill>
                  <a:prstClr val="white"/>
                </a:solidFill>
                <a:latin typeface="Tahoma"/>
              </a:endParaRPr>
            </a:p>
          </p:txBody>
        </p:sp>
      </p:grpSp>
      <p:grpSp>
        <p:nvGrpSpPr>
          <p:cNvPr id="353" name="Group 352">
            <a:extLst>
              <a:ext uri="{FF2B5EF4-FFF2-40B4-BE49-F238E27FC236}">
                <a16:creationId xmlns:a16="http://schemas.microsoft.com/office/drawing/2014/main" id="{8F2D5DAC-3CB7-F5D6-60E2-FD15BAE64550}"/>
              </a:ext>
            </a:extLst>
          </p:cNvPr>
          <p:cNvGrpSpPr/>
          <p:nvPr/>
        </p:nvGrpSpPr>
        <p:grpSpPr>
          <a:xfrm>
            <a:off x="7871117" y="904980"/>
            <a:ext cx="1415708" cy="563708"/>
            <a:chOff x="7871117" y="948773"/>
            <a:chExt cx="1638654" cy="563708"/>
          </a:xfrm>
        </p:grpSpPr>
        <p:grpSp>
          <p:nvGrpSpPr>
            <p:cNvPr id="413" name="Group 33">
              <a:extLst>
                <a:ext uri="{FF2B5EF4-FFF2-40B4-BE49-F238E27FC236}">
                  <a16:creationId xmlns:a16="http://schemas.microsoft.com/office/drawing/2014/main" id="{27421040-BE85-EF59-9496-30D9B375378E}"/>
                </a:ext>
              </a:extLst>
            </p:cNvPr>
            <p:cNvGrpSpPr/>
            <p:nvPr/>
          </p:nvGrpSpPr>
          <p:grpSpPr>
            <a:xfrm>
              <a:off x="7871117" y="948773"/>
              <a:ext cx="1638654" cy="563708"/>
              <a:chOff x="0" y="0"/>
              <a:chExt cx="24117736" cy="5372100"/>
            </a:xfrm>
          </p:grpSpPr>
          <p:sp>
            <p:nvSpPr>
              <p:cNvPr id="414" name="Freeform 34">
                <a:extLst>
                  <a:ext uri="{FF2B5EF4-FFF2-40B4-BE49-F238E27FC236}">
                    <a16:creationId xmlns:a16="http://schemas.microsoft.com/office/drawing/2014/main" id="{970B9D18-AD36-61D6-09C9-EC024ACFEAD9}"/>
                  </a:ext>
                </a:extLst>
              </p:cNvPr>
              <p:cNvSpPr/>
              <p:nvPr/>
            </p:nvSpPr>
            <p:spPr>
              <a:xfrm>
                <a:off x="0" y="0"/>
                <a:ext cx="24117736" cy="5372100"/>
              </a:xfrm>
              <a:custGeom>
                <a:avLst/>
                <a:gdLst/>
                <a:ahLst/>
                <a:cxnLst/>
                <a:rect l="l" t="t" r="r" b="b"/>
                <a:pathLst>
                  <a:path w="24117736" h="5372100">
                    <a:moveTo>
                      <a:pt x="22567066" y="0"/>
                    </a:moveTo>
                    <a:lnTo>
                      <a:pt x="1550670" y="0"/>
                    </a:lnTo>
                    <a:lnTo>
                      <a:pt x="0" y="2686050"/>
                    </a:lnTo>
                    <a:lnTo>
                      <a:pt x="1550670" y="5372100"/>
                    </a:lnTo>
                    <a:lnTo>
                      <a:pt x="22567066" y="5372100"/>
                    </a:lnTo>
                    <a:lnTo>
                      <a:pt x="24117736" y="2686050"/>
                    </a:lnTo>
                    <a:lnTo>
                      <a:pt x="22567066" y="0"/>
                    </a:lnTo>
                    <a:close/>
                  </a:path>
                </a:pathLst>
              </a:custGeom>
              <a:solidFill>
                <a:srgbClr val="1836B2"/>
              </a:solidFill>
            </p:spPr>
            <p:txBody>
              <a:bodyPr/>
              <a:lstStyle/>
              <a:p>
                <a:endParaRPr lang="en-US" sz="1400"/>
              </a:p>
            </p:txBody>
          </p:sp>
        </p:grpSp>
        <p:sp>
          <p:nvSpPr>
            <p:cNvPr id="453" name="TextBox 39">
              <a:extLst>
                <a:ext uri="{FF2B5EF4-FFF2-40B4-BE49-F238E27FC236}">
                  <a16:creationId xmlns:a16="http://schemas.microsoft.com/office/drawing/2014/main" id="{384A4622-98B3-D5F5-7631-7CCF011FF77B}"/>
                </a:ext>
              </a:extLst>
            </p:cNvPr>
            <p:cNvSpPr txBox="1"/>
            <p:nvPr/>
          </p:nvSpPr>
          <p:spPr>
            <a:xfrm>
              <a:off x="8161338" y="1078805"/>
              <a:ext cx="1158346" cy="281295"/>
            </a:xfrm>
            <a:prstGeom prst="rect">
              <a:avLst/>
            </a:prstGeom>
          </p:spPr>
          <p:txBody>
            <a:bodyPr wrap="square" lIns="0" tIns="0" rIns="0" bIns="0" rtlCol="0" anchor="t">
              <a:spAutoFit/>
            </a:bodyPr>
            <a:lstStyle/>
            <a:p>
              <a:pPr algn="ctr">
                <a:lnSpc>
                  <a:spcPts val="2453"/>
                </a:lnSpc>
                <a:spcBef>
                  <a:spcPct val="0"/>
                </a:spcBef>
              </a:pPr>
              <a:r>
                <a:rPr lang="en-US" sz="1400" b="1">
                  <a:solidFill>
                    <a:srgbClr val="FFFFFF"/>
                  </a:solidFill>
                  <a:sym typeface="Fira Sans Semi-Bold"/>
                </a:rPr>
                <a:t>22</a:t>
              </a:r>
              <a:r>
                <a:rPr lang="en-US" sz="1400" b="1" baseline="30000">
                  <a:solidFill>
                    <a:srgbClr val="FFFFFF"/>
                  </a:solidFill>
                  <a:sym typeface="Fira Sans Semi-Bold"/>
                </a:rPr>
                <a:t>nd</a:t>
              </a:r>
              <a:r>
                <a:rPr lang="en-US" sz="1400" b="1">
                  <a:solidFill>
                    <a:srgbClr val="FFFFFF"/>
                  </a:solidFill>
                  <a:sym typeface="Fira Sans Semi-Bold"/>
                </a:rPr>
                <a:t> Sep</a:t>
              </a:r>
              <a:endParaRPr lang="en-US" sz="1400"/>
            </a:p>
          </p:txBody>
        </p:sp>
      </p:grpSp>
      <p:grpSp>
        <p:nvGrpSpPr>
          <p:cNvPr id="354" name="Group 353">
            <a:extLst>
              <a:ext uri="{FF2B5EF4-FFF2-40B4-BE49-F238E27FC236}">
                <a16:creationId xmlns:a16="http://schemas.microsoft.com/office/drawing/2014/main" id="{5BC465A9-5F0E-8F83-69E8-BA6D44110E37}"/>
              </a:ext>
            </a:extLst>
          </p:cNvPr>
          <p:cNvGrpSpPr/>
          <p:nvPr/>
        </p:nvGrpSpPr>
        <p:grpSpPr>
          <a:xfrm>
            <a:off x="6742607" y="907028"/>
            <a:ext cx="1427055" cy="563708"/>
            <a:chOff x="6742606" y="950821"/>
            <a:chExt cx="1663403" cy="563708"/>
          </a:xfrm>
        </p:grpSpPr>
        <p:grpSp>
          <p:nvGrpSpPr>
            <p:cNvPr id="411" name="Group 31">
              <a:extLst>
                <a:ext uri="{FF2B5EF4-FFF2-40B4-BE49-F238E27FC236}">
                  <a16:creationId xmlns:a16="http://schemas.microsoft.com/office/drawing/2014/main" id="{7868D7C0-5138-90B0-D7E1-2B13355476DA}"/>
                </a:ext>
              </a:extLst>
            </p:cNvPr>
            <p:cNvGrpSpPr/>
            <p:nvPr/>
          </p:nvGrpSpPr>
          <p:grpSpPr>
            <a:xfrm>
              <a:off x="6742606" y="950821"/>
              <a:ext cx="1663403" cy="563708"/>
              <a:chOff x="0" y="0"/>
              <a:chExt cx="24117736" cy="5372100"/>
            </a:xfrm>
          </p:grpSpPr>
          <p:sp>
            <p:nvSpPr>
              <p:cNvPr id="412" name="Freeform 32">
                <a:extLst>
                  <a:ext uri="{FF2B5EF4-FFF2-40B4-BE49-F238E27FC236}">
                    <a16:creationId xmlns:a16="http://schemas.microsoft.com/office/drawing/2014/main" id="{FE877BE6-BAAA-E68B-6725-8EF1832DBC40}"/>
                  </a:ext>
                </a:extLst>
              </p:cNvPr>
              <p:cNvSpPr/>
              <p:nvPr/>
            </p:nvSpPr>
            <p:spPr>
              <a:xfrm>
                <a:off x="0" y="0"/>
                <a:ext cx="24117736" cy="5372100"/>
              </a:xfrm>
              <a:custGeom>
                <a:avLst/>
                <a:gdLst/>
                <a:ahLst/>
                <a:cxnLst/>
                <a:rect l="l" t="t" r="r" b="b"/>
                <a:pathLst>
                  <a:path w="24117736" h="5372100">
                    <a:moveTo>
                      <a:pt x="22567066" y="0"/>
                    </a:moveTo>
                    <a:lnTo>
                      <a:pt x="1550670" y="0"/>
                    </a:lnTo>
                    <a:lnTo>
                      <a:pt x="0" y="2686050"/>
                    </a:lnTo>
                    <a:lnTo>
                      <a:pt x="1550670" y="5372100"/>
                    </a:lnTo>
                    <a:lnTo>
                      <a:pt x="22567066" y="5372100"/>
                    </a:lnTo>
                    <a:lnTo>
                      <a:pt x="24117736" y="2686050"/>
                    </a:lnTo>
                    <a:lnTo>
                      <a:pt x="22567066" y="0"/>
                    </a:lnTo>
                    <a:close/>
                  </a:path>
                </a:pathLst>
              </a:custGeom>
              <a:solidFill>
                <a:srgbClr val="A066CB"/>
              </a:solidFill>
            </p:spPr>
            <p:txBody>
              <a:bodyPr/>
              <a:lstStyle/>
              <a:p>
                <a:endParaRPr lang="en-US" sz="1400"/>
              </a:p>
            </p:txBody>
          </p:sp>
        </p:grpSp>
        <p:sp>
          <p:nvSpPr>
            <p:cNvPr id="452" name="TextBox 39">
              <a:extLst>
                <a:ext uri="{FF2B5EF4-FFF2-40B4-BE49-F238E27FC236}">
                  <a16:creationId xmlns:a16="http://schemas.microsoft.com/office/drawing/2014/main" id="{2C12C453-BBEE-4CC2-1365-628C4DDB8938}"/>
                </a:ext>
              </a:extLst>
            </p:cNvPr>
            <p:cNvSpPr txBox="1"/>
            <p:nvPr/>
          </p:nvSpPr>
          <p:spPr>
            <a:xfrm>
              <a:off x="7028375" y="1089283"/>
              <a:ext cx="1158346" cy="281295"/>
            </a:xfrm>
            <a:prstGeom prst="rect">
              <a:avLst/>
            </a:prstGeom>
          </p:spPr>
          <p:txBody>
            <a:bodyPr wrap="square" lIns="0" tIns="0" rIns="0" bIns="0" rtlCol="0" anchor="t">
              <a:spAutoFit/>
            </a:bodyPr>
            <a:lstStyle/>
            <a:p>
              <a:pPr algn="ctr">
                <a:lnSpc>
                  <a:spcPts val="2453"/>
                </a:lnSpc>
                <a:spcBef>
                  <a:spcPct val="0"/>
                </a:spcBef>
              </a:pPr>
              <a:r>
                <a:rPr lang="en-US" sz="1400" b="1">
                  <a:solidFill>
                    <a:srgbClr val="FFFFFF"/>
                  </a:solidFill>
                  <a:sym typeface="Fira Sans Semi-Bold"/>
                </a:rPr>
                <a:t>15</a:t>
              </a:r>
              <a:r>
                <a:rPr lang="en-US" sz="1400" b="1" baseline="30000">
                  <a:solidFill>
                    <a:srgbClr val="FFFFFF"/>
                  </a:solidFill>
                  <a:sym typeface="Fira Sans Semi-Bold"/>
                </a:rPr>
                <a:t>th</a:t>
              </a:r>
              <a:r>
                <a:rPr lang="en-US" sz="1400" b="1">
                  <a:solidFill>
                    <a:srgbClr val="FFFFFF"/>
                  </a:solidFill>
                  <a:sym typeface="Fira Sans Semi-Bold"/>
                </a:rPr>
                <a:t> Sep</a:t>
              </a:r>
              <a:endParaRPr lang="en-US" sz="1400"/>
            </a:p>
          </p:txBody>
        </p:sp>
      </p:grpSp>
      <p:grpSp>
        <p:nvGrpSpPr>
          <p:cNvPr id="355" name="Group 354">
            <a:extLst>
              <a:ext uri="{FF2B5EF4-FFF2-40B4-BE49-F238E27FC236}">
                <a16:creationId xmlns:a16="http://schemas.microsoft.com/office/drawing/2014/main" id="{3614129C-2481-C75E-225A-8A2E04025E7C}"/>
              </a:ext>
            </a:extLst>
          </p:cNvPr>
          <p:cNvGrpSpPr/>
          <p:nvPr/>
        </p:nvGrpSpPr>
        <p:grpSpPr>
          <a:xfrm>
            <a:off x="5491645" y="910886"/>
            <a:ext cx="1449929" cy="563708"/>
            <a:chOff x="5491645" y="954679"/>
            <a:chExt cx="1638654" cy="563708"/>
          </a:xfrm>
        </p:grpSpPr>
        <p:grpSp>
          <p:nvGrpSpPr>
            <p:cNvPr id="409" name="Group 33">
              <a:extLst>
                <a:ext uri="{FF2B5EF4-FFF2-40B4-BE49-F238E27FC236}">
                  <a16:creationId xmlns:a16="http://schemas.microsoft.com/office/drawing/2014/main" id="{FA788FF4-1CEA-098D-9A5D-F290478158EB}"/>
                </a:ext>
              </a:extLst>
            </p:cNvPr>
            <p:cNvGrpSpPr/>
            <p:nvPr/>
          </p:nvGrpSpPr>
          <p:grpSpPr>
            <a:xfrm>
              <a:off x="5491645" y="954679"/>
              <a:ext cx="1638654" cy="563708"/>
              <a:chOff x="0" y="0"/>
              <a:chExt cx="24117736" cy="5372100"/>
            </a:xfrm>
          </p:grpSpPr>
          <p:sp>
            <p:nvSpPr>
              <p:cNvPr id="410" name="Freeform 34">
                <a:extLst>
                  <a:ext uri="{FF2B5EF4-FFF2-40B4-BE49-F238E27FC236}">
                    <a16:creationId xmlns:a16="http://schemas.microsoft.com/office/drawing/2014/main" id="{DB94AA33-0A8B-449C-3577-5AB42CA4BB3F}"/>
                  </a:ext>
                </a:extLst>
              </p:cNvPr>
              <p:cNvSpPr/>
              <p:nvPr/>
            </p:nvSpPr>
            <p:spPr>
              <a:xfrm>
                <a:off x="0" y="0"/>
                <a:ext cx="24117736" cy="5372100"/>
              </a:xfrm>
              <a:custGeom>
                <a:avLst/>
                <a:gdLst/>
                <a:ahLst/>
                <a:cxnLst/>
                <a:rect l="l" t="t" r="r" b="b"/>
                <a:pathLst>
                  <a:path w="24117736" h="5372100">
                    <a:moveTo>
                      <a:pt x="22567066" y="0"/>
                    </a:moveTo>
                    <a:lnTo>
                      <a:pt x="1550670" y="0"/>
                    </a:lnTo>
                    <a:lnTo>
                      <a:pt x="0" y="2686050"/>
                    </a:lnTo>
                    <a:lnTo>
                      <a:pt x="1550670" y="5372100"/>
                    </a:lnTo>
                    <a:lnTo>
                      <a:pt x="22567066" y="5372100"/>
                    </a:lnTo>
                    <a:lnTo>
                      <a:pt x="24117736" y="2686050"/>
                    </a:lnTo>
                    <a:lnTo>
                      <a:pt x="22567066" y="0"/>
                    </a:lnTo>
                    <a:close/>
                  </a:path>
                </a:pathLst>
              </a:custGeom>
              <a:solidFill>
                <a:srgbClr val="1836B2"/>
              </a:solidFill>
            </p:spPr>
            <p:txBody>
              <a:bodyPr/>
              <a:lstStyle/>
              <a:p>
                <a:endParaRPr lang="en-US" sz="1400"/>
              </a:p>
            </p:txBody>
          </p:sp>
        </p:grpSp>
        <p:sp>
          <p:nvSpPr>
            <p:cNvPr id="451" name="TextBox 39">
              <a:extLst>
                <a:ext uri="{FF2B5EF4-FFF2-40B4-BE49-F238E27FC236}">
                  <a16:creationId xmlns:a16="http://schemas.microsoft.com/office/drawing/2014/main" id="{B0B5DDDB-38E4-72EA-6791-882473A2B757}"/>
                </a:ext>
              </a:extLst>
            </p:cNvPr>
            <p:cNvSpPr txBox="1"/>
            <p:nvPr/>
          </p:nvSpPr>
          <p:spPr>
            <a:xfrm>
              <a:off x="5816805" y="1085092"/>
              <a:ext cx="1158346" cy="281295"/>
            </a:xfrm>
            <a:prstGeom prst="rect">
              <a:avLst/>
            </a:prstGeom>
          </p:spPr>
          <p:txBody>
            <a:bodyPr wrap="square" lIns="0" tIns="0" rIns="0" bIns="0" rtlCol="0" anchor="t">
              <a:spAutoFit/>
            </a:bodyPr>
            <a:lstStyle/>
            <a:p>
              <a:pPr algn="ctr">
                <a:lnSpc>
                  <a:spcPts val="2453"/>
                </a:lnSpc>
                <a:spcBef>
                  <a:spcPct val="0"/>
                </a:spcBef>
              </a:pPr>
              <a:r>
                <a:rPr lang="en-US" sz="1400" b="1">
                  <a:solidFill>
                    <a:srgbClr val="FFFFFF"/>
                  </a:solidFill>
                  <a:sym typeface="Fira Sans Semi-Bold"/>
                </a:rPr>
                <a:t>8</a:t>
              </a:r>
              <a:r>
                <a:rPr lang="en-US" sz="1400" b="1" baseline="30000">
                  <a:solidFill>
                    <a:srgbClr val="FFFFFF"/>
                  </a:solidFill>
                  <a:sym typeface="Fira Sans Semi-Bold"/>
                </a:rPr>
                <a:t>th</a:t>
              </a:r>
              <a:r>
                <a:rPr lang="en-US" sz="1400" b="1">
                  <a:solidFill>
                    <a:srgbClr val="FFFFFF"/>
                  </a:solidFill>
                  <a:sym typeface="Fira Sans Semi-Bold"/>
                </a:rPr>
                <a:t> Sep</a:t>
              </a:r>
              <a:endParaRPr lang="en-US" sz="1400"/>
            </a:p>
          </p:txBody>
        </p:sp>
      </p:grpSp>
      <p:grpSp>
        <p:nvGrpSpPr>
          <p:cNvPr id="356" name="Group 355">
            <a:extLst>
              <a:ext uri="{FF2B5EF4-FFF2-40B4-BE49-F238E27FC236}">
                <a16:creationId xmlns:a16="http://schemas.microsoft.com/office/drawing/2014/main" id="{08E7FD36-1A55-13C2-39CB-1A9409A03A38}"/>
              </a:ext>
            </a:extLst>
          </p:cNvPr>
          <p:cNvGrpSpPr/>
          <p:nvPr/>
        </p:nvGrpSpPr>
        <p:grpSpPr>
          <a:xfrm>
            <a:off x="4363134" y="912934"/>
            <a:ext cx="1457563" cy="563708"/>
            <a:chOff x="4363134" y="956727"/>
            <a:chExt cx="1663403" cy="563708"/>
          </a:xfrm>
        </p:grpSpPr>
        <p:grpSp>
          <p:nvGrpSpPr>
            <p:cNvPr id="407" name="Group 31">
              <a:extLst>
                <a:ext uri="{FF2B5EF4-FFF2-40B4-BE49-F238E27FC236}">
                  <a16:creationId xmlns:a16="http://schemas.microsoft.com/office/drawing/2014/main" id="{04E68994-F175-2775-B118-19635643AA26}"/>
                </a:ext>
              </a:extLst>
            </p:cNvPr>
            <p:cNvGrpSpPr/>
            <p:nvPr/>
          </p:nvGrpSpPr>
          <p:grpSpPr>
            <a:xfrm>
              <a:off x="4363134" y="956727"/>
              <a:ext cx="1663403" cy="563708"/>
              <a:chOff x="0" y="0"/>
              <a:chExt cx="24117736" cy="5372100"/>
            </a:xfrm>
          </p:grpSpPr>
          <p:sp>
            <p:nvSpPr>
              <p:cNvPr id="408" name="Freeform 32">
                <a:extLst>
                  <a:ext uri="{FF2B5EF4-FFF2-40B4-BE49-F238E27FC236}">
                    <a16:creationId xmlns:a16="http://schemas.microsoft.com/office/drawing/2014/main" id="{F0599529-097A-E0F3-5625-EAC3BB0CD9B8}"/>
                  </a:ext>
                </a:extLst>
              </p:cNvPr>
              <p:cNvSpPr/>
              <p:nvPr/>
            </p:nvSpPr>
            <p:spPr>
              <a:xfrm>
                <a:off x="0" y="0"/>
                <a:ext cx="24117736" cy="5372100"/>
              </a:xfrm>
              <a:custGeom>
                <a:avLst/>
                <a:gdLst/>
                <a:ahLst/>
                <a:cxnLst/>
                <a:rect l="l" t="t" r="r" b="b"/>
                <a:pathLst>
                  <a:path w="24117736" h="5372100">
                    <a:moveTo>
                      <a:pt x="22567066" y="0"/>
                    </a:moveTo>
                    <a:lnTo>
                      <a:pt x="1550670" y="0"/>
                    </a:lnTo>
                    <a:lnTo>
                      <a:pt x="0" y="2686050"/>
                    </a:lnTo>
                    <a:lnTo>
                      <a:pt x="1550670" y="5372100"/>
                    </a:lnTo>
                    <a:lnTo>
                      <a:pt x="22567066" y="5372100"/>
                    </a:lnTo>
                    <a:lnTo>
                      <a:pt x="24117736" y="2686050"/>
                    </a:lnTo>
                    <a:lnTo>
                      <a:pt x="22567066" y="0"/>
                    </a:lnTo>
                    <a:close/>
                  </a:path>
                </a:pathLst>
              </a:custGeom>
              <a:solidFill>
                <a:srgbClr val="A066CB"/>
              </a:solidFill>
            </p:spPr>
            <p:txBody>
              <a:bodyPr/>
              <a:lstStyle/>
              <a:p>
                <a:endParaRPr lang="en-US" sz="1400"/>
              </a:p>
            </p:txBody>
          </p:sp>
        </p:grpSp>
        <p:sp>
          <p:nvSpPr>
            <p:cNvPr id="450" name="TextBox 39">
              <a:extLst>
                <a:ext uri="{FF2B5EF4-FFF2-40B4-BE49-F238E27FC236}">
                  <a16:creationId xmlns:a16="http://schemas.microsoft.com/office/drawing/2014/main" id="{D686BACB-A2F4-95C5-7C61-A9AB0629AEDF}"/>
                </a:ext>
              </a:extLst>
            </p:cNvPr>
            <p:cNvSpPr txBox="1"/>
            <p:nvPr/>
          </p:nvSpPr>
          <p:spPr>
            <a:xfrm>
              <a:off x="4718724" y="1087693"/>
              <a:ext cx="1158346" cy="281295"/>
            </a:xfrm>
            <a:prstGeom prst="rect">
              <a:avLst/>
            </a:prstGeom>
          </p:spPr>
          <p:txBody>
            <a:bodyPr wrap="square" lIns="0" tIns="0" rIns="0" bIns="0" rtlCol="0" anchor="t">
              <a:spAutoFit/>
            </a:bodyPr>
            <a:lstStyle/>
            <a:p>
              <a:pPr algn="ctr">
                <a:lnSpc>
                  <a:spcPts val="2453"/>
                </a:lnSpc>
                <a:spcBef>
                  <a:spcPct val="0"/>
                </a:spcBef>
              </a:pPr>
              <a:r>
                <a:rPr lang="en-US" sz="1400" b="1">
                  <a:solidFill>
                    <a:srgbClr val="FFFFFF"/>
                  </a:solidFill>
                  <a:ea typeface="Fira Sans Semi-Bold"/>
                  <a:cs typeface="Fira Sans Semi-Bold"/>
                  <a:sym typeface="Fira Sans Semi-Bold"/>
                </a:rPr>
                <a:t>1</a:t>
              </a:r>
              <a:r>
                <a:rPr lang="en-US" sz="1400" b="1" baseline="30000">
                  <a:solidFill>
                    <a:srgbClr val="FFFFFF"/>
                  </a:solidFill>
                  <a:ea typeface="Fira Sans Semi-Bold"/>
                  <a:cs typeface="Fira Sans Semi-Bold"/>
                  <a:sym typeface="Fira Sans Semi-Bold"/>
                </a:rPr>
                <a:t>st</a:t>
              </a:r>
              <a:r>
                <a:rPr lang="en-US" sz="1400" b="1">
                  <a:solidFill>
                    <a:srgbClr val="FFFFFF"/>
                  </a:solidFill>
                  <a:ea typeface="Fira Sans Semi-Bold"/>
                  <a:cs typeface="Fira Sans Semi-Bold"/>
                  <a:sym typeface="Fira Sans Semi-Bold"/>
                </a:rPr>
                <a:t>  Sep</a:t>
              </a:r>
            </a:p>
          </p:txBody>
        </p:sp>
      </p:grpSp>
      <p:grpSp>
        <p:nvGrpSpPr>
          <p:cNvPr id="357" name="Group 356">
            <a:extLst>
              <a:ext uri="{FF2B5EF4-FFF2-40B4-BE49-F238E27FC236}">
                <a16:creationId xmlns:a16="http://schemas.microsoft.com/office/drawing/2014/main" id="{DF35554C-8B22-14EF-0027-0DF54CBD20F2}"/>
              </a:ext>
            </a:extLst>
          </p:cNvPr>
          <p:cNvGrpSpPr/>
          <p:nvPr/>
        </p:nvGrpSpPr>
        <p:grpSpPr>
          <a:xfrm>
            <a:off x="3126984" y="913862"/>
            <a:ext cx="1523671" cy="571207"/>
            <a:chOff x="3126984" y="957655"/>
            <a:chExt cx="1638654" cy="566705"/>
          </a:xfrm>
        </p:grpSpPr>
        <p:grpSp>
          <p:nvGrpSpPr>
            <p:cNvPr id="397" name="Group 33">
              <a:extLst>
                <a:ext uri="{FF2B5EF4-FFF2-40B4-BE49-F238E27FC236}">
                  <a16:creationId xmlns:a16="http://schemas.microsoft.com/office/drawing/2014/main" id="{F63E1F66-8D30-1334-FFDF-FA0CB44D49F7}"/>
                </a:ext>
              </a:extLst>
            </p:cNvPr>
            <p:cNvGrpSpPr/>
            <p:nvPr/>
          </p:nvGrpSpPr>
          <p:grpSpPr>
            <a:xfrm>
              <a:off x="3126984" y="957655"/>
              <a:ext cx="1638654" cy="566705"/>
              <a:chOff x="0" y="93203"/>
              <a:chExt cx="24117736" cy="5372100"/>
            </a:xfrm>
          </p:grpSpPr>
          <p:sp>
            <p:nvSpPr>
              <p:cNvPr id="398" name="Freeform 34">
                <a:extLst>
                  <a:ext uri="{FF2B5EF4-FFF2-40B4-BE49-F238E27FC236}">
                    <a16:creationId xmlns:a16="http://schemas.microsoft.com/office/drawing/2014/main" id="{6ACC6A65-FB1D-F76D-FECB-9D8ECE1D5D5F}"/>
                  </a:ext>
                </a:extLst>
              </p:cNvPr>
              <p:cNvSpPr/>
              <p:nvPr/>
            </p:nvSpPr>
            <p:spPr>
              <a:xfrm>
                <a:off x="0" y="93203"/>
                <a:ext cx="24117736" cy="5372100"/>
              </a:xfrm>
              <a:custGeom>
                <a:avLst/>
                <a:gdLst/>
                <a:ahLst/>
                <a:cxnLst/>
                <a:rect l="l" t="t" r="r" b="b"/>
                <a:pathLst>
                  <a:path w="24117736" h="5372100">
                    <a:moveTo>
                      <a:pt x="22567066" y="0"/>
                    </a:moveTo>
                    <a:lnTo>
                      <a:pt x="1550670" y="0"/>
                    </a:lnTo>
                    <a:lnTo>
                      <a:pt x="0" y="2686050"/>
                    </a:lnTo>
                    <a:lnTo>
                      <a:pt x="1550670" y="5372100"/>
                    </a:lnTo>
                    <a:lnTo>
                      <a:pt x="22567066" y="5372100"/>
                    </a:lnTo>
                    <a:lnTo>
                      <a:pt x="24117736" y="2686050"/>
                    </a:lnTo>
                    <a:lnTo>
                      <a:pt x="22567066" y="0"/>
                    </a:lnTo>
                    <a:close/>
                  </a:path>
                </a:pathLst>
              </a:custGeom>
              <a:solidFill>
                <a:srgbClr val="1836B2"/>
              </a:solidFill>
            </p:spPr>
            <p:txBody>
              <a:bodyPr/>
              <a:lstStyle/>
              <a:p>
                <a:endParaRPr lang="en-US" sz="1400"/>
              </a:p>
            </p:txBody>
          </p:sp>
        </p:grpSp>
        <p:sp>
          <p:nvSpPr>
            <p:cNvPr id="449" name="TextBox 39">
              <a:extLst>
                <a:ext uri="{FF2B5EF4-FFF2-40B4-BE49-F238E27FC236}">
                  <a16:creationId xmlns:a16="http://schemas.microsoft.com/office/drawing/2014/main" id="{2E6D6228-9D0A-2A2C-8F4B-9D669A328B54}"/>
                </a:ext>
              </a:extLst>
            </p:cNvPr>
            <p:cNvSpPr txBox="1"/>
            <p:nvPr/>
          </p:nvSpPr>
          <p:spPr>
            <a:xfrm>
              <a:off x="3387485" y="1086985"/>
              <a:ext cx="1158346" cy="279078"/>
            </a:xfrm>
            <a:prstGeom prst="rect">
              <a:avLst/>
            </a:prstGeom>
          </p:spPr>
          <p:txBody>
            <a:bodyPr wrap="square" lIns="0" tIns="0" rIns="0" bIns="0" rtlCol="0" anchor="t">
              <a:spAutoFit/>
            </a:bodyPr>
            <a:lstStyle/>
            <a:p>
              <a:pPr algn="ctr">
                <a:lnSpc>
                  <a:spcPts val="2453"/>
                </a:lnSpc>
                <a:spcBef>
                  <a:spcPct val="0"/>
                </a:spcBef>
              </a:pPr>
              <a:r>
                <a:rPr lang="en-US" sz="1400" b="1">
                  <a:solidFill>
                    <a:srgbClr val="FFFFFF"/>
                  </a:solidFill>
                  <a:ea typeface="Fira Sans Semi-Bold"/>
                  <a:cs typeface="Fira Sans Semi-Bold"/>
                  <a:sym typeface="Fira Sans Semi-Bold"/>
                </a:rPr>
                <a:t>25</a:t>
              </a:r>
              <a:r>
                <a:rPr lang="en-US" sz="1400" b="1" baseline="30000">
                  <a:solidFill>
                    <a:srgbClr val="FFFFFF"/>
                  </a:solidFill>
                  <a:ea typeface="Fira Sans Semi-Bold"/>
                  <a:cs typeface="Fira Sans Semi-Bold"/>
                  <a:sym typeface="Fira Sans Semi-Bold"/>
                </a:rPr>
                <a:t>th</a:t>
              </a:r>
              <a:r>
                <a:rPr lang="en-US" sz="1400" b="1">
                  <a:solidFill>
                    <a:srgbClr val="FFFFFF"/>
                  </a:solidFill>
                  <a:ea typeface="Fira Sans Semi-Bold"/>
                  <a:cs typeface="Fira Sans Semi-Bold"/>
                  <a:sym typeface="Fira Sans Semi-Bold"/>
                </a:rPr>
                <a:t> Aug</a:t>
              </a:r>
            </a:p>
          </p:txBody>
        </p:sp>
      </p:grpSp>
      <p:grpSp>
        <p:nvGrpSpPr>
          <p:cNvPr id="395" name="Group 31">
            <a:extLst>
              <a:ext uri="{FF2B5EF4-FFF2-40B4-BE49-F238E27FC236}">
                <a16:creationId xmlns:a16="http://schemas.microsoft.com/office/drawing/2014/main" id="{5E2C78D7-DE8E-80B1-0D75-FC92F93B877B}"/>
              </a:ext>
            </a:extLst>
          </p:cNvPr>
          <p:cNvGrpSpPr/>
          <p:nvPr/>
        </p:nvGrpSpPr>
        <p:grpSpPr>
          <a:xfrm>
            <a:off x="1998474" y="949774"/>
            <a:ext cx="1432984" cy="534470"/>
            <a:chOff x="0" y="0"/>
            <a:chExt cx="24117736" cy="5372100"/>
          </a:xfrm>
        </p:grpSpPr>
        <p:sp>
          <p:nvSpPr>
            <p:cNvPr id="396" name="Freeform 32">
              <a:extLst>
                <a:ext uri="{FF2B5EF4-FFF2-40B4-BE49-F238E27FC236}">
                  <a16:creationId xmlns:a16="http://schemas.microsoft.com/office/drawing/2014/main" id="{6AE41153-E4E3-2B77-C140-A559E8B50BB2}"/>
                </a:ext>
              </a:extLst>
            </p:cNvPr>
            <p:cNvSpPr/>
            <p:nvPr/>
          </p:nvSpPr>
          <p:spPr>
            <a:xfrm>
              <a:off x="0" y="0"/>
              <a:ext cx="24117736" cy="5372100"/>
            </a:xfrm>
            <a:custGeom>
              <a:avLst/>
              <a:gdLst/>
              <a:ahLst/>
              <a:cxnLst/>
              <a:rect l="l" t="t" r="r" b="b"/>
              <a:pathLst>
                <a:path w="24117736" h="5372100">
                  <a:moveTo>
                    <a:pt x="22567066" y="0"/>
                  </a:moveTo>
                  <a:lnTo>
                    <a:pt x="1550670" y="0"/>
                  </a:lnTo>
                  <a:lnTo>
                    <a:pt x="0" y="2686050"/>
                  </a:lnTo>
                  <a:lnTo>
                    <a:pt x="1550670" y="5372100"/>
                  </a:lnTo>
                  <a:lnTo>
                    <a:pt x="22567066" y="5372100"/>
                  </a:lnTo>
                  <a:lnTo>
                    <a:pt x="24117736" y="2686050"/>
                  </a:lnTo>
                  <a:lnTo>
                    <a:pt x="22567066" y="0"/>
                  </a:lnTo>
                  <a:close/>
                </a:path>
              </a:pathLst>
            </a:custGeom>
            <a:solidFill>
              <a:srgbClr val="A066CB"/>
            </a:solidFill>
          </p:spPr>
          <p:txBody>
            <a:bodyPr/>
            <a:lstStyle/>
            <a:p>
              <a:endParaRPr lang="en-US"/>
            </a:p>
          </p:txBody>
        </p:sp>
      </p:grpSp>
      <p:sp>
        <p:nvSpPr>
          <p:cNvPr id="403" name="TextBox 39">
            <a:extLst>
              <a:ext uri="{FF2B5EF4-FFF2-40B4-BE49-F238E27FC236}">
                <a16:creationId xmlns:a16="http://schemas.microsoft.com/office/drawing/2014/main" id="{A18B6104-6E6E-9355-51AB-1E740D767A41}"/>
              </a:ext>
            </a:extLst>
          </p:cNvPr>
          <p:cNvSpPr txBox="1"/>
          <p:nvPr/>
        </p:nvSpPr>
        <p:spPr>
          <a:xfrm>
            <a:off x="2192142" y="1035012"/>
            <a:ext cx="1158346" cy="281295"/>
          </a:xfrm>
          <a:prstGeom prst="rect">
            <a:avLst/>
          </a:prstGeom>
        </p:spPr>
        <p:txBody>
          <a:bodyPr wrap="square" lIns="0" tIns="0" rIns="0" bIns="0" rtlCol="0" anchor="t">
            <a:spAutoFit/>
          </a:bodyPr>
          <a:lstStyle/>
          <a:p>
            <a:pPr algn="ctr">
              <a:lnSpc>
                <a:spcPts val="2453"/>
              </a:lnSpc>
              <a:spcBef>
                <a:spcPct val="0"/>
              </a:spcBef>
            </a:pPr>
            <a:r>
              <a:rPr lang="en-US" sz="1400" b="1">
                <a:solidFill>
                  <a:srgbClr val="FFFFFF"/>
                </a:solidFill>
                <a:ea typeface="Fira Sans Semi-Bold"/>
                <a:cs typeface="Fira Sans Semi-Bold"/>
                <a:sym typeface="Fira Sans Semi-Bold"/>
              </a:rPr>
              <a:t>19</a:t>
            </a:r>
            <a:r>
              <a:rPr lang="en-US" sz="1400" b="1" baseline="30000">
                <a:solidFill>
                  <a:srgbClr val="FFFFFF"/>
                </a:solidFill>
                <a:ea typeface="Fira Sans Semi-Bold"/>
                <a:cs typeface="Fira Sans Semi-Bold"/>
                <a:sym typeface="Fira Sans Semi-Bold"/>
              </a:rPr>
              <a:t>th</a:t>
            </a:r>
            <a:r>
              <a:rPr lang="en-US" sz="1400" b="1">
                <a:solidFill>
                  <a:srgbClr val="FFFFFF"/>
                </a:solidFill>
                <a:ea typeface="Fira Sans Semi-Bold"/>
                <a:cs typeface="Fira Sans Semi-Bold"/>
                <a:sym typeface="Fira Sans Semi-Bold"/>
              </a:rPr>
              <a:t> Aug</a:t>
            </a:r>
          </a:p>
        </p:txBody>
      </p:sp>
      <p:sp>
        <p:nvSpPr>
          <p:cNvPr id="358" name="Rectangle 357">
            <a:extLst>
              <a:ext uri="{FF2B5EF4-FFF2-40B4-BE49-F238E27FC236}">
                <a16:creationId xmlns:a16="http://schemas.microsoft.com/office/drawing/2014/main" id="{700BB5AD-0A12-DC66-7AFB-72B68E98BC71}"/>
              </a:ext>
            </a:extLst>
          </p:cNvPr>
          <p:cNvSpPr/>
          <p:nvPr/>
        </p:nvSpPr>
        <p:spPr>
          <a:xfrm>
            <a:off x="1828566" y="817711"/>
            <a:ext cx="326579" cy="9624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9" name="Rectangle 358">
            <a:extLst>
              <a:ext uri="{FF2B5EF4-FFF2-40B4-BE49-F238E27FC236}">
                <a16:creationId xmlns:a16="http://schemas.microsoft.com/office/drawing/2014/main" id="{4DF87D44-EA10-79C5-A063-6E64C9ADAAB7}"/>
              </a:ext>
            </a:extLst>
          </p:cNvPr>
          <p:cNvSpPr/>
          <p:nvPr/>
        </p:nvSpPr>
        <p:spPr>
          <a:xfrm>
            <a:off x="2091841" y="716415"/>
            <a:ext cx="9548670" cy="2344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0" name="Rectangle 359">
            <a:extLst>
              <a:ext uri="{FF2B5EF4-FFF2-40B4-BE49-F238E27FC236}">
                <a16:creationId xmlns:a16="http://schemas.microsoft.com/office/drawing/2014/main" id="{C9481207-B1D0-B5C0-82C5-2FC0C5CC9763}"/>
              </a:ext>
            </a:extLst>
          </p:cNvPr>
          <p:cNvSpPr/>
          <p:nvPr/>
        </p:nvSpPr>
        <p:spPr>
          <a:xfrm>
            <a:off x="2123902" y="1498101"/>
            <a:ext cx="9548670" cy="724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0981476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hape 141">
            <a:extLst>
              <a:ext uri="{FF2B5EF4-FFF2-40B4-BE49-F238E27FC236}">
                <a16:creationId xmlns:a16="http://schemas.microsoft.com/office/drawing/2014/main" id="{9D13531D-EDB3-F2C6-F9E3-6510D4F36A31}"/>
              </a:ext>
            </a:extLst>
          </p:cNvPr>
          <p:cNvSpPr/>
          <p:nvPr/>
        </p:nvSpPr>
        <p:spPr>
          <a:xfrm>
            <a:off x="438912" y="256032"/>
            <a:ext cx="117519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r>
              <a:rPr lang="en-US" sz="2800" b="1">
                <a:solidFill>
                  <a:srgbClr val="5410BF"/>
                </a:solidFill>
                <a:latin typeface="Calibri" panose="020F0502020204030204" pitchFamily="34" charset="0"/>
                <a:ea typeface="Calibri" panose="020F0502020204030204" pitchFamily="34" charset="0"/>
                <a:cs typeface="Calibri" panose="020F0502020204030204" pitchFamily="34" charset="0"/>
                <a:sym typeface="Lato Light"/>
              </a:rPr>
              <a:t>Project Milestones</a:t>
            </a:r>
            <a:endParaRPr lang="en-US" sz="2800" b="1">
              <a:solidFill>
                <a:srgbClr val="5410BF"/>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EFADAED3-5A89-BEBB-C9D7-72452069E462}"/>
              </a:ext>
            </a:extLst>
          </p:cNvPr>
          <p:cNvGraphicFramePr>
            <a:graphicFrameLocks noGrp="1"/>
          </p:cNvGraphicFramePr>
          <p:nvPr>
            <p:extLst>
              <p:ext uri="{D42A27DB-BD31-4B8C-83A1-F6EECF244321}">
                <p14:modId xmlns:p14="http://schemas.microsoft.com/office/powerpoint/2010/main" val="3857934022"/>
              </p:ext>
            </p:extLst>
          </p:nvPr>
        </p:nvGraphicFramePr>
        <p:xfrm>
          <a:off x="1551858" y="1277997"/>
          <a:ext cx="9088284" cy="3616362"/>
        </p:xfrm>
        <a:graphic>
          <a:graphicData uri="http://schemas.openxmlformats.org/drawingml/2006/table">
            <a:tbl>
              <a:tblPr firstRow="1" bandRow="1">
                <a:tableStyleId>{2D5ABB26-0587-4C30-8999-92F81FD0307C}</a:tableStyleId>
              </a:tblPr>
              <a:tblGrid>
                <a:gridCol w="463755">
                  <a:extLst>
                    <a:ext uri="{9D8B030D-6E8A-4147-A177-3AD203B41FA5}">
                      <a16:colId xmlns:a16="http://schemas.microsoft.com/office/drawing/2014/main" val="1353147066"/>
                    </a:ext>
                  </a:extLst>
                </a:gridCol>
                <a:gridCol w="2802193">
                  <a:extLst>
                    <a:ext uri="{9D8B030D-6E8A-4147-A177-3AD203B41FA5}">
                      <a16:colId xmlns:a16="http://schemas.microsoft.com/office/drawing/2014/main" val="674797564"/>
                    </a:ext>
                  </a:extLst>
                </a:gridCol>
                <a:gridCol w="5822336">
                  <a:extLst>
                    <a:ext uri="{9D8B030D-6E8A-4147-A177-3AD203B41FA5}">
                      <a16:colId xmlns:a16="http://schemas.microsoft.com/office/drawing/2014/main" val="3115589532"/>
                    </a:ext>
                  </a:extLst>
                </a:gridCol>
              </a:tblGrid>
              <a:tr h="602727">
                <a:tc>
                  <a:txBody>
                    <a:bodyPr/>
                    <a:lstStyle/>
                    <a:p>
                      <a:endParaRPr lang="en-IN" sz="2000">
                        <a:solidFill>
                          <a:schemeClr val="tx1"/>
                        </a:solidFill>
                      </a:endParaRPr>
                    </a:p>
                  </a:txBody>
                  <a:tcPr/>
                </a:tc>
                <a:tc>
                  <a:txBody>
                    <a:bodyPr/>
                    <a:lstStyle/>
                    <a:p>
                      <a:endParaRPr lang="en-IN" sz="2000">
                        <a:solidFill>
                          <a:schemeClr val="tx1"/>
                        </a:solidFill>
                      </a:endParaRPr>
                    </a:p>
                  </a:txBody>
                  <a:tcPr/>
                </a:tc>
                <a:tc>
                  <a:txBody>
                    <a:bodyPr/>
                    <a:lstStyle/>
                    <a:p>
                      <a:endParaRPr lang="en-IN" sz="2000">
                        <a:solidFill>
                          <a:schemeClr val="tx1"/>
                        </a:solidFill>
                      </a:endParaRPr>
                    </a:p>
                  </a:txBody>
                  <a:tcPr/>
                </a:tc>
                <a:extLst>
                  <a:ext uri="{0D108BD9-81ED-4DB2-BD59-A6C34878D82A}">
                    <a16:rowId xmlns:a16="http://schemas.microsoft.com/office/drawing/2014/main" val="1464220152"/>
                  </a:ext>
                </a:extLst>
              </a:tr>
              <a:tr h="602727">
                <a:tc>
                  <a:txBody>
                    <a:bodyPr/>
                    <a:lstStyle/>
                    <a:p>
                      <a:endParaRPr lang="en-IN" sz="2000">
                        <a:solidFill>
                          <a:schemeClr val="tx1"/>
                        </a:solidFill>
                        <a:latin typeface="+mn-lt"/>
                      </a:endParaRPr>
                    </a:p>
                  </a:txBody>
                  <a:tcPr/>
                </a:tc>
                <a:tc>
                  <a:txBody>
                    <a:bodyPr/>
                    <a:lstStyle/>
                    <a:p>
                      <a:r>
                        <a:rPr lang="en-US" sz="2000">
                          <a:solidFill>
                            <a:schemeClr val="tx1">
                              <a:lumMod val="50000"/>
                              <a:lumOff val="50000"/>
                            </a:schemeClr>
                          </a:solidFill>
                        </a:rPr>
                        <a:t>Project Start Date</a:t>
                      </a:r>
                      <a:endParaRPr lang="en-IN" sz="2000">
                        <a:solidFill>
                          <a:schemeClr val="tx1">
                            <a:lumMod val="50000"/>
                            <a:lumOff val="50000"/>
                          </a:schemeClr>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1" kern="100">
                          <a:solidFill>
                            <a:schemeClr val="tx1"/>
                          </a:solidFill>
                          <a:effectLst/>
                        </a:rPr>
                        <a:t>19</a:t>
                      </a:r>
                      <a:r>
                        <a:rPr lang="en-US" sz="2000" b="1" kern="100" baseline="30000">
                          <a:solidFill>
                            <a:schemeClr val="tx1"/>
                          </a:solidFill>
                          <a:effectLst/>
                        </a:rPr>
                        <a:t>th</a:t>
                      </a:r>
                      <a:r>
                        <a:rPr lang="en-US" sz="2000" b="1" kern="100">
                          <a:solidFill>
                            <a:schemeClr val="tx1"/>
                          </a:solidFill>
                          <a:effectLst/>
                        </a:rPr>
                        <a:t> Aug 2025</a:t>
                      </a:r>
                      <a:endParaRPr lang="en-US" sz="2000" b="1" kern="100">
                        <a:solidFill>
                          <a:schemeClr val="tx1"/>
                        </a:solidFill>
                        <a:effectLst/>
                        <a:latin typeface="+mn-lt"/>
                        <a:ea typeface="Calibri"/>
                        <a:cs typeface="Arial"/>
                      </a:endParaRPr>
                    </a:p>
                  </a:txBody>
                  <a:tcPr anchor="ctr"/>
                </a:tc>
                <a:extLst>
                  <a:ext uri="{0D108BD9-81ED-4DB2-BD59-A6C34878D82A}">
                    <a16:rowId xmlns:a16="http://schemas.microsoft.com/office/drawing/2014/main" val="3092270558"/>
                  </a:ext>
                </a:extLst>
              </a:tr>
              <a:tr h="602727">
                <a:tc>
                  <a:txBody>
                    <a:bodyPr/>
                    <a:lstStyle/>
                    <a:p>
                      <a:endParaRPr lang="en-IN" sz="2000">
                        <a:solidFill>
                          <a:schemeClr val="tx1"/>
                        </a:solidFill>
                        <a:latin typeface="+mn-lt"/>
                      </a:endParaRPr>
                    </a:p>
                  </a:txBody>
                  <a:tcPr/>
                </a:tc>
                <a:tc>
                  <a:txBody>
                    <a:bodyPr/>
                    <a:lstStyle/>
                    <a:p>
                      <a:r>
                        <a:rPr lang="en-US" sz="2000" b="0" kern="100">
                          <a:solidFill>
                            <a:schemeClr val="tx1">
                              <a:lumMod val="50000"/>
                              <a:lumOff val="50000"/>
                            </a:schemeClr>
                          </a:solidFill>
                          <a:effectLst/>
                        </a:rPr>
                        <a:t>Tentative QA Date</a:t>
                      </a:r>
                      <a:endParaRPr lang="en-IN" sz="2000">
                        <a:solidFill>
                          <a:schemeClr val="tx1">
                            <a:lumMod val="50000"/>
                            <a:lumOff val="50000"/>
                          </a:schemeClr>
                        </a:solidFill>
                        <a:latin typeface="+mn-lt"/>
                      </a:endParaRPr>
                    </a:p>
                  </a:txBody>
                  <a:tcPr anchor="ctr"/>
                </a:tc>
                <a:tc>
                  <a:txBody>
                    <a:bodyPr/>
                    <a:lstStyle/>
                    <a:p>
                      <a:r>
                        <a:rPr lang="en-US" sz="2000" b="1" kern="100">
                          <a:solidFill>
                            <a:schemeClr val="tx1"/>
                          </a:solidFill>
                          <a:effectLst/>
                        </a:rPr>
                        <a:t>08</a:t>
                      </a:r>
                      <a:r>
                        <a:rPr lang="en-US" sz="2000" b="1" kern="100" baseline="30000">
                          <a:solidFill>
                            <a:schemeClr val="tx1"/>
                          </a:solidFill>
                          <a:effectLst/>
                        </a:rPr>
                        <a:t>th</a:t>
                      </a:r>
                      <a:r>
                        <a:rPr lang="en-US" sz="2000" b="1" kern="100">
                          <a:solidFill>
                            <a:schemeClr val="tx1"/>
                          </a:solidFill>
                          <a:effectLst/>
                        </a:rPr>
                        <a:t> Sep 2025 – 12</a:t>
                      </a:r>
                      <a:r>
                        <a:rPr lang="en-US" sz="2000" b="1" kern="100" baseline="30000">
                          <a:solidFill>
                            <a:schemeClr val="tx1"/>
                          </a:solidFill>
                          <a:effectLst/>
                        </a:rPr>
                        <a:t>th</a:t>
                      </a:r>
                      <a:r>
                        <a:rPr lang="en-US" sz="2000" b="1" kern="100">
                          <a:solidFill>
                            <a:schemeClr val="tx1"/>
                          </a:solidFill>
                          <a:effectLst/>
                        </a:rPr>
                        <a:t> Sep 2025</a:t>
                      </a:r>
                      <a:endParaRPr lang="en-IN" sz="2000" b="1">
                        <a:solidFill>
                          <a:schemeClr val="tx1"/>
                        </a:solidFill>
                        <a:latin typeface="+mn-lt"/>
                      </a:endParaRPr>
                    </a:p>
                  </a:txBody>
                  <a:tcPr anchor="ctr"/>
                </a:tc>
                <a:extLst>
                  <a:ext uri="{0D108BD9-81ED-4DB2-BD59-A6C34878D82A}">
                    <a16:rowId xmlns:a16="http://schemas.microsoft.com/office/drawing/2014/main" val="367822284"/>
                  </a:ext>
                </a:extLst>
              </a:tr>
              <a:tr h="602727">
                <a:tc>
                  <a:txBody>
                    <a:bodyPr/>
                    <a:lstStyle/>
                    <a:p>
                      <a:endParaRPr lang="en-IN" sz="2000">
                        <a:solidFill>
                          <a:schemeClr val="tx1"/>
                        </a:solidFill>
                        <a:latin typeface="+mn-lt"/>
                      </a:endParaRPr>
                    </a:p>
                  </a:txBody>
                  <a:tcPr/>
                </a:tc>
                <a:tc>
                  <a:txBody>
                    <a:bodyPr/>
                    <a:lstStyle/>
                    <a:p>
                      <a:r>
                        <a:rPr lang="en-US" sz="2000" b="0" kern="100">
                          <a:solidFill>
                            <a:schemeClr val="tx1">
                              <a:lumMod val="50000"/>
                              <a:lumOff val="50000"/>
                            </a:schemeClr>
                          </a:solidFill>
                          <a:effectLst/>
                        </a:rPr>
                        <a:t>Tentative UAT Date</a:t>
                      </a:r>
                      <a:endParaRPr lang="en-IN" sz="2000">
                        <a:solidFill>
                          <a:schemeClr val="tx1">
                            <a:lumMod val="50000"/>
                            <a:lumOff val="50000"/>
                          </a:schemeClr>
                        </a:solidFill>
                        <a:latin typeface="+mn-lt"/>
                      </a:endParaRPr>
                    </a:p>
                  </a:txBody>
                  <a:tcPr anchor="ctr"/>
                </a:tc>
                <a:tc>
                  <a:txBody>
                    <a:bodyPr/>
                    <a:lstStyle/>
                    <a:p>
                      <a:r>
                        <a:rPr lang="en-US" sz="2000" b="1" kern="100">
                          <a:solidFill>
                            <a:schemeClr val="tx1"/>
                          </a:solidFill>
                          <a:effectLst/>
                        </a:rPr>
                        <a:t>15</a:t>
                      </a:r>
                      <a:r>
                        <a:rPr lang="en-US" sz="2000" b="1" kern="100" baseline="30000">
                          <a:solidFill>
                            <a:schemeClr val="tx1"/>
                          </a:solidFill>
                          <a:effectLst/>
                        </a:rPr>
                        <a:t>th</a:t>
                      </a:r>
                      <a:r>
                        <a:rPr lang="en-US" sz="2000" b="1" kern="100">
                          <a:solidFill>
                            <a:schemeClr val="tx1"/>
                          </a:solidFill>
                          <a:effectLst/>
                        </a:rPr>
                        <a:t> Sep 2025 – 18</a:t>
                      </a:r>
                      <a:r>
                        <a:rPr lang="en-US" sz="2000" b="1" kern="100" baseline="30000">
                          <a:solidFill>
                            <a:schemeClr val="tx1"/>
                          </a:solidFill>
                          <a:effectLst/>
                        </a:rPr>
                        <a:t>th</a:t>
                      </a:r>
                      <a:r>
                        <a:rPr lang="en-US" sz="2000" b="1" kern="100">
                          <a:solidFill>
                            <a:schemeClr val="tx1"/>
                          </a:solidFill>
                          <a:effectLst/>
                        </a:rPr>
                        <a:t> Sep 2025 </a:t>
                      </a:r>
                    </a:p>
                  </a:txBody>
                  <a:tcPr anchor="ctr"/>
                </a:tc>
                <a:extLst>
                  <a:ext uri="{0D108BD9-81ED-4DB2-BD59-A6C34878D82A}">
                    <a16:rowId xmlns:a16="http://schemas.microsoft.com/office/drawing/2014/main" val="2755682164"/>
                  </a:ext>
                </a:extLst>
              </a:tr>
              <a:tr h="602727">
                <a:tc>
                  <a:txBody>
                    <a:bodyPr/>
                    <a:lstStyle/>
                    <a:p>
                      <a:endParaRPr lang="en-IN" sz="2000">
                        <a:solidFill>
                          <a:schemeClr val="tx1"/>
                        </a:solidFill>
                        <a:latin typeface="+mn-lt"/>
                      </a:endParaRPr>
                    </a:p>
                  </a:txBody>
                  <a:tcPr/>
                </a:tc>
                <a:tc>
                  <a:txBody>
                    <a:bodyPr/>
                    <a:lstStyle/>
                    <a:p>
                      <a:r>
                        <a:rPr lang="en-US" sz="2000" b="0" kern="100">
                          <a:solidFill>
                            <a:schemeClr val="tx1">
                              <a:lumMod val="50000"/>
                              <a:lumOff val="50000"/>
                            </a:schemeClr>
                          </a:solidFill>
                          <a:effectLst/>
                        </a:rPr>
                        <a:t>Tentative Go-Live Date</a:t>
                      </a:r>
                      <a:endParaRPr lang="en-IN" sz="2000">
                        <a:solidFill>
                          <a:schemeClr val="tx1">
                            <a:lumMod val="50000"/>
                            <a:lumOff val="50000"/>
                          </a:schemeClr>
                        </a:solidFill>
                        <a:latin typeface="+mn-lt"/>
                      </a:endParaRPr>
                    </a:p>
                  </a:txBody>
                  <a:tcPr anchor="ctr"/>
                </a:tc>
                <a:tc>
                  <a:txBody>
                    <a:bodyPr/>
                    <a:lstStyle/>
                    <a:p>
                      <a:r>
                        <a:rPr lang="en-US" sz="2000" b="1" kern="100">
                          <a:solidFill>
                            <a:schemeClr val="tx1"/>
                          </a:solidFill>
                          <a:effectLst/>
                        </a:rPr>
                        <a:t>19</a:t>
                      </a:r>
                      <a:r>
                        <a:rPr lang="en-US" sz="2000" b="1" kern="100" baseline="30000">
                          <a:solidFill>
                            <a:schemeClr val="tx1"/>
                          </a:solidFill>
                          <a:effectLst/>
                        </a:rPr>
                        <a:t>th</a:t>
                      </a:r>
                      <a:r>
                        <a:rPr lang="en-US" sz="2000" b="1" kern="100">
                          <a:solidFill>
                            <a:schemeClr val="tx1"/>
                          </a:solidFill>
                          <a:effectLst/>
                        </a:rPr>
                        <a:t> Sep 2025</a:t>
                      </a:r>
                      <a:endParaRPr lang="en-IN" sz="2000" b="1">
                        <a:solidFill>
                          <a:schemeClr val="tx1"/>
                        </a:solidFill>
                        <a:latin typeface="+mn-lt"/>
                      </a:endParaRPr>
                    </a:p>
                  </a:txBody>
                  <a:tcPr anchor="ctr"/>
                </a:tc>
                <a:extLst>
                  <a:ext uri="{0D108BD9-81ED-4DB2-BD59-A6C34878D82A}">
                    <a16:rowId xmlns:a16="http://schemas.microsoft.com/office/drawing/2014/main" val="232597234"/>
                  </a:ext>
                </a:extLst>
              </a:tr>
              <a:tr h="602727">
                <a:tc>
                  <a:txBody>
                    <a:bodyPr/>
                    <a:lstStyle/>
                    <a:p>
                      <a:endParaRPr lang="en-IN" sz="2000">
                        <a:solidFill>
                          <a:schemeClr val="tx1"/>
                        </a:solidFill>
                        <a:latin typeface="+mn-lt"/>
                      </a:endParaRPr>
                    </a:p>
                  </a:txBody>
                  <a:tcPr/>
                </a:tc>
                <a:tc>
                  <a:txBody>
                    <a:bodyPr/>
                    <a:lstStyle/>
                    <a:p>
                      <a:r>
                        <a:rPr lang="en-US" sz="2000" b="0" kern="100">
                          <a:solidFill>
                            <a:schemeClr val="tx1">
                              <a:lumMod val="50000"/>
                              <a:lumOff val="50000"/>
                            </a:schemeClr>
                          </a:solidFill>
                          <a:effectLst/>
                        </a:rPr>
                        <a:t>Hypercare Support</a:t>
                      </a:r>
                      <a:endParaRPr lang="en-IN" sz="2000">
                        <a:solidFill>
                          <a:schemeClr val="tx1">
                            <a:lumMod val="50000"/>
                            <a:lumOff val="50000"/>
                          </a:schemeClr>
                        </a:solidFill>
                        <a:latin typeface="+mn-lt"/>
                      </a:endParaRPr>
                    </a:p>
                  </a:txBody>
                  <a:tcPr anchor="ctr"/>
                </a:tc>
                <a:tc>
                  <a:txBody>
                    <a:bodyPr/>
                    <a:lstStyle/>
                    <a:p>
                      <a:r>
                        <a:rPr lang="en-US" sz="2000" b="1" kern="100">
                          <a:solidFill>
                            <a:schemeClr val="tx1"/>
                          </a:solidFill>
                          <a:effectLst/>
                        </a:rPr>
                        <a:t> 29</a:t>
                      </a:r>
                      <a:r>
                        <a:rPr lang="en-US" sz="2000" b="1" kern="100" baseline="30000">
                          <a:solidFill>
                            <a:schemeClr val="tx1"/>
                          </a:solidFill>
                          <a:effectLst/>
                        </a:rPr>
                        <a:t>th</a:t>
                      </a:r>
                      <a:r>
                        <a:rPr lang="en-US" sz="2000" b="1" kern="100">
                          <a:solidFill>
                            <a:schemeClr val="tx1"/>
                          </a:solidFill>
                          <a:effectLst/>
                        </a:rPr>
                        <a:t> Sep 2025 – 10</a:t>
                      </a:r>
                      <a:r>
                        <a:rPr lang="en-US" sz="2000" b="1" kern="100" baseline="30000">
                          <a:solidFill>
                            <a:schemeClr val="tx1"/>
                          </a:solidFill>
                          <a:effectLst/>
                        </a:rPr>
                        <a:t>th</a:t>
                      </a:r>
                      <a:r>
                        <a:rPr lang="en-US" sz="2000" b="1" kern="100">
                          <a:solidFill>
                            <a:schemeClr val="tx1"/>
                          </a:solidFill>
                          <a:effectLst/>
                        </a:rPr>
                        <a:t> Oct 2025</a:t>
                      </a:r>
                      <a:endParaRPr lang="en-IN" sz="2000" b="1">
                        <a:solidFill>
                          <a:schemeClr val="tx1"/>
                        </a:solidFill>
                        <a:latin typeface="+mn-lt"/>
                      </a:endParaRPr>
                    </a:p>
                  </a:txBody>
                  <a:tcPr anchor="ctr"/>
                </a:tc>
                <a:extLst>
                  <a:ext uri="{0D108BD9-81ED-4DB2-BD59-A6C34878D82A}">
                    <a16:rowId xmlns:a16="http://schemas.microsoft.com/office/drawing/2014/main" val="3900756656"/>
                  </a:ext>
                </a:extLst>
              </a:tr>
            </a:tbl>
          </a:graphicData>
        </a:graphic>
      </p:graphicFrame>
      <p:pic>
        <p:nvPicPr>
          <p:cNvPr id="9" name="Graphic 8" descr="Arrow: Slight curve with solid fill">
            <a:extLst>
              <a:ext uri="{FF2B5EF4-FFF2-40B4-BE49-F238E27FC236}">
                <a16:creationId xmlns:a16="http://schemas.microsoft.com/office/drawing/2014/main" id="{31257605-3DAD-0FD3-B4E6-D3376F80C8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46903" y="2037735"/>
            <a:ext cx="322006" cy="322006"/>
          </a:xfrm>
          <a:prstGeom prst="rect">
            <a:avLst/>
          </a:prstGeom>
        </p:spPr>
      </p:pic>
      <p:pic>
        <p:nvPicPr>
          <p:cNvPr id="11" name="Graphic 10" descr="Arrow: Slight curve with solid fill">
            <a:extLst>
              <a:ext uri="{FF2B5EF4-FFF2-40B4-BE49-F238E27FC236}">
                <a16:creationId xmlns:a16="http://schemas.microsoft.com/office/drawing/2014/main" id="{6CCC050A-3F30-E95B-34B7-F68E655755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46903" y="2650585"/>
            <a:ext cx="322006" cy="322006"/>
          </a:xfrm>
          <a:prstGeom prst="rect">
            <a:avLst/>
          </a:prstGeom>
        </p:spPr>
      </p:pic>
      <p:pic>
        <p:nvPicPr>
          <p:cNvPr id="12" name="Graphic 11" descr="Arrow: Slight curve with solid fill">
            <a:extLst>
              <a:ext uri="{FF2B5EF4-FFF2-40B4-BE49-F238E27FC236}">
                <a16:creationId xmlns:a16="http://schemas.microsoft.com/office/drawing/2014/main" id="{162E80B2-0454-9A10-B02F-2053C8DDC7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46903" y="3267997"/>
            <a:ext cx="322006" cy="322006"/>
          </a:xfrm>
          <a:prstGeom prst="rect">
            <a:avLst/>
          </a:prstGeom>
        </p:spPr>
      </p:pic>
      <p:pic>
        <p:nvPicPr>
          <p:cNvPr id="13" name="Graphic 12" descr="Arrow: Slight curve with solid fill">
            <a:extLst>
              <a:ext uri="{FF2B5EF4-FFF2-40B4-BE49-F238E27FC236}">
                <a16:creationId xmlns:a16="http://schemas.microsoft.com/office/drawing/2014/main" id="{EDCC08EF-C3F0-1AC0-8F94-53EE471147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46903" y="3880847"/>
            <a:ext cx="322006" cy="322006"/>
          </a:xfrm>
          <a:prstGeom prst="rect">
            <a:avLst/>
          </a:prstGeom>
        </p:spPr>
      </p:pic>
      <p:pic>
        <p:nvPicPr>
          <p:cNvPr id="14" name="Graphic 13" descr="Arrow: Slight curve with solid fill">
            <a:extLst>
              <a:ext uri="{FF2B5EF4-FFF2-40B4-BE49-F238E27FC236}">
                <a16:creationId xmlns:a16="http://schemas.microsoft.com/office/drawing/2014/main" id="{4411EB81-7C91-7708-469E-D247A893E3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46903" y="4457485"/>
            <a:ext cx="322006" cy="322006"/>
          </a:xfrm>
          <a:prstGeom prst="rect">
            <a:avLst/>
          </a:prstGeom>
        </p:spPr>
      </p:pic>
    </p:spTree>
    <p:extLst>
      <p:ext uri="{BB962C8B-B14F-4D97-AF65-F5344CB8AC3E}">
        <p14:creationId xmlns:p14="http://schemas.microsoft.com/office/powerpoint/2010/main" val="25021445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B2E42-EF9E-FC04-47EF-1E4957FECBE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BA6B199-1531-FF4F-ADCE-45AD6C378A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5715"/>
            <a:ext cx="12192000" cy="6858000"/>
          </a:xfrm>
          <a:prstGeom prst="rect">
            <a:avLst/>
          </a:prstGeom>
        </p:spPr>
      </p:pic>
      <p:sp>
        <p:nvSpPr>
          <p:cNvPr id="12" name="Rectangle 11">
            <a:extLst>
              <a:ext uri="{FF2B5EF4-FFF2-40B4-BE49-F238E27FC236}">
                <a16:creationId xmlns:a16="http://schemas.microsoft.com/office/drawing/2014/main" id="{9A148187-C77B-B408-EFEB-567BD717B128}"/>
              </a:ext>
            </a:extLst>
          </p:cNvPr>
          <p:cNvSpPr/>
          <p:nvPr/>
        </p:nvSpPr>
        <p:spPr>
          <a:xfrm>
            <a:off x="6174632" y="4980267"/>
            <a:ext cx="3139793" cy="59280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1" name="Rectangle 10">
            <a:extLst>
              <a:ext uri="{FF2B5EF4-FFF2-40B4-BE49-F238E27FC236}">
                <a16:creationId xmlns:a16="http://schemas.microsoft.com/office/drawing/2014/main" id="{EBE946F9-03CE-9570-0559-F70541B17E6B}"/>
              </a:ext>
            </a:extLst>
          </p:cNvPr>
          <p:cNvSpPr/>
          <p:nvPr/>
        </p:nvSpPr>
        <p:spPr>
          <a:xfrm>
            <a:off x="2831638" y="4981681"/>
            <a:ext cx="3139793" cy="592803"/>
          </a:xfrm>
          <a:prstGeom prst="rect">
            <a:avLst/>
          </a:prstGeom>
          <a:solidFill>
            <a:srgbClr val="8F4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err="1"/>
              <a:t>info@sigmasoft.ai</a:t>
            </a:r>
            <a:endParaRPr lang="en-IN" sz="1600"/>
          </a:p>
        </p:txBody>
      </p:sp>
      <p:pic>
        <p:nvPicPr>
          <p:cNvPr id="5" name="Picture 4">
            <a:extLst>
              <a:ext uri="{FF2B5EF4-FFF2-40B4-BE49-F238E27FC236}">
                <a16:creationId xmlns:a16="http://schemas.microsoft.com/office/drawing/2014/main" id="{490BD0B5-C45C-AFC8-A49D-A7A0513BF2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239" y="356660"/>
            <a:ext cx="2553395" cy="744977"/>
          </a:xfrm>
          <a:prstGeom prst="rect">
            <a:avLst/>
          </a:prstGeom>
        </p:spPr>
      </p:pic>
      <p:sp>
        <p:nvSpPr>
          <p:cNvPr id="6" name="TextBox 5">
            <a:extLst>
              <a:ext uri="{FF2B5EF4-FFF2-40B4-BE49-F238E27FC236}">
                <a16:creationId xmlns:a16="http://schemas.microsoft.com/office/drawing/2014/main" id="{08EAFD64-817B-2725-D9BC-A573186CC618}"/>
              </a:ext>
            </a:extLst>
          </p:cNvPr>
          <p:cNvSpPr txBox="1"/>
          <p:nvPr/>
        </p:nvSpPr>
        <p:spPr>
          <a:xfrm>
            <a:off x="3070696" y="2156083"/>
            <a:ext cx="6109917" cy="2138662"/>
          </a:xfrm>
          <a:prstGeom prst="rect">
            <a:avLst/>
          </a:prstGeom>
          <a:noFill/>
        </p:spPr>
        <p:txBody>
          <a:bodyPr wrap="square" rtlCol="0">
            <a:spAutoFit/>
          </a:bodyPr>
          <a:lstStyle/>
          <a:p>
            <a:pPr>
              <a:lnSpc>
                <a:spcPct val="150000"/>
              </a:lnSpc>
            </a:pPr>
            <a:r>
              <a:rPr lang="en-US" sz="2667">
                <a:solidFill>
                  <a:srgbClr val="FFCC00"/>
                </a:solidFill>
                <a:latin typeface="Poppins" pitchFamily="2" charset="0"/>
                <a:cs typeface="Poppins" pitchFamily="2" charset="0"/>
              </a:rPr>
              <a:t>Head Quarters:</a:t>
            </a:r>
          </a:p>
          <a:p>
            <a:pPr>
              <a:lnSpc>
                <a:spcPct val="150000"/>
              </a:lnSpc>
            </a:pPr>
            <a:r>
              <a:rPr lang="en-US" sz="2133">
                <a:solidFill>
                  <a:schemeClr val="bg1"/>
                </a:solidFill>
                <a:latin typeface="Poppins" pitchFamily="2" charset="0"/>
                <a:cs typeface="Poppins" pitchFamily="2" charset="0"/>
              </a:rPr>
              <a:t>United States:</a:t>
            </a:r>
          </a:p>
          <a:p>
            <a:pPr>
              <a:lnSpc>
                <a:spcPct val="150000"/>
              </a:lnSpc>
            </a:pPr>
            <a:r>
              <a:rPr lang="en-US" sz="2133">
                <a:solidFill>
                  <a:schemeClr val="bg1"/>
                </a:solidFill>
                <a:latin typeface="Poppins" pitchFamily="2" charset="0"/>
                <a:cs typeface="Poppins" pitchFamily="2" charset="0"/>
              </a:rPr>
              <a:t>SSIT INC, 5201 Great America Parkway, Suite 320, Santa Clara, CA, 95054</a:t>
            </a:r>
            <a:endParaRPr lang="en-IN" sz="2133">
              <a:solidFill>
                <a:schemeClr val="bg1"/>
              </a:solidFill>
              <a:latin typeface="Poppins" pitchFamily="2" charset="0"/>
              <a:cs typeface="Poppins" pitchFamily="2" charset="0"/>
            </a:endParaRPr>
          </a:p>
        </p:txBody>
      </p:sp>
      <p:sp>
        <p:nvSpPr>
          <p:cNvPr id="7" name="Rectangle 6">
            <a:extLst>
              <a:ext uri="{FF2B5EF4-FFF2-40B4-BE49-F238E27FC236}">
                <a16:creationId xmlns:a16="http://schemas.microsoft.com/office/drawing/2014/main" id="{878AA91E-CFA6-B2BD-4539-CBDB5B16FC82}"/>
              </a:ext>
            </a:extLst>
          </p:cNvPr>
          <p:cNvSpPr/>
          <p:nvPr/>
        </p:nvSpPr>
        <p:spPr>
          <a:xfrm>
            <a:off x="2831637" y="2084851"/>
            <a:ext cx="6482787" cy="2400267"/>
          </a:xfrm>
          <a:prstGeom prst="rect">
            <a:avLst/>
          </a:prstGeom>
          <a:noFill/>
          <a:ln w="31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0" name="TextBox 9">
            <a:extLst>
              <a:ext uri="{FF2B5EF4-FFF2-40B4-BE49-F238E27FC236}">
                <a16:creationId xmlns:a16="http://schemas.microsoft.com/office/drawing/2014/main" id="{024DB4B9-F876-42DA-3614-6064DC828046}"/>
              </a:ext>
            </a:extLst>
          </p:cNvPr>
          <p:cNvSpPr txBox="1"/>
          <p:nvPr/>
        </p:nvSpPr>
        <p:spPr>
          <a:xfrm>
            <a:off x="6768075" y="4965171"/>
            <a:ext cx="2291012" cy="482696"/>
          </a:xfrm>
          <a:prstGeom prst="rect">
            <a:avLst/>
          </a:prstGeom>
          <a:noFill/>
        </p:spPr>
        <p:txBody>
          <a:bodyPr wrap="none" rtlCol="0">
            <a:spAutoFit/>
          </a:bodyPr>
          <a:lstStyle/>
          <a:p>
            <a:pPr>
              <a:lnSpc>
                <a:spcPct val="150000"/>
              </a:lnSpc>
            </a:pPr>
            <a:r>
              <a:rPr lang="en-IN" sz="1867">
                <a:solidFill>
                  <a:schemeClr val="bg1"/>
                </a:solidFill>
                <a:latin typeface="Poppins" pitchFamily="2" charset="0"/>
                <a:cs typeface="Poppins" pitchFamily="2" charset="0"/>
              </a:rPr>
              <a:t>www.sigmasoft.ai</a:t>
            </a:r>
          </a:p>
        </p:txBody>
      </p:sp>
      <p:pic>
        <p:nvPicPr>
          <p:cNvPr id="13" name="Picture 12">
            <a:extLst>
              <a:ext uri="{FF2B5EF4-FFF2-40B4-BE49-F238E27FC236}">
                <a16:creationId xmlns:a16="http://schemas.microsoft.com/office/drawing/2014/main" id="{04E8A972-B970-F3A1-1172-942DD22A55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44634" y="5113302"/>
            <a:ext cx="559079" cy="379621"/>
          </a:xfrm>
          <a:prstGeom prst="rect">
            <a:avLst/>
          </a:prstGeom>
        </p:spPr>
      </p:pic>
      <p:pic>
        <p:nvPicPr>
          <p:cNvPr id="14" name="Picture 13">
            <a:extLst>
              <a:ext uri="{FF2B5EF4-FFF2-40B4-BE49-F238E27FC236}">
                <a16:creationId xmlns:a16="http://schemas.microsoft.com/office/drawing/2014/main" id="{8F3E75B7-A308-0836-B9F1-24C3ED0FAF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8021" y="5061182"/>
            <a:ext cx="595616" cy="404431"/>
          </a:xfrm>
          <a:prstGeom prst="rect">
            <a:avLst/>
          </a:prstGeom>
        </p:spPr>
      </p:pic>
      <p:sp>
        <p:nvSpPr>
          <p:cNvPr id="3" name="Shape 141">
            <a:extLst>
              <a:ext uri="{FF2B5EF4-FFF2-40B4-BE49-F238E27FC236}">
                <a16:creationId xmlns:a16="http://schemas.microsoft.com/office/drawing/2014/main" id="{E31BEA00-937C-7283-A412-AB88CB38C6D9}"/>
              </a:ext>
            </a:extLst>
          </p:cNvPr>
          <p:cNvSpPr/>
          <p:nvPr/>
        </p:nvSpPr>
        <p:spPr>
          <a:xfrm>
            <a:off x="4162165" y="902040"/>
            <a:ext cx="4024933" cy="83099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gn="ctr"/>
            <a:r>
              <a:rPr lang="en-US" sz="5400" b="1">
                <a:solidFill>
                  <a:schemeClr val="bg1"/>
                </a:solidFill>
                <a:latin typeface="Brush Script MT" panose="03060802040406070304" pitchFamily="66" charset="0"/>
                <a:ea typeface="Calibri" panose="020F0502020204030204" pitchFamily="34" charset="0"/>
                <a:cs typeface="Calibri" panose="020F0502020204030204" pitchFamily="34" charset="0"/>
                <a:sym typeface="Lato Light"/>
              </a:rPr>
              <a:t>Thank You!</a:t>
            </a:r>
            <a:endParaRPr lang="en-US" sz="5400" b="1">
              <a:solidFill>
                <a:schemeClr val="bg1"/>
              </a:solidFill>
              <a:latin typeface="Brush Script MT" panose="03060802040406070304" pitchFamily="66"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621253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2D81E8-D729-78AF-429C-5E32E25FFC35}"/>
            </a:ext>
          </a:extLst>
        </p:cNvPr>
        <p:cNvGrpSpPr/>
        <p:nvPr/>
      </p:nvGrpSpPr>
      <p:grpSpPr>
        <a:xfrm>
          <a:off x="0" y="0"/>
          <a:ext cx="0" cy="0"/>
          <a:chOff x="0" y="0"/>
          <a:chExt cx="0" cy="0"/>
        </a:xfrm>
      </p:grpSpPr>
      <p:sp>
        <p:nvSpPr>
          <p:cNvPr id="3" name="Shape 141">
            <a:extLst>
              <a:ext uri="{FF2B5EF4-FFF2-40B4-BE49-F238E27FC236}">
                <a16:creationId xmlns:a16="http://schemas.microsoft.com/office/drawing/2014/main" id="{5AA573F3-0CEB-BF13-21EA-34C879A9AA4D}"/>
              </a:ext>
            </a:extLst>
          </p:cNvPr>
          <p:cNvSpPr/>
          <p:nvPr/>
        </p:nvSpPr>
        <p:spPr>
          <a:xfrm>
            <a:off x="220049" y="245146"/>
            <a:ext cx="117519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r>
              <a:rPr lang="en-US" sz="2800" b="1">
                <a:solidFill>
                  <a:srgbClr val="5410BF"/>
                </a:solidFill>
                <a:latin typeface="Calibri"/>
                <a:ea typeface="Calibri"/>
                <a:cs typeface="Calibri"/>
              </a:rPr>
              <a:t>Team Onboard Status</a:t>
            </a:r>
            <a:endParaRPr lang="en-US" sz="2800" b="1">
              <a:solidFill>
                <a:srgbClr val="5410BF"/>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Table 7">
            <a:extLst>
              <a:ext uri="{FF2B5EF4-FFF2-40B4-BE49-F238E27FC236}">
                <a16:creationId xmlns:a16="http://schemas.microsoft.com/office/drawing/2014/main" id="{89AF488F-0C64-CD7A-9888-D301B550BE7B}"/>
              </a:ext>
            </a:extLst>
          </p:cNvPr>
          <p:cNvGraphicFramePr>
            <a:graphicFrameLocks noGrp="1"/>
          </p:cNvGraphicFramePr>
          <p:nvPr>
            <p:extLst>
              <p:ext uri="{D42A27DB-BD31-4B8C-83A1-F6EECF244321}">
                <p14:modId xmlns:p14="http://schemas.microsoft.com/office/powerpoint/2010/main" val="3844573152"/>
              </p:ext>
            </p:extLst>
          </p:nvPr>
        </p:nvGraphicFramePr>
        <p:xfrm>
          <a:off x="965411" y="1679491"/>
          <a:ext cx="10261178" cy="1953016"/>
        </p:xfrm>
        <a:graphic>
          <a:graphicData uri="http://schemas.openxmlformats.org/drawingml/2006/table">
            <a:tbl>
              <a:tblPr firstRow="1" bandRow="1">
                <a:tableStyleId>{5C22544A-7EE6-4342-B048-85BDC9FD1C3A}</a:tableStyleId>
              </a:tblPr>
              <a:tblGrid>
                <a:gridCol w="1257782">
                  <a:extLst>
                    <a:ext uri="{9D8B030D-6E8A-4147-A177-3AD203B41FA5}">
                      <a16:colId xmlns:a16="http://schemas.microsoft.com/office/drawing/2014/main" val="378246911"/>
                    </a:ext>
                  </a:extLst>
                </a:gridCol>
                <a:gridCol w="1257782">
                  <a:extLst>
                    <a:ext uri="{9D8B030D-6E8A-4147-A177-3AD203B41FA5}">
                      <a16:colId xmlns:a16="http://schemas.microsoft.com/office/drawing/2014/main" val="377962145"/>
                    </a:ext>
                  </a:extLst>
                </a:gridCol>
                <a:gridCol w="1257782">
                  <a:extLst>
                    <a:ext uri="{9D8B030D-6E8A-4147-A177-3AD203B41FA5}">
                      <a16:colId xmlns:a16="http://schemas.microsoft.com/office/drawing/2014/main" val="1472326450"/>
                    </a:ext>
                  </a:extLst>
                </a:gridCol>
                <a:gridCol w="1257782">
                  <a:extLst>
                    <a:ext uri="{9D8B030D-6E8A-4147-A177-3AD203B41FA5}">
                      <a16:colId xmlns:a16="http://schemas.microsoft.com/office/drawing/2014/main" val="4098234555"/>
                    </a:ext>
                  </a:extLst>
                </a:gridCol>
                <a:gridCol w="1257782">
                  <a:extLst>
                    <a:ext uri="{9D8B030D-6E8A-4147-A177-3AD203B41FA5}">
                      <a16:colId xmlns:a16="http://schemas.microsoft.com/office/drawing/2014/main" val="2498222659"/>
                    </a:ext>
                  </a:extLst>
                </a:gridCol>
                <a:gridCol w="1257782">
                  <a:extLst>
                    <a:ext uri="{9D8B030D-6E8A-4147-A177-3AD203B41FA5}">
                      <a16:colId xmlns:a16="http://schemas.microsoft.com/office/drawing/2014/main" val="3980369134"/>
                    </a:ext>
                  </a:extLst>
                </a:gridCol>
                <a:gridCol w="1257782">
                  <a:extLst>
                    <a:ext uri="{9D8B030D-6E8A-4147-A177-3AD203B41FA5}">
                      <a16:colId xmlns:a16="http://schemas.microsoft.com/office/drawing/2014/main" val="841608347"/>
                    </a:ext>
                  </a:extLst>
                </a:gridCol>
                <a:gridCol w="1456704">
                  <a:extLst>
                    <a:ext uri="{9D8B030D-6E8A-4147-A177-3AD203B41FA5}">
                      <a16:colId xmlns:a16="http://schemas.microsoft.com/office/drawing/2014/main" val="2882032683"/>
                    </a:ext>
                  </a:extLst>
                </a:gridCol>
              </a:tblGrid>
              <a:tr h="320614">
                <a:tc>
                  <a:txBody>
                    <a:bodyPr/>
                    <a:lstStyle/>
                    <a:p>
                      <a:pPr lvl="0" algn="l">
                        <a:buNone/>
                      </a:pPr>
                      <a:r>
                        <a:rPr lang="en-US" sz="1100" b="1">
                          <a:effectLst/>
                        </a:rPr>
                        <a:t>Access Status Matrix </a:t>
                      </a:r>
                      <a:endParaRPr lang="en-US" sz="1100" b="1"/>
                    </a:p>
                  </a:txBody>
                  <a:tcPr marL="0" marR="0" marT="0" marB="0" anchor="ctr"/>
                </a:tc>
                <a:tc>
                  <a:txBody>
                    <a:bodyPr/>
                    <a:lstStyle/>
                    <a:p>
                      <a:pPr lvl="0" algn="ctr">
                        <a:buNone/>
                      </a:pPr>
                      <a:r>
                        <a:rPr lang="en-US" sz="1100" b="1">
                          <a:effectLst/>
                        </a:rPr>
                        <a:t>Document Sign and revert</a:t>
                      </a:r>
                      <a:endParaRPr lang="en-US" sz="1100" b="1"/>
                    </a:p>
                  </a:txBody>
                  <a:tcPr marL="0" marR="0" marT="0" marB="0" anchor="ctr"/>
                </a:tc>
                <a:tc>
                  <a:txBody>
                    <a:bodyPr/>
                    <a:lstStyle/>
                    <a:p>
                      <a:pPr lvl="0" algn="ctr">
                        <a:buNone/>
                      </a:pPr>
                      <a:r>
                        <a:rPr lang="en-US" sz="1100" b="1">
                          <a:effectLst/>
                        </a:rPr>
                        <a:t>Nvidia Confirmation mail</a:t>
                      </a:r>
                      <a:endParaRPr lang="en-US" sz="1100" b="1"/>
                    </a:p>
                  </a:txBody>
                  <a:tcPr marL="0" marR="0" marT="0" marB="0" anchor="ctr"/>
                </a:tc>
                <a:tc>
                  <a:txBody>
                    <a:bodyPr/>
                    <a:lstStyle/>
                    <a:p>
                      <a:pPr lvl="0" algn="ctr">
                        <a:buNone/>
                      </a:pPr>
                      <a:r>
                        <a:rPr lang="en-US" sz="1100" b="1">
                          <a:effectLst/>
                        </a:rPr>
                        <a:t>Yubi Key Device Status</a:t>
                      </a:r>
                      <a:endParaRPr lang="en-US" sz="1100" b="1"/>
                    </a:p>
                  </a:txBody>
                  <a:tcPr marL="0" marR="0" marT="0" marB="0" anchor="ctr"/>
                </a:tc>
                <a:tc>
                  <a:txBody>
                    <a:bodyPr/>
                    <a:lstStyle/>
                    <a:p>
                      <a:pPr lvl="0" algn="ctr">
                        <a:buNone/>
                      </a:pPr>
                      <a:r>
                        <a:rPr lang="en-US" sz="1100" b="1">
                          <a:effectLst/>
                        </a:rPr>
                        <a:t>Mail &amp; Teams Configuration</a:t>
                      </a:r>
                      <a:endParaRPr lang="en-US" sz="1100" b="1"/>
                    </a:p>
                  </a:txBody>
                  <a:tcPr marL="0" marR="0" marT="0" marB="0" anchor="ctr"/>
                </a:tc>
                <a:tc>
                  <a:txBody>
                    <a:bodyPr/>
                    <a:lstStyle/>
                    <a:p>
                      <a:pPr lvl="0" algn="ctr">
                        <a:buNone/>
                      </a:pPr>
                      <a:r>
                        <a:rPr lang="en-US" sz="1100" b="1">
                          <a:effectLst/>
                        </a:rPr>
                        <a:t>Yubi Key Configuration</a:t>
                      </a:r>
                      <a:endParaRPr lang="en-US" sz="1100" b="1"/>
                    </a:p>
                  </a:txBody>
                  <a:tcPr marL="0" marR="0" marT="0" marB="0" anchor="ctr"/>
                </a:tc>
                <a:tc>
                  <a:txBody>
                    <a:bodyPr/>
                    <a:lstStyle/>
                    <a:p>
                      <a:pPr lvl="0" algn="ctr">
                        <a:buNone/>
                      </a:pPr>
                      <a:r>
                        <a:rPr lang="en-US" sz="1100" b="1">
                          <a:effectLst/>
                        </a:rPr>
                        <a:t>Mandatory Training Mail</a:t>
                      </a:r>
                      <a:endParaRPr lang="en-US" sz="1100" b="1"/>
                    </a:p>
                  </a:txBody>
                  <a:tcPr marL="0" marR="0" marT="0" marB="0" anchor="ctr"/>
                </a:tc>
                <a:tc>
                  <a:txBody>
                    <a:bodyPr/>
                    <a:lstStyle/>
                    <a:p>
                      <a:pPr lvl="0" algn="ctr">
                        <a:buNone/>
                      </a:pPr>
                      <a:r>
                        <a:rPr lang="en-US" sz="1100" b="1">
                          <a:effectLst/>
                        </a:rPr>
                        <a:t>Mandatory Training Status</a:t>
                      </a:r>
                      <a:endParaRPr lang="en-US" sz="1100" b="1"/>
                    </a:p>
                  </a:txBody>
                  <a:tcPr marL="0" marR="0" marT="0" marB="0" anchor="ctr"/>
                </a:tc>
                <a:extLst>
                  <a:ext uri="{0D108BD9-81ED-4DB2-BD59-A6C34878D82A}">
                    <a16:rowId xmlns:a16="http://schemas.microsoft.com/office/drawing/2014/main" val="2672074168"/>
                  </a:ext>
                </a:extLst>
              </a:tr>
              <a:tr h="320614">
                <a:tc>
                  <a:txBody>
                    <a:bodyPr/>
                    <a:lstStyle/>
                    <a:p>
                      <a:pPr lvl="0" algn="l">
                        <a:buNone/>
                      </a:pPr>
                      <a:r>
                        <a:rPr lang="en-US" sz="1100" b="1">
                          <a:effectLst/>
                        </a:rPr>
                        <a:t>Saurabh Pandey</a:t>
                      </a:r>
                      <a:endParaRPr lang="en-US" sz="1100" b="1"/>
                    </a:p>
                  </a:txBody>
                  <a:tcPr marL="0" marR="0" marT="0" marB="0" anchor="ct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Pending</a:t>
                      </a:r>
                      <a:endParaRPr lang="en-US" sz="1100" b="1"/>
                    </a:p>
                  </a:txBody>
                  <a:tcPr marL="0" marR="0" marT="0" marB="0" anchor="ctr">
                    <a:solidFill>
                      <a:schemeClr val="accent2">
                        <a:lumMod val="40000"/>
                        <a:lumOff val="60000"/>
                      </a:schemeClr>
                    </a:solidFill>
                  </a:tcPr>
                </a:tc>
                <a:tc>
                  <a:txBody>
                    <a:bodyPr/>
                    <a:lstStyle/>
                    <a:p>
                      <a:pPr lvl="0" algn="ctr">
                        <a:buNone/>
                      </a:pPr>
                      <a:r>
                        <a:rPr lang="en-US" sz="1100" b="1">
                          <a:effectLst/>
                        </a:rPr>
                        <a:t>Pending</a:t>
                      </a:r>
                      <a:endParaRPr lang="en-US" sz="1100" b="1"/>
                    </a:p>
                  </a:txBody>
                  <a:tcPr marL="0" marR="0" marT="0" marB="0" anchor="ctr">
                    <a:solidFill>
                      <a:schemeClr val="accent2">
                        <a:lumMod val="40000"/>
                        <a:lumOff val="60000"/>
                      </a:schemeClr>
                    </a:solidFill>
                  </a:tcPr>
                </a:tc>
                <a:tc>
                  <a:txBody>
                    <a:bodyPr/>
                    <a:lstStyle/>
                    <a:p>
                      <a:pPr lvl="0" algn="ctr">
                        <a:buNone/>
                      </a:pPr>
                      <a:r>
                        <a:rPr lang="en-US" sz="1100" b="1">
                          <a:effectLst/>
                        </a:rPr>
                        <a:t>Not Received</a:t>
                      </a:r>
                      <a:endParaRPr lang="en-US" sz="1100" b="1"/>
                    </a:p>
                  </a:txBody>
                  <a:tcPr marL="0" marR="0" marT="0" marB="0" anchor="ctr">
                    <a:solidFill>
                      <a:schemeClr val="accent2">
                        <a:lumMod val="40000"/>
                        <a:lumOff val="60000"/>
                      </a:schemeClr>
                    </a:solidFill>
                  </a:tcPr>
                </a:tc>
                <a:tc>
                  <a:txBody>
                    <a:bodyPr/>
                    <a:lstStyle/>
                    <a:p>
                      <a:pPr lvl="0" algn="ctr">
                        <a:buNone/>
                      </a:pPr>
                      <a:r>
                        <a:rPr lang="en-US" sz="1100" b="1">
                          <a:effectLst/>
                        </a:rPr>
                        <a:t>Pending</a:t>
                      </a:r>
                      <a:endParaRPr lang="en-US" sz="1100" b="1"/>
                    </a:p>
                  </a:txBody>
                  <a:tcPr marL="0" marR="0" marT="0" marB="0" anchor="ctr">
                    <a:solidFill>
                      <a:schemeClr val="accent2">
                        <a:lumMod val="40000"/>
                        <a:lumOff val="60000"/>
                      </a:schemeClr>
                    </a:solidFill>
                  </a:tcPr>
                </a:tc>
                <a:extLst>
                  <a:ext uri="{0D108BD9-81ED-4DB2-BD59-A6C34878D82A}">
                    <a16:rowId xmlns:a16="http://schemas.microsoft.com/office/drawing/2014/main" val="3304444153"/>
                  </a:ext>
                </a:extLst>
              </a:tr>
              <a:tr h="320614">
                <a:tc>
                  <a:txBody>
                    <a:bodyPr/>
                    <a:lstStyle/>
                    <a:p>
                      <a:pPr lvl="0" algn="l">
                        <a:buNone/>
                      </a:pPr>
                      <a:r>
                        <a:rPr lang="en-US" sz="1100" b="1">
                          <a:effectLst/>
                        </a:rPr>
                        <a:t>Rinki Sehgal</a:t>
                      </a:r>
                      <a:endParaRPr lang="en-US" sz="1100" b="1"/>
                    </a:p>
                  </a:txBody>
                  <a:tcPr marL="0" marR="0" marT="0" marB="0" anchor="ct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Completed</a:t>
                      </a:r>
                      <a:endParaRPr lang="en-US" sz="1100" b="1"/>
                    </a:p>
                  </a:txBody>
                  <a:tcPr marL="0" marR="0" marT="0" marB="0" anchor="ctr">
                    <a:solidFill>
                      <a:schemeClr val="accent3">
                        <a:lumMod val="60000"/>
                        <a:lumOff val="40000"/>
                      </a:schemeClr>
                    </a:solidFill>
                  </a:tcPr>
                </a:tc>
                <a:extLst>
                  <a:ext uri="{0D108BD9-81ED-4DB2-BD59-A6C34878D82A}">
                    <a16:rowId xmlns:a16="http://schemas.microsoft.com/office/drawing/2014/main" val="1697114114"/>
                  </a:ext>
                </a:extLst>
              </a:tr>
              <a:tr h="320614">
                <a:tc>
                  <a:txBody>
                    <a:bodyPr/>
                    <a:lstStyle/>
                    <a:p>
                      <a:pPr lvl="0" algn="l">
                        <a:buNone/>
                      </a:pPr>
                      <a:r>
                        <a:rPr lang="en-US" sz="1100" b="1">
                          <a:effectLst/>
                        </a:rPr>
                        <a:t>Sivakumar Sura</a:t>
                      </a:r>
                      <a:endParaRPr lang="en-US" sz="1100" b="1"/>
                    </a:p>
                  </a:txBody>
                  <a:tcPr marL="0" marR="0" marT="0" marB="0" anchor="ct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Completed</a:t>
                      </a:r>
                      <a:endParaRPr lang="en-US" sz="1100" b="1"/>
                    </a:p>
                  </a:txBody>
                  <a:tcPr marL="0" marR="0" marT="0" marB="0" anchor="ctr">
                    <a:solidFill>
                      <a:schemeClr val="accent3">
                        <a:lumMod val="60000"/>
                        <a:lumOff val="40000"/>
                      </a:schemeClr>
                    </a:solidFill>
                  </a:tcPr>
                </a:tc>
                <a:extLst>
                  <a:ext uri="{0D108BD9-81ED-4DB2-BD59-A6C34878D82A}">
                    <a16:rowId xmlns:a16="http://schemas.microsoft.com/office/drawing/2014/main" val="42617108"/>
                  </a:ext>
                </a:extLst>
              </a:tr>
              <a:tr h="320614">
                <a:tc>
                  <a:txBody>
                    <a:bodyPr/>
                    <a:lstStyle/>
                    <a:p>
                      <a:pPr lvl="0" algn="l">
                        <a:buNone/>
                      </a:pPr>
                      <a:r>
                        <a:rPr lang="en-US" sz="1100" b="1">
                          <a:effectLst/>
                        </a:rPr>
                        <a:t>Kunal Gajabe</a:t>
                      </a:r>
                      <a:endParaRPr lang="en-US" sz="1100" b="1"/>
                    </a:p>
                  </a:txBody>
                  <a:tcPr marL="0" marR="0" marT="0" marB="0" anchor="ct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Received</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Completed</a:t>
                      </a:r>
                      <a:endParaRPr lang="en-US" sz="1100" b="1"/>
                    </a:p>
                  </a:txBody>
                  <a:tcPr marL="0" marR="0" marT="0" marB="0" anchor="ctr">
                    <a:solidFill>
                      <a:schemeClr val="accent3">
                        <a:lumMod val="60000"/>
                        <a:lumOff val="40000"/>
                      </a:schemeClr>
                    </a:solidFill>
                  </a:tcPr>
                </a:tc>
                <a:extLst>
                  <a:ext uri="{0D108BD9-81ED-4DB2-BD59-A6C34878D82A}">
                    <a16:rowId xmlns:a16="http://schemas.microsoft.com/office/drawing/2014/main" val="4060707734"/>
                  </a:ext>
                </a:extLst>
              </a:tr>
              <a:tr h="320614">
                <a:tc>
                  <a:txBody>
                    <a:bodyPr/>
                    <a:lstStyle/>
                    <a:p>
                      <a:pPr lvl="0" algn="l">
                        <a:buNone/>
                      </a:pPr>
                      <a:r>
                        <a:rPr lang="en-US" sz="1100" b="1">
                          <a:effectLst/>
                        </a:rPr>
                        <a:t>Vengat Rajan</a:t>
                      </a:r>
                      <a:endParaRPr lang="en-US" sz="1100" b="1"/>
                    </a:p>
                  </a:txBody>
                  <a:tcPr marL="0" marR="0" marT="0" marB="0" anchor="ctr"/>
                </a:tc>
                <a:tc>
                  <a:txBody>
                    <a:bodyPr/>
                    <a:lstStyle/>
                    <a:p>
                      <a:pPr lvl="0" algn="ctr">
                        <a:buNone/>
                      </a:pPr>
                      <a:r>
                        <a:rPr lang="en-US" sz="1100" b="1">
                          <a:effectLst/>
                        </a:rPr>
                        <a:t>Done</a:t>
                      </a:r>
                      <a:endParaRPr lang="en-US" sz="1100" b="1"/>
                    </a:p>
                  </a:txBody>
                  <a:tcPr marL="0" marR="0" marT="0" marB="0" anchor="ctr">
                    <a:solidFill>
                      <a:schemeClr val="accent3">
                        <a:lumMod val="60000"/>
                        <a:lumOff val="40000"/>
                      </a:schemeClr>
                    </a:solidFill>
                  </a:tcPr>
                </a:tc>
                <a:tc>
                  <a:txBody>
                    <a:bodyPr/>
                    <a:lstStyle/>
                    <a:p>
                      <a:pPr lvl="0" algn="ctr">
                        <a:buNone/>
                      </a:pPr>
                      <a:r>
                        <a:rPr lang="en-US" sz="1100" b="1">
                          <a:effectLst/>
                        </a:rPr>
                        <a:t>Pending</a:t>
                      </a:r>
                    </a:p>
                  </a:txBody>
                  <a:tcPr marL="0" marR="0" marT="0" marB="0" anchor="ctr">
                    <a:solidFill>
                      <a:schemeClr val="accent2">
                        <a:lumMod val="40000"/>
                        <a:lumOff val="60000"/>
                      </a:schemeClr>
                    </a:solidFill>
                  </a:tcPr>
                </a:tc>
                <a:tc>
                  <a:txBody>
                    <a:bodyPr/>
                    <a:lstStyle/>
                    <a:p>
                      <a:pPr lvl="0" algn="ctr">
                        <a:buNone/>
                      </a:pPr>
                      <a:r>
                        <a:rPr lang="en-US" sz="1100" b="1">
                          <a:effectLst/>
                        </a:rPr>
                        <a:t>Ordered YubiKey</a:t>
                      </a:r>
                      <a:endParaRPr lang="en-US" sz="1100" b="1" err="1"/>
                    </a:p>
                  </a:txBody>
                  <a:tcPr marL="0" marR="0" marT="0" marB="0" anchor="ctr">
                    <a:solidFill>
                      <a:schemeClr val="accent3">
                        <a:lumMod val="60000"/>
                        <a:lumOff val="40000"/>
                      </a:schemeClr>
                    </a:solidFill>
                  </a:tcPr>
                </a:tc>
                <a:tc>
                  <a:txBody>
                    <a:bodyPr/>
                    <a:lstStyle/>
                    <a:p>
                      <a:pPr lvl="0" algn="ctr">
                        <a:buNone/>
                      </a:pPr>
                      <a:r>
                        <a:rPr lang="en-US" sz="1100" b="1">
                          <a:effectLst/>
                        </a:rPr>
                        <a:t>Pending</a:t>
                      </a:r>
                    </a:p>
                  </a:txBody>
                  <a:tcPr marL="0" marR="0" marT="0" marB="0" anchor="ctr">
                    <a:solidFill>
                      <a:schemeClr val="accent2">
                        <a:lumMod val="40000"/>
                        <a:lumOff val="60000"/>
                      </a:schemeClr>
                    </a:solidFill>
                  </a:tcPr>
                </a:tc>
                <a:tc>
                  <a:txBody>
                    <a:bodyPr/>
                    <a:lstStyle/>
                    <a:p>
                      <a:pPr lvl="0" algn="ctr">
                        <a:buNone/>
                      </a:pPr>
                      <a:r>
                        <a:rPr lang="en-US" sz="1100" b="1">
                          <a:effectLst/>
                        </a:rPr>
                        <a:t>Yet to Receive YubiKey device</a:t>
                      </a:r>
                      <a:endParaRPr lang="en-US" sz="1100" b="1"/>
                    </a:p>
                  </a:txBody>
                  <a:tcPr marL="0" marR="0" marT="0" marB="0" anchor="ctr">
                    <a:solidFill>
                      <a:schemeClr val="accent2">
                        <a:lumMod val="40000"/>
                        <a:lumOff val="60000"/>
                      </a:schemeClr>
                    </a:solidFill>
                  </a:tcPr>
                </a:tc>
                <a:tc>
                  <a:txBody>
                    <a:bodyPr/>
                    <a:lstStyle/>
                    <a:p>
                      <a:pPr lvl="0" algn="ctr">
                        <a:buNone/>
                      </a:pPr>
                      <a:r>
                        <a:rPr lang="en-US" sz="1100" b="1">
                          <a:effectLst/>
                        </a:rPr>
                        <a:t>Not Received</a:t>
                      </a:r>
                      <a:endParaRPr lang="en-US" sz="1100" b="1"/>
                    </a:p>
                  </a:txBody>
                  <a:tcPr marL="0" marR="0" marT="0" marB="0" anchor="ctr">
                    <a:solidFill>
                      <a:schemeClr val="accent2">
                        <a:lumMod val="40000"/>
                        <a:lumOff val="60000"/>
                      </a:schemeClr>
                    </a:solidFill>
                  </a:tcPr>
                </a:tc>
                <a:tc>
                  <a:txBody>
                    <a:bodyPr/>
                    <a:lstStyle/>
                    <a:p>
                      <a:pPr lvl="0" algn="ctr">
                        <a:buNone/>
                      </a:pPr>
                      <a:r>
                        <a:rPr lang="en-US" sz="1100" b="1">
                          <a:effectLst/>
                        </a:rPr>
                        <a:t>Pending</a:t>
                      </a:r>
                      <a:endParaRPr lang="en-US" sz="1100" b="1"/>
                    </a:p>
                  </a:txBody>
                  <a:tcPr marL="0" marR="0" marT="0" marB="0" anchor="ctr">
                    <a:solidFill>
                      <a:schemeClr val="accent2">
                        <a:lumMod val="40000"/>
                        <a:lumOff val="60000"/>
                      </a:schemeClr>
                    </a:solidFill>
                  </a:tcPr>
                </a:tc>
                <a:extLst>
                  <a:ext uri="{0D108BD9-81ED-4DB2-BD59-A6C34878D82A}">
                    <a16:rowId xmlns:a16="http://schemas.microsoft.com/office/drawing/2014/main" val="4205179689"/>
                  </a:ext>
                </a:extLst>
              </a:tr>
            </a:tbl>
          </a:graphicData>
        </a:graphic>
      </p:graphicFrame>
    </p:spTree>
    <p:extLst>
      <p:ext uri="{BB962C8B-B14F-4D97-AF65-F5344CB8AC3E}">
        <p14:creationId xmlns:p14="http://schemas.microsoft.com/office/powerpoint/2010/main" val="209885003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4A3E8C-5D08-1B4D-2EC4-FDDC60A199BC}"/>
            </a:ext>
          </a:extLst>
        </p:cNvPr>
        <p:cNvGrpSpPr/>
        <p:nvPr/>
      </p:nvGrpSpPr>
      <p:grpSpPr>
        <a:xfrm>
          <a:off x="0" y="0"/>
          <a:ext cx="0" cy="0"/>
          <a:chOff x="0" y="0"/>
          <a:chExt cx="0" cy="0"/>
        </a:xfrm>
      </p:grpSpPr>
      <p:sp>
        <p:nvSpPr>
          <p:cNvPr id="3" name="Shape 141">
            <a:extLst>
              <a:ext uri="{FF2B5EF4-FFF2-40B4-BE49-F238E27FC236}">
                <a16:creationId xmlns:a16="http://schemas.microsoft.com/office/drawing/2014/main" id="{FE31AD7A-0C57-8B6F-D938-A7F9333A2F79}"/>
              </a:ext>
            </a:extLst>
          </p:cNvPr>
          <p:cNvSpPr/>
          <p:nvPr/>
        </p:nvSpPr>
        <p:spPr>
          <a:xfrm>
            <a:off x="438912" y="256032"/>
            <a:ext cx="117519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r>
              <a:rPr lang="en-US" sz="2800" b="1">
                <a:solidFill>
                  <a:srgbClr val="5410BF"/>
                </a:solidFill>
                <a:latin typeface="Calibri" panose="020F0502020204030204" pitchFamily="34" charset="0"/>
                <a:ea typeface="Calibri" panose="020F0502020204030204" pitchFamily="34" charset="0"/>
                <a:cs typeface="Calibri" panose="020F0502020204030204" pitchFamily="34" charset="0"/>
                <a:sym typeface="Lato Light"/>
              </a:rPr>
              <a:t>Prerequisites &amp; Next Steps</a:t>
            </a:r>
            <a:endParaRPr lang="en-US" sz="2800" b="1">
              <a:solidFill>
                <a:srgbClr val="5410BF"/>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5FA27452-2ED7-9EEA-A439-AE697E988B79}"/>
              </a:ext>
            </a:extLst>
          </p:cNvPr>
          <p:cNvSpPr txBox="1"/>
          <p:nvPr/>
        </p:nvSpPr>
        <p:spPr>
          <a:xfrm>
            <a:off x="1235663" y="966617"/>
            <a:ext cx="9162697" cy="5390643"/>
          </a:xfrm>
          <a:prstGeom prst="rect">
            <a:avLst/>
          </a:prstGeom>
          <a:noFill/>
        </p:spPr>
        <p:txBody>
          <a:bodyPr wrap="square" lIns="91440" tIns="45720" rIns="91440" bIns="45720" anchor="t">
            <a:spAutoFit/>
          </a:bodyPr>
          <a:lstStyle/>
          <a:p>
            <a:pPr marL="171450" indent="-171450">
              <a:lnSpc>
                <a:spcPct val="150000"/>
              </a:lnSpc>
              <a:buFont typeface="Arial" panose="020B0604020202020204" pitchFamily="34" charset="0"/>
              <a:buChar char="•"/>
            </a:pPr>
            <a:r>
              <a:rPr lang="en-US" sz="2000" b="1"/>
              <a:t> Access Provisioning: Environment Access</a:t>
            </a:r>
          </a:p>
          <a:p>
            <a:pPr marL="628650" lvl="1" indent="-171450">
              <a:lnSpc>
                <a:spcPct val="150000"/>
              </a:lnSpc>
              <a:buFont typeface="Arial" panose="020B0604020202020204" pitchFamily="34" charset="0"/>
              <a:buChar char="•"/>
            </a:pPr>
            <a:r>
              <a:rPr lang="en-US"/>
              <a:t>Tableau Server</a:t>
            </a:r>
            <a:endParaRPr lang="en-US">
              <a:cs typeface="Arial"/>
            </a:endParaRPr>
          </a:p>
          <a:p>
            <a:pPr marL="628650" lvl="1" indent="-171450">
              <a:lnSpc>
                <a:spcPct val="150000"/>
              </a:lnSpc>
              <a:buFont typeface="Arial" panose="020B0604020202020204" pitchFamily="34" charset="0"/>
              <a:buChar char="•"/>
            </a:pPr>
            <a:r>
              <a:rPr lang="en-US"/>
              <a:t>Tableau Online</a:t>
            </a:r>
            <a:endParaRPr lang="en-US">
              <a:cs typeface="Arial"/>
            </a:endParaRPr>
          </a:p>
          <a:p>
            <a:pPr marL="628650" lvl="1" indent="-171450">
              <a:lnSpc>
                <a:spcPct val="150000"/>
              </a:lnSpc>
              <a:buFont typeface="Arial" panose="020B0604020202020204" pitchFamily="34" charset="0"/>
              <a:buChar char="•"/>
            </a:pPr>
            <a:r>
              <a:rPr lang="en-US"/>
              <a:t>Databricks</a:t>
            </a:r>
            <a:endParaRPr lang="en-US">
              <a:cs typeface="Arial"/>
            </a:endParaRPr>
          </a:p>
          <a:p>
            <a:pPr marL="628650" lvl="1" indent="-171450">
              <a:lnSpc>
                <a:spcPct val="150000"/>
              </a:lnSpc>
              <a:buFont typeface="Arial" panose="020B0604020202020204" pitchFamily="34" charset="0"/>
              <a:buChar char="•"/>
            </a:pPr>
            <a:r>
              <a:rPr lang="en-US"/>
              <a:t>Other data sources</a:t>
            </a:r>
          </a:p>
          <a:p>
            <a:pPr marL="628650" lvl="1" indent="-171450">
              <a:lnSpc>
                <a:spcPct val="150000"/>
              </a:lnSpc>
              <a:buFont typeface="Arial" panose="020B0604020202020204" pitchFamily="34" charset="0"/>
              <a:buChar char="•"/>
            </a:pPr>
            <a:endParaRPr lang="en-US" sz="2000">
              <a:cs typeface="Arial"/>
            </a:endParaRPr>
          </a:p>
          <a:p>
            <a:pPr marL="171450" indent="-171450">
              <a:lnSpc>
                <a:spcPct val="150000"/>
              </a:lnSpc>
              <a:buFont typeface="Arial" panose="020B0604020202020204" pitchFamily="34" charset="0"/>
              <a:buChar char="•"/>
            </a:pPr>
            <a:r>
              <a:rPr lang="en-US" sz="2000"/>
              <a:t> Tableau Environment walk though </a:t>
            </a:r>
            <a:endParaRPr lang="en-US" sz="2000">
              <a:cs typeface="Arial"/>
            </a:endParaRPr>
          </a:p>
          <a:p>
            <a:pPr marL="171450" indent="-171450">
              <a:lnSpc>
                <a:spcPct val="150000"/>
              </a:lnSpc>
              <a:buFont typeface="Arial" panose="020B0604020202020204" pitchFamily="34" charset="0"/>
              <a:buChar char="•"/>
            </a:pPr>
            <a:r>
              <a:rPr lang="en-US" sz="2000"/>
              <a:t> Requirement Review</a:t>
            </a:r>
            <a:endParaRPr lang="en-US" sz="2000">
              <a:cs typeface="Arial"/>
            </a:endParaRPr>
          </a:p>
          <a:p>
            <a:pPr>
              <a:lnSpc>
                <a:spcPct val="150000"/>
              </a:lnSpc>
            </a:pPr>
            <a:endParaRPr lang="en-US" sz="2000"/>
          </a:p>
          <a:p>
            <a:pPr>
              <a:lnSpc>
                <a:spcPct val="150000"/>
              </a:lnSpc>
            </a:pPr>
            <a:r>
              <a:rPr lang="en-US" sz="2000"/>
              <a:t>Open Questions :  </a:t>
            </a:r>
            <a:r>
              <a:rPr lang="en-US" sz="2000">
                <a:hlinkClick r:id="rId2"/>
              </a:rPr>
              <a:t>Open Questions</a:t>
            </a:r>
            <a:endParaRPr lang="en-US" sz="2000">
              <a:cs typeface="Arial"/>
            </a:endParaRPr>
          </a:p>
          <a:p>
            <a:pPr marL="171450" indent="-171450">
              <a:lnSpc>
                <a:spcPct val="150000"/>
              </a:lnSpc>
              <a:buFont typeface="Arial" panose="020B0604020202020204" pitchFamily="34" charset="0"/>
              <a:buChar char="•"/>
            </a:pPr>
            <a:endParaRPr lang="en-US" sz="2000"/>
          </a:p>
          <a:p>
            <a:pPr marL="171450" indent="-171450">
              <a:lnSpc>
                <a:spcPct val="150000"/>
              </a:lnSpc>
              <a:buFont typeface="Arial" panose="020B0604020202020204" pitchFamily="34" charset="0"/>
              <a:buChar char="•"/>
            </a:pPr>
            <a:endParaRPr lang="en-US" sz="2000"/>
          </a:p>
        </p:txBody>
      </p:sp>
    </p:spTree>
    <p:extLst>
      <p:ext uri="{BB962C8B-B14F-4D97-AF65-F5344CB8AC3E}">
        <p14:creationId xmlns:p14="http://schemas.microsoft.com/office/powerpoint/2010/main" val="346152388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43">
          <a:extLst>
            <a:ext uri="{FF2B5EF4-FFF2-40B4-BE49-F238E27FC236}">
              <a16:creationId xmlns:a16="http://schemas.microsoft.com/office/drawing/2014/main" id="{3CDD7048-49E9-69E9-8582-4FDE156BE16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D1E8E35-858E-9FE7-4417-21AD576F99C5}"/>
              </a:ext>
            </a:extLst>
          </p:cNvPr>
          <p:cNvSpPr/>
          <p:nvPr/>
        </p:nvSpPr>
        <p:spPr>
          <a:xfrm>
            <a:off x="0" y="123002"/>
            <a:ext cx="4996881" cy="523220"/>
          </a:xfrm>
          <a:prstGeom prst="rect">
            <a:avLst/>
          </a:prstGeom>
        </p:spPr>
        <p:txBody>
          <a:bodyPr wrap="none">
            <a:spAutoFit/>
          </a:bodyPr>
          <a:lstStyle/>
          <a:p>
            <a:pPr>
              <a:defRPr sz="2800">
                <a:solidFill>
                  <a:srgbClr val="4D4D4D"/>
                </a:solidFill>
                <a:latin typeface="Lato Light"/>
                <a:ea typeface="Lato Light"/>
                <a:cs typeface="Lato Light"/>
                <a:sym typeface="Lato Light"/>
              </a:defRPr>
            </a:pPr>
            <a:r>
              <a:rPr lang="en-US" sz="2800" b="1">
                <a:solidFill>
                  <a:srgbClr val="5410BF"/>
                </a:solidFill>
                <a:latin typeface="Calibri"/>
                <a:ea typeface="Calibri"/>
                <a:cs typeface="Calibri"/>
                <a:sym typeface="Lato Light"/>
              </a:rPr>
              <a:t>Elements to Test for a Migration</a:t>
            </a:r>
            <a:endParaRPr lang="en-US" sz="2800" b="1">
              <a:solidFill>
                <a:srgbClr val="5410BF"/>
              </a:solidFill>
              <a:latin typeface="Calibri"/>
              <a:ea typeface="Calibri"/>
              <a:cs typeface="Calibri"/>
            </a:endParaRPr>
          </a:p>
        </p:txBody>
      </p:sp>
      <p:pic>
        <p:nvPicPr>
          <p:cNvPr id="5" name="Picture 4">
            <a:extLst>
              <a:ext uri="{FF2B5EF4-FFF2-40B4-BE49-F238E27FC236}">
                <a16:creationId xmlns:a16="http://schemas.microsoft.com/office/drawing/2014/main" id="{F081EB34-2392-79F5-E058-0CD7879580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6" name="TextBox 5">
            <a:extLst>
              <a:ext uri="{FF2B5EF4-FFF2-40B4-BE49-F238E27FC236}">
                <a16:creationId xmlns:a16="http://schemas.microsoft.com/office/drawing/2014/main" id="{82F7B8F2-1C7A-7E30-ED74-CC68E54CF794}"/>
              </a:ext>
            </a:extLst>
          </p:cNvPr>
          <p:cNvSpPr txBox="1"/>
          <p:nvPr/>
        </p:nvSpPr>
        <p:spPr>
          <a:xfrm>
            <a:off x="9837067" y="6527371"/>
            <a:ext cx="2246128" cy="253916"/>
          </a:xfrm>
          <a:prstGeom prst="rect">
            <a:avLst/>
          </a:prstGeom>
          <a:noFill/>
        </p:spPr>
        <p:txBody>
          <a:bodyPr wrap="none" rtlCol="0">
            <a:spAutoFit/>
          </a:bodyPr>
          <a:lstStyle/>
          <a:p>
            <a:r>
              <a:rPr lang="en-US" sz="1050">
                <a:solidFill>
                  <a:schemeClr val="bg1"/>
                </a:solidFill>
              </a:rPr>
              <a:t>© 2024 Sigmasoft All Rights Reserved</a:t>
            </a:r>
          </a:p>
        </p:txBody>
      </p:sp>
      <p:pic>
        <p:nvPicPr>
          <p:cNvPr id="7" name="Picture 6">
            <a:extLst>
              <a:ext uri="{FF2B5EF4-FFF2-40B4-BE49-F238E27FC236}">
                <a16:creationId xmlns:a16="http://schemas.microsoft.com/office/drawing/2014/main" id="{B3721421-EDCE-9C4E-864E-3BA12DE5A3F1}"/>
              </a:ext>
            </a:extLst>
          </p:cNvPr>
          <p:cNvPicPr>
            <a:picLocks noChangeAspect="1"/>
          </p:cNvPicPr>
          <p:nvPr/>
        </p:nvPicPr>
        <p:blipFill>
          <a:blip r:embed="rId4"/>
          <a:stretch>
            <a:fillRect/>
          </a:stretch>
        </p:blipFill>
        <p:spPr>
          <a:xfrm>
            <a:off x="0" y="6445700"/>
            <a:ext cx="12183487" cy="412300"/>
          </a:xfrm>
          <a:prstGeom prst="rect">
            <a:avLst/>
          </a:prstGeom>
        </p:spPr>
      </p:pic>
      <p:cxnSp>
        <p:nvCxnSpPr>
          <p:cNvPr id="11" name="Straight Connector 10">
            <a:extLst>
              <a:ext uri="{FF2B5EF4-FFF2-40B4-BE49-F238E27FC236}">
                <a16:creationId xmlns:a16="http://schemas.microsoft.com/office/drawing/2014/main" id="{A9D6391E-222A-7E03-08A9-AAB636B8F767}"/>
              </a:ext>
            </a:extLst>
          </p:cNvPr>
          <p:cNvCxnSpPr>
            <a:cxnSpLocks/>
          </p:cNvCxnSpPr>
          <p:nvPr/>
        </p:nvCxnSpPr>
        <p:spPr>
          <a:xfrm>
            <a:off x="8545" y="646222"/>
            <a:ext cx="12174942"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A96485DE-20C3-45CF-9FE8-C54DA1D616E3}"/>
              </a:ext>
            </a:extLst>
          </p:cNvPr>
          <p:cNvGrpSpPr/>
          <p:nvPr/>
        </p:nvGrpSpPr>
        <p:grpSpPr>
          <a:xfrm>
            <a:off x="500614" y="1528295"/>
            <a:ext cx="1387650" cy="4021830"/>
            <a:chOff x="500614" y="2389942"/>
            <a:chExt cx="1387650" cy="4021830"/>
          </a:xfrm>
        </p:grpSpPr>
        <p:grpSp>
          <p:nvGrpSpPr>
            <p:cNvPr id="13" name="Group 2">
              <a:extLst>
                <a:ext uri="{FF2B5EF4-FFF2-40B4-BE49-F238E27FC236}">
                  <a16:creationId xmlns:a16="http://schemas.microsoft.com/office/drawing/2014/main" id="{22D7A357-09D3-F6D7-11CA-A3621514F321}"/>
                </a:ext>
              </a:extLst>
            </p:cNvPr>
            <p:cNvGrpSpPr/>
            <p:nvPr/>
          </p:nvGrpSpPr>
          <p:grpSpPr>
            <a:xfrm>
              <a:off x="504491" y="3811344"/>
              <a:ext cx="1339703" cy="390800"/>
              <a:chOff x="0" y="0"/>
              <a:chExt cx="529265" cy="154390"/>
            </a:xfrm>
          </p:grpSpPr>
          <p:sp>
            <p:nvSpPr>
              <p:cNvPr id="14" name="Freeform 3">
                <a:extLst>
                  <a:ext uri="{FF2B5EF4-FFF2-40B4-BE49-F238E27FC236}">
                    <a16:creationId xmlns:a16="http://schemas.microsoft.com/office/drawing/2014/main" id="{3883BE52-4F37-AAFA-0CC9-51FFAFF7D8F3}"/>
                  </a:ext>
                </a:extLst>
              </p:cNvPr>
              <p:cNvSpPr/>
              <p:nvPr/>
            </p:nvSpPr>
            <p:spPr>
              <a:xfrm>
                <a:off x="0" y="0"/>
                <a:ext cx="529265" cy="154390"/>
              </a:xfrm>
              <a:custGeom>
                <a:avLst/>
                <a:gdLst/>
                <a:ahLst/>
                <a:cxnLst/>
                <a:rect l="l" t="t" r="r" b="b"/>
                <a:pathLst>
                  <a:path w="529265" h="154390">
                    <a:moveTo>
                      <a:pt x="77195" y="0"/>
                    </a:moveTo>
                    <a:lnTo>
                      <a:pt x="452070" y="0"/>
                    </a:lnTo>
                    <a:cubicBezTo>
                      <a:pt x="494704" y="0"/>
                      <a:pt x="529265" y="34561"/>
                      <a:pt x="529265" y="77195"/>
                    </a:cubicBezTo>
                    <a:lnTo>
                      <a:pt x="529265" y="77195"/>
                    </a:lnTo>
                    <a:cubicBezTo>
                      <a:pt x="529265" y="97669"/>
                      <a:pt x="521132" y="117303"/>
                      <a:pt x="506655" y="131780"/>
                    </a:cubicBezTo>
                    <a:cubicBezTo>
                      <a:pt x="492178" y="146257"/>
                      <a:pt x="472544" y="154390"/>
                      <a:pt x="452070" y="154390"/>
                    </a:cubicBezTo>
                    <a:lnTo>
                      <a:pt x="77195" y="154390"/>
                    </a:lnTo>
                    <a:cubicBezTo>
                      <a:pt x="34561" y="154390"/>
                      <a:pt x="0" y="119829"/>
                      <a:pt x="0" y="77195"/>
                    </a:cubicBezTo>
                    <a:lnTo>
                      <a:pt x="0" y="77195"/>
                    </a:lnTo>
                    <a:cubicBezTo>
                      <a:pt x="0" y="34561"/>
                      <a:pt x="34561" y="0"/>
                      <a:pt x="77195" y="0"/>
                    </a:cubicBezTo>
                    <a:close/>
                  </a:path>
                </a:pathLst>
              </a:custGeom>
              <a:solidFill>
                <a:srgbClr val="5410BF">
                  <a:alpha val="19608"/>
                </a:srgbClr>
              </a:solidFill>
            </p:spPr>
            <p:txBody>
              <a:bodyPr/>
              <a:lstStyle/>
              <a:p>
                <a:endParaRPr lang="en-US"/>
              </a:p>
            </p:txBody>
          </p:sp>
          <p:sp>
            <p:nvSpPr>
              <p:cNvPr id="15" name="TextBox 4">
                <a:extLst>
                  <a:ext uri="{FF2B5EF4-FFF2-40B4-BE49-F238E27FC236}">
                    <a16:creationId xmlns:a16="http://schemas.microsoft.com/office/drawing/2014/main" id="{38BC4EE4-0154-DA26-C63D-2743BBAE0286}"/>
                  </a:ext>
                </a:extLst>
              </p:cNvPr>
              <p:cNvSpPr txBox="1"/>
              <p:nvPr/>
            </p:nvSpPr>
            <p:spPr>
              <a:xfrm>
                <a:off x="0" y="0"/>
                <a:ext cx="529265" cy="154390"/>
              </a:xfrm>
              <a:prstGeom prst="rect">
                <a:avLst/>
              </a:prstGeom>
            </p:spPr>
            <p:txBody>
              <a:bodyPr lIns="33867" tIns="33867" rIns="33867" bIns="33867" rtlCol="0" anchor="ctr"/>
              <a:lstStyle/>
              <a:p>
                <a:pPr algn="ctr">
                  <a:lnSpc>
                    <a:spcPts val="1440"/>
                  </a:lnSpc>
                </a:pPr>
                <a:endParaRPr sz="1200"/>
              </a:p>
            </p:txBody>
          </p:sp>
        </p:grpSp>
        <p:sp>
          <p:nvSpPr>
            <p:cNvPr id="16" name="Freeform 6">
              <a:extLst>
                <a:ext uri="{FF2B5EF4-FFF2-40B4-BE49-F238E27FC236}">
                  <a16:creationId xmlns:a16="http://schemas.microsoft.com/office/drawing/2014/main" id="{01058B3C-5354-2EF7-FCA6-9CEBEE4C29C0}"/>
                </a:ext>
              </a:extLst>
            </p:cNvPr>
            <p:cNvSpPr/>
            <p:nvPr/>
          </p:nvSpPr>
          <p:spPr>
            <a:xfrm>
              <a:off x="672276" y="2389942"/>
              <a:ext cx="1004133" cy="1224553"/>
            </a:xfrm>
            <a:custGeom>
              <a:avLst/>
              <a:gdLst/>
              <a:ahLst/>
              <a:cxnLst/>
              <a:rect l="l" t="t" r="r" b="b"/>
              <a:pathLst>
                <a:path w="1506200" h="1836829">
                  <a:moveTo>
                    <a:pt x="0" y="0"/>
                  </a:moveTo>
                  <a:lnTo>
                    <a:pt x="1506200" y="0"/>
                  </a:lnTo>
                  <a:lnTo>
                    <a:pt x="1506200" y="1836829"/>
                  </a:lnTo>
                  <a:lnTo>
                    <a:pt x="0" y="183682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375" name="TextBox 29">
              <a:extLst>
                <a:ext uri="{FF2B5EF4-FFF2-40B4-BE49-F238E27FC236}">
                  <a16:creationId xmlns:a16="http://schemas.microsoft.com/office/drawing/2014/main" id="{828BD82D-7984-04BE-9ECD-6981226F3426}"/>
                </a:ext>
              </a:extLst>
            </p:cNvPr>
            <p:cNvSpPr txBox="1"/>
            <p:nvPr/>
          </p:nvSpPr>
          <p:spPr>
            <a:xfrm>
              <a:off x="500614" y="3877853"/>
              <a:ext cx="1263481" cy="217817"/>
            </a:xfrm>
            <a:prstGeom prst="rect">
              <a:avLst/>
            </a:prstGeom>
          </p:spPr>
          <p:txBody>
            <a:bodyPr wrap="square" lIns="0" tIns="0" rIns="0" bIns="0" rtlCol="0" anchor="t">
              <a:spAutoFit/>
            </a:bodyPr>
            <a:lstStyle/>
            <a:p>
              <a:pPr algn="ctr">
                <a:lnSpc>
                  <a:spcPts val="1867"/>
                </a:lnSpc>
                <a:spcBef>
                  <a:spcPct val="0"/>
                </a:spcBef>
              </a:pPr>
              <a:r>
                <a:rPr lang="en-US" sz="1200" b="1">
                  <a:solidFill>
                    <a:srgbClr val="313131"/>
                  </a:solidFill>
                  <a:ea typeface="Eastman Grotesque Bold"/>
                  <a:cs typeface="Eastman Grotesque Bold"/>
                  <a:sym typeface="Eastman Grotesque Bold"/>
                </a:rPr>
                <a:t>Data Connection</a:t>
              </a:r>
            </a:p>
          </p:txBody>
        </p:sp>
        <p:sp>
          <p:nvSpPr>
            <p:cNvPr id="376" name="TextBox 30">
              <a:extLst>
                <a:ext uri="{FF2B5EF4-FFF2-40B4-BE49-F238E27FC236}">
                  <a16:creationId xmlns:a16="http://schemas.microsoft.com/office/drawing/2014/main" id="{FA4D879D-DBF3-90CA-2BD0-AAC4943A476B}"/>
                </a:ext>
              </a:extLst>
            </p:cNvPr>
            <p:cNvSpPr txBox="1"/>
            <p:nvPr/>
          </p:nvSpPr>
          <p:spPr>
            <a:xfrm>
              <a:off x="548561" y="4380447"/>
              <a:ext cx="1339703" cy="2031325"/>
            </a:xfrm>
            <a:prstGeom prst="rect">
              <a:avLst/>
            </a:prstGeom>
          </p:spPr>
          <p:txBody>
            <a:bodyPr wrap="square" lIns="0" tIns="0" rIns="0" bIns="0" rtlCol="0" anchor="t">
              <a:spAutoFit/>
            </a:bodyPr>
            <a:lstStyle/>
            <a:p>
              <a:r>
                <a:rPr lang="en-US" sz="1200">
                  <a:ea typeface="Arial"/>
                  <a:cs typeface="Arial"/>
                  <a:sym typeface="Arial"/>
                </a:rPr>
                <a:t>Confirm that the data connections to Databricks or any other data source remain intact after the migration. Validate dependencies between workbooks and data sources</a:t>
              </a:r>
              <a:endParaRPr lang="en-US" sz="1200">
                <a:ea typeface="Arial"/>
                <a:cs typeface="Arial"/>
              </a:endParaRPr>
            </a:p>
          </p:txBody>
        </p:sp>
        <p:pic>
          <p:nvPicPr>
            <p:cNvPr id="385" name="Picture 384">
              <a:extLst>
                <a:ext uri="{FF2B5EF4-FFF2-40B4-BE49-F238E27FC236}">
                  <a16:creationId xmlns:a16="http://schemas.microsoft.com/office/drawing/2014/main" id="{4A71398E-7A08-4E6C-F6BC-967B1682029F}"/>
                </a:ext>
              </a:extLst>
            </p:cNvPr>
            <p:cNvPicPr>
              <a:picLocks noChangeAspect="1"/>
            </p:cNvPicPr>
            <p:nvPr/>
          </p:nvPicPr>
          <p:blipFill>
            <a:blip r:embed="rId7"/>
            <a:stretch>
              <a:fillRect/>
            </a:stretch>
          </p:blipFill>
          <p:spPr>
            <a:xfrm>
              <a:off x="950055" y="2653371"/>
              <a:ext cx="457200" cy="457200"/>
            </a:xfrm>
            <a:prstGeom prst="rect">
              <a:avLst/>
            </a:prstGeom>
          </p:spPr>
        </p:pic>
      </p:grpSp>
      <p:grpSp>
        <p:nvGrpSpPr>
          <p:cNvPr id="12" name="Group 11">
            <a:extLst>
              <a:ext uri="{FF2B5EF4-FFF2-40B4-BE49-F238E27FC236}">
                <a16:creationId xmlns:a16="http://schemas.microsoft.com/office/drawing/2014/main" id="{587FF9FE-FE1F-3B06-98CC-C3996727CFE8}"/>
              </a:ext>
            </a:extLst>
          </p:cNvPr>
          <p:cNvGrpSpPr/>
          <p:nvPr/>
        </p:nvGrpSpPr>
        <p:grpSpPr>
          <a:xfrm>
            <a:off x="2365908" y="1528295"/>
            <a:ext cx="1619201" cy="3055639"/>
            <a:chOff x="1923952" y="2389942"/>
            <a:chExt cx="1619201" cy="3055639"/>
          </a:xfrm>
        </p:grpSpPr>
        <p:grpSp>
          <p:nvGrpSpPr>
            <p:cNvPr id="17" name="Group 7">
              <a:extLst>
                <a:ext uri="{FF2B5EF4-FFF2-40B4-BE49-F238E27FC236}">
                  <a16:creationId xmlns:a16="http://schemas.microsoft.com/office/drawing/2014/main" id="{606A25D5-332C-91E8-09AC-A314E181F9A0}"/>
                </a:ext>
              </a:extLst>
            </p:cNvPr>
            <p:cNvGrpSpPr/>
            <p:nvPr/>
          </p:nvGrpSpPr>
          <p:grpSpPr>
            <a:xfrm>
              <a:off x="1923952" y="3722196"/>
              <a:ext cx="1399273" cy="569096"/>
              <a:chOff x="-2980" y="-35219"/>
              <a:chExt cx="552799" cy="224828"/>
            </a:xfrm>
          </p:grpSpPr>
          <p:sp>
            <p:nvSpPr>
              <p:cNvPr id="18" name="Freeform 8">
                <a:extLst>
                  <a:ext uri="{FF2B5EF4-FFF2-40B4-BE49-F238E27FC236}">
                    <a16:creationId xmlns:a16="http://schemas.microsoft.com/office/drawing/2014/main" id="{3981FC67-54C3-4FD1-766A-3021676791F6}"/>
                  </a:ext>
                </a:extLst>
              </p:cNvPr>
              <p:cNvSpPr/>
              <p:nvPr/>
            </p:nvSpPr>
            <p:spPr>
              <a:xfrm>
                <a:off x="-2980" y="-35219"/>
                <a:ext cx="552799" cy="224828"/>
              </a:xfrm>
              <a:custGeom>
                <a:avLst/>
                <a:gdLst/>
                <a:ahLst/>
                <a:cxnLst/>
                <a:rect l="l" t="t" r="r" b="b"/>
                <a:pathLst>
                  <a:path w="529265" h="154390">
                    <a:moveTo>
                      <a:pt x="77195" y="0"/>
                    </a:moveTo>
                    <a:lnTo>
                      <a:pt x="452070" y="0"/>
                    </a:lnTo>
                    <a:cubicBezTo>
                      <a:pt x="494704" y="0"/>
                      <a:pt x="529265" y="34561"/>
                      <a:pt x="529265" y="77195"/>
                    </a:cubicBezTo>
                    <a:lnTo>
                      <a:pt x="529265" y="77195"/>
                    </a:lnTo>
                    <a:cubicBezTo>
                      <a:pt x="529265" y="97669"/>
                      <a:pt x="521132" y="117303"/>
                      <a:pt x="506655" y="131780"/>
                    </a:cubicBezTo>
                    <a:cubicBezTo>
                      <a:pt x="492178" y="146257"/>
                      <a:pt x="472544" y="154390"/>
                      <a:pt x="452070" y="154390"/>
                    </a:cubicBezTo>
                    <a:lnTo>
                      <a:pt x="77195" y="154390"/>
                    </a:lnTo>
                    <a:cubicBezTo>
                      <a:pt x="34561" y="154390"/>
                      <a:pt x="0" y="119829"/>
                      <a:pt x="0" y="77195"/>
                    </a:cubicBezTo>
                    <a:lnTo>
                      <a:pt x="0" y="77195"/>
                    </a:lnTo>
                    <a:cubicBezTo>
                      <a:pt x="0" y="34561"/>
                      <a:pt x="34561" y="0"/>
                      <a:pt x="77195" y="0"/>
                    </a:cubicBezTo>
                    <a:close/>
                  </a:path>
                </a:pathLst>
              </a:custGeom>
              <a:solidFill>
                <a:srgbClr val="6B22B7">
                  <a:alpha val="19608"/>
                </a:srgbClr>
              </a:solidFill>
            </p:spPr>
            <p:txBody>
              <a:bodyPr/>
              <a:lstStyle/>
              <a:p>
                <a:endParaRPr lang="en-US"/>
              </a:p>
            </p:txBody>
          </p:sp>
          <p:sp>
            <p:nvSpPr>
              <p:cNvPr id="19" name="TextBox 9">
                <a:extLst>
                  <a:ext uri="{FF2B5EF4-FFF2-40B4-BE49-F238E27FC236}">
                    <a16:creationId xmlns:a16="http://schemas.microsoft.com/office/drawing/2014/main" id="{902E108B-7299-15DD-688A-1415DC066B19}"/>
                  </a:ext>
                </a:extLst>
              </p:cNvPr>
              <p:cNvSpPr txBox="1"/>
              <p:nvPr/>
            </p:nvSpPr>
            <p:spPr>
              <a:xfrm>
                <a:off x="0" y="0"/>
                <a:ext cx="529265" cy="154390"/>
              </a:xfrm>
              <a:prstGeom prst="rect">
                <a:avLst/>
              </a:prstGeom>
            </p:spPr>
            <p:txBody>
              <a:bodyPr lIns="33867" tIns="33867" rIns="33867" bIns="33867" rtlCol="0" anchor="ctr"/>
              <a:lstStyle/>
              <a:p>
                <a:pPr algn="ctr">
                  <a:lnSpc>
                    <a:spcPts val="1440"/>
                  </a:lnSpc>
                </a:pPr>
                <a:endParaRPr sz="1200"/>
              </a:p>
            </p:txBody>
          </p:sp>
        </p:grpSp>
        <p:sp>
          <p:nvSpPr>
            <p:cNvPr id="20" name="Freeform 10">
              <a:extLst>
                <a:ext uri="{FF2B5EF4-FFF2-40B4-BE49-F238E27FC236}">
                  <a16:creationId xmlns:a16="http://schemas.microsoft.com/office/drawing/2014/main" id="{979839F5-445D-654C-808B-AA792EB5CCB7}"/>
                </a:ext>
              </a:extLst>
            </p:cNvPr>
            <p:cNvSpPr/>
            <p:nvPr/>
          </p:nvSpPr>
          <p:spPr>
            <a:xfrm>
              <a:off x="2099280" y="2389942"/>
              <a:ext cx="1004133" cy="1224553"/>
            </a:xfrm>
            <a:custGeom>
              <a:avLst/>
              <a:gdLst/>
              <a:ahLst/>
              <a:cxnLst/>
              <a:rect l="l" t="t" r="r" b="b"/>
              <a:pathLst>
                <a:path w="1506200" h="1836829">
                  <a:moveTo>
                    <a:pt x="0" y="0"/>
                  </a:moveTo>
                  <a:lnTo>
                    <a:pt x="1506200" y="0"/>
                  </a:lnTo>
                  <a:lnTo>
                    <a:pt x="1506200" y="1836829"/>
                  </a:lnTo>
                  <a:lnTo>
                    <a:pt x="0" y="183682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77" name="TextBox 32">
              <a:extLst>
                <a:ext uri="{FF2B5EF4-FFF2-40B4-BE49-F238E27FC236}">
                  <a16:creationId xmlns:a16="http://schemas.microsoft.com/office/drawing/2014/main" id="{5AE84CB8-C682-F3B5-F2DC-0D1401A80A42}"/>
                </a:ext>
              </a:extLst>
            </p:cNvPr>
            <p:cNvSpPr txBox="1"/>
            <p:nvPr/>
          </p:nvSpPr>
          <p:spPr>
            <a:xfrm>
              <a:off x="2007421" y="3774084"/>
              <a:ext cx="1232421" cy="465320"/>
            </a:xfrm>
            <a:prstGeom prst="rect">
              <a:avLst/>
            </a:prstGeom>
          </p:spPr>
          <p:txBody>
            <a:bodyPr lIns="0" tIns="0" rIns="0" bIns="0" rtlCol="0" anchor="t">
              <a:spAutoFit/>
            </a:bodyPr>
            <a:lstStyle/>
            <a:p>
              <a:pPr algn="ctr">
                <a:lnSpc>
                  <a:spcPts val="1867"/>
                </a:lnSpc>
                <a:spcBef>
                  <a:spcPct val="0"/>
                </a:spcBef>
              </a:pPr>
              <a:r>
                <a:rPr lang="en-US" sz="1333" b="1">
                  <a:solidFill>
                    <a:srgbClr val="313131"/>
                  </a:solidFill>
                  <a:ea typeface="Eastman Grotesque Bold"/>
                  <a:cs typeface="Eastman Grotesque Bold"/>
                  <a:sym typeface="Eastman Grotesque Bold"/>
                </a:rPr>
                <a:t>Refreshing Data Extracts</a:t>
              </a:r>
            </a:p>
          </p:txBody>
        </p:sp>
        <p:sp>
          <p:nvSpPr>
            <p:cNvPr id="378" name="TextBox 33">
              <a:extLst>
                <a:ext uri="{FF2B5EF4-FFF2-40B4-BE49-F238E27FC236}">
                  <a16:creationId xmlns:a16="http://schemas.microsoft.com/office/drawing/2014/main" id="{747B00D7-C624-4CC3-1799-610DD5D99D67}"/>
                </a:ext>
              </a:extLst>
            </p:cNvPr>
            <p:cNvSpPr txBox="1"/>
            <p:nvPr/>
          </p:nvSpPr>
          <p:spPr>
            <a:xfrm>
              <a:off x="1955653" y="4445307"/>
              <a:ext cx="1587500" cy="1000274"/>
            </a:xfrm>
            <a:prstGeom prst="rect">
              <a:avLst/>
            </a:prstGeom>
          </p:spPr>
          <p:txBody>
            <a:bodyPr lIns="0" tIns="0" rIns="0" bIns="0" rtlCol="0" anchor="t">
              <a:spAutoFit/>
            </a:bodyPr>
            <a:lstStyle/>
            <a:p>
              <a:pPr>
                <a:lnSpc>
                  <a:spcPts val="1280"/>
                </a:lnSpc>
                <a:spcBef>
                  <a:spcPct val="0"/>
                </a:spcBef>
              </a:pPr>
              <a:r>
                <a:rPr lang="en" sz="1200">
                  <a:ea typeface="Arial"/>
                  <a:cs typeface="Arial"/>
                  <a:sym typeface="Arial"/>
                </a:rPr>
                <a:t>Force and extract to run (Instead of running it manually or waiting for it's scheduled time) and validate this in Tableau</a:t>
              </a:r>
              <a:endParaRPr lang="en-US" sz="1100">
                <a:ea typeface="Open Sauce"/>
                <a:cs typeface="Open Sauce"/>
                <a:sym typeface="Open Sauce"/>
              </a:endParaRPr>
            </a:p>
          </p:txBody>
        </p:sp>
        <p:pic>
          <p:nvPicPr>
            <p:cNvPr id="386" name="Picture 385">
              <a:extLst>
                <a:ext uri="{FF2B5EF4-FFF2-40B4-BE49-F238E27FC236}">
                  <a16:creationId xmlns:a16="http://schemas.microsoft.com/office/drawing/2014/main" id="{CF45B1FE-C285-3A19-6E30-22372667D19C}"/>
                </a:ext>
              </a:extLst>
            </p:cNvPr>
            <p:cNvPicPr>
              <a:picLocks noChangeAspect="1"/>
            </p:cNvPicPr>
            <p:nvPr/>
          </p:nvPicPr>
          <p:blipFill>
            <a:blip r:embed="rId10"/>
            <a:stretch>
              <a:fillRect/>
            </a:stretch>
          </p:blipFill>
          <p:spPr>
            <a:xfrm>
              <a:off x="2399774" y="2664213"/>
              <a:ext cx="457198" cy="457198"/>
            </a:xfrm>
            <a:prstGeom prst="rect">
              <a:avLst/>
            </a:prstGeom>
          </p:spPr>
        </p:pic>
      </p:grpSp>
      <p:grpSp>
        <p:nvGrpSpPr>
          <p:cNvPr id="10" name="Group 9">
            <a:extLst>
              <a:ext uri="{FF2B5EF4-FFF2-40B4-BE49-F238E27FC236}">
                <a16:creationId xmlns:a16="http://schemas.microsoft.com/office/drawing/2014/main" id="{8744B791-FD27-AF9F-1503-85DD37F4FD54}"/>
              </a:ext>
            </a:extLst>
          </p:cNvPr>
          <p:cNvGrpSpPr/>
          <p:nvPr/>
        </p:nvGrpSpPr>
        <p:grpSpPr>
          <a:xfrm>
            <a:off x="4370364" y="1528295"/>
            <a:ext cx="1651008" cy="2841235"/>
            <a:chOff x="3360098" y="2389942"/>
            <a:chExt cx="1651008" cy="2841235"/>
          </a:xfrm>
        </p:grpSpPr>
        <p:grpSp>
          <p:nvGrpSpPr>
            <p:cNvPr id="21" name="Group 11">
              <a:extLst>
                <a:ext uri="{FF2B5EF4-FFF2-40B4-BE49-F238E27FC236}">
                  <a16:creationId xmlns:a16="http://schemas.microsoft.com/office/drawing/2014/main" id="{E895F0C1-1377-F628-2F86-D5A1589BFA8B}"/>
                </a:ext>
              </a:extLst>
            </p:cNvPr>
            <p:cNvGrpSpPr/>
            <p:nvPr/>
          </p:nvGrpSpPr>
          <p:grpSpPr>
            <a:xfrm>
              <a:off x="3360098" y="3746395"/>
              <a:ext cx="1339703" cy="520699"/>
              <a:chOff x="0" y="-25659"/>
              <a:chExt cx="529265" cy="205708"/>
            </a:xfrm>
          </p:grpSpPr>
          <p:sp>
            <p:nvSpPr>
              <p:cNvPr id="22" name="Freeform 12">
                <a:extLst>
                  <a:ext uri="{FF2B5EF4-FFF2-40B4-BE49-F238E27FC236}">
                    <a16:creationId xmlns:a16="http://schemas.microsoft.com/office/drawing/2014/main" id="{BC7307DA-9B36-E6B1-4EEA-2B21585E68F8}"/>
                  </a:ext>
                </a:extLst>
              </p:cNvPr>
              <p:cNvSpPr/>
              <p:nvPr/>
            </p:nvSpPr>
            <p:spPr>
              <a:xfrm>
                <a:off x="0" y="-25659"/>
                <a:ext cx="529265" cy="205708"/>
              </a:xfrm>
              <a:custGeom>
                <a:avLst/>
                <a:gdLst/>
                <a:ahLst/>
                <a:cxnLst/>
                <a:rect l="l" t="t" r="r" b="b"/>
                <a:pathLst>
                  <a:path w="529265" h="154390">
                    <a:moveTo>
                      <a:pt x="77195" y="0"/>
                    </a:moveTo>
                    <a:lnTo>
                      <a:pt x="452070" y="0"/>
                    </a:lnTo>
                    <a:cubicBezTo>
                      <a:pt x="494704" y="0"/>
                      <a:pt x="529265" y="34561"/>
                      <a:pt x="529265" y="77195"/>
                    </a:cubicBezTo>
                    <a:lnTo>
                      <a:pt x="529265" y="77195"/>
                    </a:lnTo>
                    <a:cubicBezTo>
                      <a:pt x="529265" y="97669"/>
                      <a:pt x="521132" y="117303"/>
                      <a:pt x="506655" y="131780"/>
                    </a:cubicBezTo>
                    <a:cubicBezTo>
                      <a:pt x="492178" y="146257"/>
                      <a:pt x="472544" y="154390"/>
                      <a:pt x="452070" y="154390"/>
                    </a:cubicBezTo>
                    <a:lnTo>
                      <a:pt x="77195" y="154390"/>
                    </a:lnTo>
                    <a:cubicBezTo>
                      <a:pt x="34561" y="154390"/>
                      <a:pt x="0" y="119829"/>
                      <a:pt x="0" y="77195"/>
                    </a:cubicBezTo>
                    <a:lnTo>
                      <a:pt x="0" y="77195"/>
                    </a:lnTo>
                    <a:cubicBezTo>
                      <a:pt x="0" y="34561"/>
                      <a:pt x="34561" y="0"/>
                      <a:pt x="77195" y="0"/>
                    </a:cubicBezTo>
                    <a:close/>
                  </a:path>
                </a:pathLst>
              </a:custGeom>
              <a:solidFill>
                <a:srgbClr val="8334AF">
                  <a:alpha val="19608"/>
                </a:srgbClr>
              </a:solidFill>
            </p:spPr>
            <p:txBody>
              <a:bodyPr/>
              <a:lstStyle/>
              <a:p>
                <a:endParaRPr lang="en-US"/>
              </a:p>
            </p:txBody>
          </p:sp>
          <p:sp>
            <p:nvSpPr>
              <p:cNvPr id="23" name="TextBox 13">
                <a:extLst>
                  <a:ext uri="{FF2B5EF4-FFF2-40B4-BE49-F238E27FC236}">
                    <a16:creationId xmlns:a16="http://schemas.microsoft.com/office/drawing/2014/main" id="{FCC68A62-B38B-1AA8-F602-D4AC31013FC2}"/>
                  </a:ext>
                </a:extLst>
              </p:cNvPr>
              <p:cNvSpPr txBox="1"/>
              <p:nvPr/>
            </p:nvSpPr>
            <p:spPr>
              <a:xfrm>
                <a:off x="0" y="0"/>
                <a:ext cx="529265" cy="154390"/>
              </a:xfrm>
              <a:prstGeom prst="rect">
                <a:avLst/>
              </a:prstGeom>
            </p:spPr>
            <p:txBody>
              <a:bodyPr lIns="33867" tIns="33867" rIns="33867" bIns="33867" rtlCol="0" anchor="ctr"/>
              <a:lstStyle/>
              <a:p>
                <a:pPr algn="ctr">
                  <a:lnSpc>
                    <a:spcPts val="1440"/>
                  </a:lnSpc>
                </a:pPr>
                <a:endParaRPr sz="1200"/>
              </a:p>
            </p:txBody>
          </p:sp>
        </p:grpSp>
        <p:sp>
          <p:nvSpPr>
            <p:cNvPr id="24" name="Freeform 14">
              <a:extLst>
                <a:ext uri="{FF2B5EF4-FFF2-40B4-BE49-F238E27FC236}">
                  <a16:creationId xmlns:a16="http://schemas.microsoft.com/office/drawing/2014/main" id="{A39B7C4D-4338-7F67-48FF-732866818C42}"/>
                </a:ext>
              </a:extLst>
            </p:cNvPr>
            <p:cNvSpPr/>
            <p:nvPr/>
          </p:nvSpPr>
          <p:spPr>
            <a:xfrm>
              <a:off x="3527883" y="2389942"/>
              <a:ext cx="1004133" cy="1224553"/>
            </a:xfrm>
            <a:custGeom>
              <a:avLst/>
              <a:gdLst/>
              <a:ahLst/>
              <a:cxnLst/>
              <a:rect l="l" t="t" r="r" b="b"/>
              <a:pathLst>
                <a:path w="1506200" h="1836829">
                  <a:moveTo>
                    <a:pt x="0" y="0"/>
                  </a:moveTo>
                  <a:lnTo>
                    <a:pt x="1506200" y="0"/>
                  </a:lnTo>
                  <a:lnTo>
                    <a:pt x="1506200" y="1836829"/>
                  </a:lnTo>
                  <a:lnTo>
                    <a:pt x="0" y="183682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379" name="TextBox 35">
              <a:extLst>
                <a:ext uri="{FF2B5EF4-FFF2-40B4-BE49-F238E27FC236}">
                  <a16:creationId xmlns:a16="http://schemas.microsoft.com/office/drawing/2014/main" id="{6A5B4F08-EE56-462C-19D0-13E340EBB8BF}"/>
                </a:ext>
              </a:extLst>
            </p:cNvPr>
            <p:cNvSpPr txBox="1"/>
            <p:nvPr/>
          </p:nvSpPr>
          <p:spPr>
            <a:xfrm>
              <a:off x="3423606" y="3774084"/>
              <a:ext cx="1232421" cy="465320"/>
            </a:xfrm>
            <a:prstGeom prst="rect">
              <a:avLst/>
            </a:prstGeom>
          </p:spPr>
          <p:txBody>
            <a:bodyPr lIns="0" tIns="0" rIns="0" bIns="0" rtlCol="0" anchor="t">
              <a:spAutoFit/>
            </a:bodyPr>
            <a:lstStyle/>
            <a:p>
              <a:pPr algn="ctr">
                <a:lnSpc>
                  <a:spcPts val="1867"/>
                </a:lnSpc>
                <a:spcBef>
                  <a:spcPct val="0"/>
                </a:spcBef>
              </a:pPr>
              <a:r>
                <a:rPr lang="en-US" sz="1333" b="1">
                  <a:solidFill>
                    <a:srgbClr val="313131"/>
                  </a:solidFill>
                  <a:ea typeface="Eastman Grotesque Bold"/>
                  <a:cs typeface="Eastman Grotesque Bold"/>
                  <a:sym typeface="Eastman Grotesque Bold"/>
                </a:rPr>
                <a:t>Opening Workbooks</a:t>
              </a:r>
            </a:p>
          </p:txBody>
        </p:sp>
        <p:sp>
          <p:nvSpPr>
            <p:cNvPr id="380" name="TextBox 36">
              <a:extLst>
                <a:ext uri="{FF2B5EF4-FFF2-40B4-BE49-F238E27FC236}">
                  <a16:creationId xmlns:a16="http://schemas.microsoft.com/office/drawing/2014/main" id="{248F43DD-2936-EB93-6CE0-D80645FE1978}"/>
                </a:ext>
              </a:extLst>
            </p:cNvPr>
            <p:cNvSpPr txBox="1"/>
            <p:nvPr/>
          </p:nvSpPr>
          <p:spPr>
            <a:xfrm>
              <a:off x="3423606" y="4397615"/>
              <a:ext cx="1587500" cy="833562"/>
            </a:xfrm>
            <a:prstGeom prst="rect">
              <a:avLst/>
            </a:prstGeom>
          </p:spPr>
          <p:txBody>
            <a:bodyPr lIns="0" tIns="0" rIns="0" bIns="0" rtlCol="0" anchor="t">
              <a:spAutoFit/>
            </a:bodyPr>
            <a:lstStyle/>
            <a:p>
              <a:pPr>
                <a:lnSpc>
                  <a:spcPts val="1280"/>
                </a:lnSpc>
                <a:spcBef>
                  <a:spcPct val="0"/>
                </a:spcBef>
              </a:pPr>
              <a:r>
                <a:rPr lang="en-US" sz="1200">
                  <a:solidFill>
                    <a:srgbClr val="313131"/>
                  </a:solidFill>
                  <a:ea typeface="Open Sauce"/>
                  <a:cs typeface="Open Sauce"/>
                  <a:sym typeface="Open Sauce"/>
                </a:rPr>
                <a:t>Can Users actually access their workbooks? Simulates user who can open a Tableau workbook.</a:t>
              </a:r>
            </a:p>
          </p:txBody>
        </p:sp>
        <p:pic>
          <p:nvPicPr>
            <p:cNvPr id="387" name="Picture 386">
              <a:extLst>
                <a:ext uri="{FF2B5EF4-FFF2-40B4-BE49-F238E27FC236}">
                  <a16:creationId xmlns:a16="http://schemas.microsoft.com/office/drawing/2014/main" id="{C91735A3-93AE-ED85-91E4-C52E63035C7D}"/>
                </a:ext>
              </a:extLst>
            </p:cNvPr>
            <p:cNvPicPr>
              <a:picLocks noChangeAspect="1"/>
            </p:cNvPicPr>
            <p:nvPr/>
          </p:nvPicPr>
          <p:blipFill>
            <a:blip r:embed="rId13"/>
            <a:stretch>
              <a:fillRect/>
            </a:stretch>
          </p:blipFill>
          <p:spPr>
            <a:xfrm>
              <a:off x="3837277" y="2701860"/>
              <a:ext cx="397201" cy="397201"/>
            </a:xfrm>
            <a:prstGeom prst="rect">
              <a:avLst/>
            </a:prstGeom>
          </p:spPr>
        </p:pic>
      </p:grpSp>
      <p:grpSp>
        <p:nvGrpSpPr>
          <p:cNvPr id="9" name="Group 8">
            <a:extLst>
              <a:ext uri="{FF2B5EF4-FFF2-40B4-BE49-F238E27FC236}">
                <a16:creationId xmlns:a16="http://schemas.microsoft.com/office/drawing/2014/main" id="{40A26533-F491-E64C-C5E5-DD9E2FE4F5FD}"/>
              </a:ext>
            </a:extLst>
          </p:cNvPr>
          <p:cNvGrpSpPr/>
          <p:nvPr/>
        </p:nvGrpSpPr>
        <p:grpSpPr>
          <a:xfrm>
            <a:off x="6378758" y="1528295"/>
            <a:ext cx="1642646" cy="3162933"/>
            <a:chOff x="4788700" y="2389942"/>
            <a:chExt cx="1642646" cy="3162933"/>
          </a:xfrm>
        </p:grpSpPr>
        <p:grpSp>
          <p:nvGrpSpPr>
            <p:cNvPr id="25" name="Group 15">
              <a:extLst>
                <a:ext uri="{FF2B5EF4-FFF2-40B4-BE49-F238E27FC236}">
                  <a16:creationId xmlns:a16="http://schemas.microsoft.com/office/drawing/2014/main" id="{CDD4E434-5248-B592-55F6-80D4C147CAAE}"/>
                </a:ext>
              </a:extLst>
            </p:cNvPr>
            <p:cNvGrpSpPr/>
            <p:nvPr/>
          </p:nvGrpSpPr>
          <p:grpSpPr>
            <a:xfrm>
              <a:off x="4788700" y="3766840"/>
              <a:ext cx="1339703" cy="569094"/>
              <a:chOff x="0" y="-17582"/>
              <a:chExt cx="529265" cy="224827"/>
            </a:xfrm>
          </p:grpSpPr>
          <p:sp>
            <p:nvSpPr>
              <p:cNvPr id="26" name="Freeform 16">
                <a:extLst>
                  <a:ext uri="{FF2B5EF4-FFF2-40B4-BE49-F238E27FC236}">
                    <a16:creationId xmlns:a16="http://schemas.microsoft.com/office/drawing/2014/main" id="{CA463C30-94D1-E7A7-9A8B-E27675AA5AC8}"/>
                  </a:ext>
                </a:extLst>
              </p:cNvPr>
              <p:cNvSpPr/>
              <p:nvPr/>
            </p:nvSpPr>
            <p:spPr>
              <a:xfrm>
                <a:off x="0" y="-17582"/>
                <a:ext cx="529265" cy="224827"/>
              </a:xfrm>
              <a:custGeom>
                <a:avLst/>
                <a:gdLst/>
                <a:ahLst/>
                <a:cxnLst/>
                <a:rect l="l" t="t" r="r" b="b"/>
                <a:pathLst>
                  <a:path w="529265" h="154390">
                    <a:moveTo>
                      <a:pt x="77195" y="0"/>
                    </a:moveTo>
                    <a:lnTo>
                      <a:pt x="452070" y="0"/>
                    </a:lnTo>
                    <a:cubicBezTo>
                      <a:pt x="494704" y="0"/>
                      <a:pt x="529265" y="34561"/>
                      <a:pt x="529265" y="77195"/>
                    </a:cubicBezTo>
                    <a:lnTo>
                      <a:pt x="529265" y="77195"/>
                    </a:lnTo>
                    <a:cubicBezTo>
                      <a:pt x="529265" y="97669"/>
                      <a:pt x="521132" y="117303"/>
                      <a:pt x="506655" y="131780"/>
                    </a:cubicBezTo>
                    <a:cubicBezTo>
                      <a:pt x="492178" y="146257"/>
                      <a:pt x="472544" y="154390"/>
                      <a:pt x="452070" y="154390"/>
                    </a:cubicBezTo>
                    <a:lnTo>
                      <a:pt x="77195" y="154390"/>
                    </a:lnTo>
                    <a:cubicBezTo>
                      <a:pt x="34561" y="154390"/>
                      <a:pt x="0" y="119829"/>
                      <a:pt x="0" y="77195"/>
                    </a:cubicBezTo>
                    <a:lnTo>
                      <a:pt x="0" y="77195"/>
                    </a:lnTo>
                    <a:cubicBezTo>
                      <a:pt x="0" y="34561"/>
                      <a:pt x="34561" y="0"/>
                      <a:pt x="77195" y="0"/>
                    </a:cubicBezTo>
                    <a:close/>
                  </a:path>
                </a:pathLst>
              </a:custGeom>
              <a:solidFill>
                <a:srgbClr val="9A46A6">
                  <a:alpha val="19608"/>
                </a:srgbClr>
              </a:solidFill>
            </p:spPr>
            <p:txBody>
              <a:bodyPr/>
              <a:lstStyle/>
              <a:p>
                <a:endParaRPr lang="en-US"/>
              </a:p>
            </p:txBody>
          </p:sp>
          <p:sp>
            <p:nvSpPr>
              <p:cNvPr id="27" name="TextBox 17">
                <a:extLst>
                  <a:ext uri="{FF2B5EF4-FFF2-40B4-BE49-F238E27FC236}">
                    <a16:creationId xmlns:a16="http://schemas.microsoft.com/office/drawing/2014/main" id="{F6945370-D1D5-ABD1-3F02-E4A070A34E66}"/>
                  </a:ext>
                </a:extLst>
              </p:cNvPr>
              <p:cNvSpPr txBox="1"/>
              <p:nvPr/>
            </p:nvSpPr>
            <p:spPr>
              <a:xfrm>
                <a:off x="0" y="0"/>
                <a:ext cx="529265" cy="154390"/>
              </a:xfrm>
              <a:prstGeom prst="rect">
                <a:avLst/>
              </a:prstGeom>
            </p:spPr>
            <p:txBody>
              <a:bodyPr lIns="33867" tIns="33867" rIns="33867" bIns="33867" rtlCol="0" anchor="ctr"/>
              <a:lstStyle/>
              <a:p>
                <a:pPr algn="ctr">
                  <a:lnSpc>
                    <a:spcPts val="1440"/>
                  </a:lnSpc>
                </a:pPr>
                <a:endParaRPr sz="1200"/>
              </a:p>
            </p:txBody>
          </p:sp>
        </p:grpSp>
        <p:sp>
          <p:nvSpPr>
            <p:cNvPr id="28" name="Freeform 18">
              <a:extLst>
                <a:ext uri="{FF2B5EF4-FFF2-40B4-BE49-F238E27FC236}">
                  <a16:creationId xmlns:a16="http://schemas.microsoft.com/office/drawing/2014/main" id="{A0589855-96AA-D014-39BD-D0021F48EC9C}"/>
                </a:ext>
              </a:extLst>
            </p:cNvPr>
            <p:cNvSpPr/>
            <p:nvPr/>
          </p:nvSpPr>
          <p:spPr>
            <a:xfrm>
              <a:off x="4956485" y="2389942"/>
              <a:ext cx="1004133" cy="1224553"/>
            </a:xfrm>
            <a:custGeom>
              <a:avLst/>
              <a:gdLst/>
              <a:ahLst/>
              <a:cxnLst/>
              <a:rect l="l" t="t" r="r" b="b"/>
              <a:pathLst>
                <a:path w="1506200" h="1836829">
                  <a:moveTo>
                    <a:pt x="0" y="0"/>
                  </a:moveTo>
                  <a:lnTo>
                    <a:pt x="1506200" y="0"/>
                  </a:lnTo>
                  <a:lnTo>
                    <a:pt x="1506200" y="1836829"/>
                  </a:lnTo>
                  <a:lnTo>
                    <a:pt x="0" y="183682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81" name="TextBox 38">
              <a:extLst>
                <a:ext uri="{FF2B5EF4-FFF2-40B4-BE49-F238E27FC236}">
                  <a16:creationId xmlns:a16="http://schemas.microsoft.com/office/drawing/2014/main" id="{2DC4AF76-43DE-90C4-5247-6B04FAD042AF}"/>
                </a:ext>
              </a:extLst>
            </p:cNvPr>
            <p:cNvSpPr txBox="1"/>
            <p:nvPr/>
          </p:nvSpPr>
          <p:spPr>
            <a:xfrm>
              <a:off x="4843846" y="3822664"/>
              <a:ext cx="1232421" cy="461473"/>
            </a:xfrm>
            <a:prstGeom prst="rect">
              <a:avLst/>
            </a:prstGeom>
          </p:spPr>
          <p:txBody>
            <a:bodyPr lIns="0" tIns="0" rIns="0" bIns="0" rtlCol="0" anchor="t">
              <a:spAutoFit/>
            </a:bodyPr>
            <a:lstStyle/>
            <a:p>
              <a:pPr algn="ctr">
                <a:lnSpc>
                  <a:spcPts val="1867"/>
                </a:lnSpc>
                <a:spcBef>
                  <a:spcPct val="0"/>
                </a:spcBef>
              </a:pPr>
              <a:r>
                <a:rPr lang="en-US" sz="1200" b="1">
                  <a:solidFill>
                    <a:srgbClr val="313131"/>
                  </a:solidFill>
                  <a:ea typeface="Eastman Grotesque Bold"/>
                  <a:cs typeface="Eastman Grotesque Bold"/>
                  <a:sym typeface="Eastman Grotesque Bold"/>
                </a:rPr>
                <a:t>Validate the User Experience</a:t>
              </a:r>
            </a:p>
          </p:txBody>
        </p:sp>
        <p:sp>
          <p:nvSpPr>
            <p:cNvPr id="382" name="TextBox 39">
              <a:extLst>
                <a:ext uri="{FF2B5EF4-FFF2-40B4-BE49-F238E27FC236}">
                  <a16:creationId xmlns:a16="http://schemas.microsoft.com/office/drawing/2014/main" id="{EA918F40-AA90-5248-9BA4-00387400EDB2}"/>
                </a:ext>
              </a:extLst>
            </p:cNvPr>
            <p:cNvSpPr txBox="1"/>
            <p:nvPr/>
          </p:nvSpPr>
          <p:spPr>
            <a:xfrm>
              <a:off x="4843846" y="4444879"/>
              <a:ext cx="1587500" cy="1107996"/>
            </a:xfrm>
            <a:prstGeom prst="rect">
              <a:avLst/>
            </a:prstGeom>
          </p:spPr>
          <p:txBody>
            <a:bodyPr lIns="0" tIns="0" rIns="0" bIns="0" rtlCol="0" anchor="t">
              <a:spAutoFit/>
            </a:bodyPr>
            <a:lstStyle/>
            <a:p>
              <a:r>
                <a:rPr lang="en-US" sz="1200">
                  <a:ea typeface="Arial"/>
                  <a:cs typeface="Arial"/>
                  <a:sym typeface="Arial"/>
                </a:rPr>
                <a:t>make sure that dashboards open and refresh at least as fast </a:t>
              </a:r>
              <a:endParaRPr lang="en-US" sz="1200"/>
            </a:p>
            <a:p>
              <a:pPr lvl="0"/>
              <a:r>
                <a:rPr lang="en-US" sz="1200">
                  <a:ea typeface="Arial"/>
                  <a:cs typeface="Arial"/>
                  <a:sym typeface="Arial"/>
                </a:rPr>
                <a:t>as before, and navigation is working as expected.</a:t>
              </a:r>
              <a:endParaRPr lang="en-US" sz="1200">
                <a:ea typeface="Arial"/>
                <a:cs typeface="Arial"/>
              </a:endParaRPr>
            </a:p>
          </p:txBody>
        </p:sp>
        <p:pic>
          <p:nvPicPr>
            <p:cNvPr id="388" name="Picture 387">
              <a:extLst>
                <a:ext uri="{FF2B5EF4-FFF2-40B4-BE49-F238E27FC236}">
                  <a16:creationId xmlns:a16="http://schemas.microsoft.com/office/drawing/2014/main" id="{3E31BDC7-0113-6F1D-BB9D-5918E8AB390E}"/>
                </a:ext>
              </a:extLst>
            </p:cNvPr>
            <p:cNvPicPr>
              <a:picLocks noChangeAspect="1"/>
            </p:cNvPicPr>
            <p:nvPr/>
          </p:nvPicPr>
          <p:blipFill>
            <a:blip r:embed="rId16"/>
            <a:stretch>
              <a:fillRect/>
            </a:stretch>
          </p:blipFill>
          <p:spPr>
            <a:xfrm>
              <a:off x="5223324" y="2709856"/>
              <a:ext cx="411556" cy="411556"/>
            </a:xfrm>
            <a:prstGeom prst="rect">
              <a:avLst/>
            </a:prstGeom>
          </p:spPr>
        </p:pic>
      </p:grpSp>
      <p:grpSp>
        <p:nvGrpSpPr>
          <p:cNvPr id="8" name="Group 7">
            <a:extLst>
              <a:ext uri="{FF2B5EF4-FFF2-40B4-BE49-F238E27FC236}">
                <a16:creationId xmlns:a16="http://schemas.microsoft.com/office/drawing/2014/main" id="{3546B9AE-2144-545E-30D2-1EF7C38A6907}"/>
              </a:ext>
            </a:extLst>
          </p:cNvPr>
          <p:cNvGrpSpPr/>
          <p:nvPr/>
        </p:nvGrpSpPr>
        <p:grpSpPr>
          <a:xfrm>
            <a:off x="8279870" y="1528295"/>
            <a:ext cx="1614500" cy="3039940"/>
            <a:chOff x="6142401" y="2389942"/>
            <a:chExt cx="1614500" cy="3039940"/>
          </a:xfrm>
        </p:grpSpPr>
        <p:grpSp>
          <p:nvGrpSpPr>
            <p:cNvPr id="29" name="Group 19">
              <a:extLst>
                <a:ext uri="{FF2B5EF4-FFF2-40B4-BE49-F238E27FC236}">
                  <a16:creationId xmlns:a16="http://schemas.microsoft.com/office/drawing/2014/main" id="{55A5F87A-B1CC-742D-7781-F46FA0EB95A8}"/>
                </a:ext>
              </a:extLst>
            </p:cNvPr>
            <p:cNvGrpSpPr/>
            <p:nvPr/>
          </p:nvGrpSpPr>
          <p:grpSpPr>
            <a:xfrm>
              <a:off x="6142401" y="3760689"/>
              <a:ext cx="1482296" cy="581398"/>
              <a:chOff x="-29591" y="-20012"/>
              <a:chExt cx="585598" cy="229688"/>
            </a:xfrm>
          </p:grpSpPr>
          <p:sp>
            <p:nvSpPr>
              <p:cNvPr id="30" name="Freeform 20">
                <a:extLst>
                  <a:ext uri="{FF2B5EF4-FFF2-40B4-BE49-F238E27FC236}">
                    <a16:creationId xmlns:a16="http://schemas.microsoft.com/office/drawing/2014/main" id="{19A7D50F-1F5C-1513-A3B5-44318585D60C}"/>
                  </a:ext>
                </a:extLst>
              </p:cNvPr>
              <p:cNvSpPr/>
              <p:nvPr/>
            </p:nvSpPr>
            <p:spPr>
              <a:xfrm>
                <a:off x="-29591" y="-20012"/>
                <a:ext cx="585598" cy="229688"/>
              </a:xfrm>
              <a:custGeom>
                <a:avLst/>
                <a:gdLst/>
                <a:ahLst/>
                <a:cxnLst/>
                <a:rect l="l" t="t" r="r" b="b"/>
                <a:pathLst>
                  <a:path w="529265" h="154390">
                    <a:moveTo>
                      <a:pt x="77195" y="0"/>
                    </a:moveTo>
                    <a:lnTo>
                      <a:pt x="452070" y="0"/>
                    </a:lnTo>
                    <a:cubicBezTo>
                      <a:pt x="494704" y="0"/>
                      <a:pt x="529265" y="34561"/>
                      <a:pt x="529265" y="77195"/>
                    </a:cubicBezTo>
                    <a:lnTo>
                      <a:pt x="529265" y="77195"/>
                    </a:lnTo>
                    <a:cubicBezTo>
                      <a:pt x="529265" y="97669"/>
                      <a:pt x="521132" y="117303"/>
                      <a:pt x="506655" y="131780"/>
                    </a:cubicBezTo>
                    <a:cubicBezTo>
                      <a:pt x="492178" y="146257"/>
                      <a:pt x="472544" y="154390"/>
                      <a:pt x="452070" y="154390"/>
                    </a:cubicBezTo>
                    <a:lnTo>
                      <a:pt x="77195" y="154390"/>
                    </a:lnTo>
                    <a:cubicBezTo>
                      <a:pt x="34561" y="154390"/>
                      <a:pt x="0" y="119829"/>
                      <a:pt x="0" y="77195"/>
                    </a:cubicBezTo>
                    <a:lnTo>
                      <a:pt x="0" y="77195"/>
                    </a:lnTo>
                    <a:cubicBezTo>
                      <a:pt x="0" y="34561"/>
                      <a:pt x="34561" y="0"/>
                      <a:pt x="77195" y="0"/>
                    </a:cubicBezTo>
                    <a:close/>
                  </a:path>
                </a:pathLst>
              </a:custGeom>
              <a:solidFill>
                <a:srgbClr val="C96A96">
                  <a:alpha val="19608"/>
                </a:srgbClr>
              </a:solidFill>
            </p:spPr>
            <p:txBody>
              <a:bodyPr/>
              <a:lstStyle/>
              <a:p>
                <a:endParaRPr lang="en-US"/>
              </a:p>
            </p:txBody>
          </p:sp>
          <p:sp>
            <p:nvSpPr>
              <p:cNvPr id="31" name="TextBox 21">
                <a:extLst>
                  <a:ext uri="{FF2B5EF4-FFF2-40B4-BE49-F238E27FC236}">
                    <a16:creationId xmlns:a16="http://schemas.microsoft.com/office/drawing/2014/main" id="{A864CF8C-C3EC-6FBC-94ED-22B049D840FD}"/>
                  </a:ext>
                </a:extLst>
              </p:cNvPr>
              <p:cNvSpPr txBox="1"/>
              <p:nvPr/>
            </p:nvSpPr>
            <p:spPr>
              <a:xfrm>
                <a:off x="0" y="0"/>
                <a:ext cx="529265" cy="154390"/>
              </a:xfrm>
              <a:prstGeom prst="rect">
                <a:avLst/>
              </a:prstGeom>
            </p:spPr>
            <p:txBody>
              <a:bodyPr lIns="33867" tIns="33867" rIns="33867" bIns="33867" rtlCol="0" anchor="ctr"/>
              <a:lstStyle/>
              <a:p>
                <a:pPr algn="ctr">
                  <a:lnSpc>
                    <a:spcPts val="1440"/>
                  </a:lnSpc>
                </a:pPr>
                <a:endParaRPr sz="1200"/>
              </a:p>
            </p:txBody>
          </p:sp>
        </p:grpSp>
        <p:sp>
          <p:nvSpPr>
            <p:cNvPr id="352" name="Freeform 22">
              <a:extLst>
                <a:ext uri="{FF2B5EF4-FFF2-40B4-BE49-F238E27FC236}">
                  <a16:creationId xmlns:a16="http://schemas.microsoft.com/office/drawing/2014/main" id="{70349532-6649-B6EF-1D02-AA07CE9A83E6}"/>
                </a:ext>
              </a:extLst>
            </p:cNvPr>
            <p:cNvSpPr/>
            <p:nvPr/>
          </p:nvSpPr>
          <p:spPr>
            <a:xfrm>
              <a:off x="6385088" y="2389942"/>
              <a:ext cx="1004133" cy="1224553"/>
            </a:xfrm>
            <a:custGeom>
              <a:avLst/>
              <a:gdLst/>
              <a:ahLst/>
              <a:cxnLst/>
              <a:rect l="l" t="t" r="r" b="b"/>
              <a:pathLst>
                <a:path w="1506200" h="1836829">
                  <a:moveTo>
                    <a:pt x="0" y="0"/>
                  </a:moveTo>
                  <a:lnTo>
                    <a:pt x="1506200" y="0"/>
                  </a:lnTo>
                  <a:lnTo>
                    <a:pt x="1506200" y="1836829"/>
                  </a:lnTo>
                  <a:lnTo>
                    <a:pt x="0" y="183682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sp>
          <p:nvSpPr>
            <p:cNvPr id="383" name="TextBox 41">
              <a:extLst>
                <a:ext uri="{FF2B5EF4-FFF2-40B4-BE49-F238E27FC236}">
                  <a16:creationId xmlns:a16="http://schemas.microsoft.com/office/drawing/2014/main" id="{C7EE0F74-FA2A-526F-D37A-3CB2CB2BA7BE}"/>
                </a:ext>
              </a:extLst>
            </p:cNvPr>
            <p:cNvSpPr txBox="1"/>
            <p:nvPr/>
          </p:nvSpPr>
          <p:spPr>
            <a:xfrm>
              <a:off x="6152925" y="3792723"/>
              <a:ext cx="1494905" cy="458523"/>
            </a:xfrm>
            <a:prstGeom prst="rect">
              <a:avLst/>
            </a:prstGeom>
          </p:spPr>
          <p:txBody>
            <a:bodyPr wrap="square" lIns="0" tIns="0" rIns="0" bIns="0" rtlCol="0" anchor="t">
              <a:spAutoFit/>
            </a:bodyPr>
            <a:lstStyle/>
            <a:p>
              <a:pPr algn="ctr">
                <a:lnSpc>
                  <a:spcPts val="1867"/>
                </a:lnSpc>
                <a:spcBef>
                  <a:spcPct val="0"/>
                </a:spcBef>
              </a:pPr>
              <a:r>
                <a:rPr lang="en-US" sz="1100" b="1">
                  <a:solidFill>
                    <a:srgbClr val="313131"/>
                  </a:solidFill>
                  <a:ea typeface="Eastman Grotesque Bold"/>
                  <a:cs typeface="Eastman Grotesque Bold"/>
                  <a:sym typeface="Eastman Grotesque Bold"/>
                </a:rPr>
                <a:t>Workbooks Display the same Information</a:t>
              </a:r>
            </a:p>
          </p:txBody>
        </p:sp>
        <p:sp>
          <p:nvSpPr>
            <p:cNvPr id="384" name="TextBox 42">
              <a:extLst>
                <a:ext uri="{FF2B5EF4-FFF2-40B4-BE49-F238E27FC236}">
                  <a16:creationId xmlns:a16="http://schemas.microsoft.com/office/drawing/2014/main" id="{390DB349-A2DF-5AF6-AC0F-F0F217DCAA0E}"/>
                </a:ext>
              </a:extLst>
            </p:cNvPr>
            <p:cNvSpPr txBox="1"/>
            <p:nvPr/>
          </p:nvSpPr>
          <p:spPr>
            <a:xfrm>
              <a:off x="6169401" y="4429608"/>
              <a:ext cx="1587500" cy="1000274"/>
            </a:xfrm>
            <a:prstGeom prst="rect">
              <a:avLst/>
            </a:prstGeom>
          </p:spPr>
          <p:txBody>
            <a:bodyPr lIns="0" tIns="0" rIns="0" bIns="0" rtlCol="0" anchor="t">
              <a:spAutoFit/>
            </a:bodyPr>
            <a:lstStyle/>
            <a:p>
              <a:pPr>
                <a:lnSpc>
                  <a:spcPts val="1280"/>
                </a:lnSpc>
                <a:spcBef>
                  <a:spcPct val="0"/>
                </a:spcBef>
              </a:pPr>
              <a:r>
                <a:rPr lang="en" sz="1200">
                  <a:ea typeface="Arial"/>
                  <a:cs typeface="Arial"/>
                  <a:sym typeface="Arial"/>
                </a:rPr>
                <a:t>Regressions are one of the highest risks in Analytics. Compare two versions of a set of dashboards across environments.</a:t>
              </a:r>
              <a:endParaRPr lang="en-US" sz="1100">
                <a:ea typeface="Open Sauce"/>
                <a:cs typeface="Open Sauce"/>
                <a:sym typeface="Open Sauce"/>
              </a:endParaRPr>
            </a:p>
          </p:txBody>
        </p:sp>
        <p:pic>
          <p:nvPicPr>
            <p:cNvPr id="389" name="Picture 388">
              <a:extLst>
                <a:ext uri="{FF2B5EF4-FFF2-40B4-BE49-F238E27FC236}">
                  <a16:creationId xmlns:a16="http://schemas.microsoft.com/office/drawing/2014/main" id="{64B107C8-06D4-7BCD-0994-E6071769DA2C}"/>
                </a:ext>
              </a:extLst>
            </p:cNvPr>
            <p:cNvPicPr>
              <a:picLocks noChangeAspect="1"/>
            </p:cNvPicPr>
            <p:nvPr/>
          </p:nvPicPr>
          <p:blipFill>
            <a:blip r:embed="rId19"/>
            <a:stretch>
              <a:fillRect/>
            </a:stretch>
          </p:blipFill>
          <p:spPr>
            <a:xfrm>
              <a:off x="6608089" y="2653371"/>
              <a:ext cx="504433" cy="504433"/>
            </a:xfrm>
            <a:prstGeom prst="rect">
              <a:avLst/>
            </a:prstGeom>
          </p:spPr>
        </p:pic>
      </p:grpSp>
      <p:grpSp>
        <p:nvGrpSpPr>
          <p:cNvPr id="2" name="Group 1">
            <a:extLst>
              <a:ext uri="{FF2B5EF4-FFF2-40B4-BE49-F238E27FC236}">
                <a16:creationId xmlns:a16="http://schemas.microsoft.com/office/drawing/2014/main" id="{F8E6B6BF-36F5-744A-05A1-56E689043CED}"/>
              </a:ext>
            </a:extLst>
          </p:cNvPr>
          <p:cNvGrpSpPr/>
          <p:nvPr/>
        </p:nvGrpSpPr>
        <p:grpSpPr>
          <a:xfrm>
            <a:off x="10288265" y="1478877"/>
            <a:ext cx="1650918" cy="2844850"/>
            <a:chOff x="7582488" y="2389942"/>
            <a:chExt cx="1650918" cy="2844850"/>
          </a:xfrm>
        </p:grpSpPr>
        <p:grpSp>
          <p:nvGrpSpPr>
            <p:cNvPr id="353" name="Group 24">
              <a:extLst>
                <a:ext uri="{FF2B5EF4-FFF2-40B4-BE49-F238E27FC236}">
                  <a16:creationId xmlns:a16="http://schemas.microsoft.com/office/drawing/2014/main" id="{9FADB1B9-68D7-3C13-8204-6B21A5288AC3}"/>
                </a:ext>
              </a:extLst>
            </p:cNvPr>
            <p:cNvGrpSpPr/>
            <p:nvPr/>
          </p:nvGrpSpPr>
          <p:grpSpPr>
            <a:xfrm>
              <a:off x="7582488" y="3811344"/>
              <a:ext cx="1403121" cy="563209"/>
              <a:chOff x="-25054" y="0"/>
              <a:chExt cx="554319" cy="222502"/>
            </a:xfrm>
          </p:grpSpPr>
          <p:sp>
            <p:nvSpPr>
              <p:cNvPr id="390" name="Freeform 25">
                <a:extLst>
                  <a:ext uri="{FF2B5EF4-FFF2-40B4-BE49-F238E27FC236}">
                    <a16:creationId xmlns:a16="http://schemas.microsoft.com/office/drawing/2014/main" id="{6301E6E1-2D95-FE2F-7F9A-F1B1294E7E9B}"/>
                  </a:ext>
                </a:extLst>
              </p:cNvPr>
              <p:cNvSpPr/>
              <p:nvPr/>
            </p:nvSpPr>
            <p:spPr>
              <a:xfrm>
                <a:off x="-25054" y="0"/>
                <a:ext cx="554319" cy="222502"/>
              </a:xfrm>
              <a:custGeom>
                <a:avLst/>
                <a:gdLst/>
                <a:ahLst/>
                <a:cxnLst/>
                <a:rect l="l" t="t" r="r" b="b"/>
                <a:pathLst>
                  <a:path w="529265" h="154390">
                    <a:moveTo>
                      <a:pt x="77195" y="0"/>
                    </a:moveTo>
                    <a:lnTo>
                      <a:pt x="452070" y="0"/>
                    </a:lnTo>
                    <a:cubicBezTo>
                      <a:pt x="494704" y="0"/>
                      <a:pt x="529265" y="34561"/>
                      <a:pt x="529265" y="77195"/>
                    </a:cubicBezTo>
                    <a:lnTo>
                      <a:pt x="529265" y="77195"/>
                    </a:lnTo>
                    <a:cubicBezTo>
                      <a:pt x="529265" y="97669"/>
                      <a:pt x="521132" y="117303"/>
                      <a:pt x="506655" y="131780"/>
                    </a:cubicBezTo>
                    <a:cubicBezTo>
                      <a:pt x="492178" y="146257"/>
                      <a:pt x="472544" y="154390"/>
                      <a:pt x="452070" y="154390"/>
                    </a:cubicBezTo>
                    <a:lnTo>
                      <a:pt x="77195" y="154390"/>
                    </a:lnTo>
                    <a:cubicBezTo>
                      <a:pt x="34561" y="154390"/>
                      <a:pt x="0" y="119829"/>
                      <a:pt x="0" y="77195"/>
                    </a:cubicBezTo>
                    <a:lnTo>
                      <a:pt x="0" y="77195"/>
                    </a:lnTo>
                    <a:cubicBezTo>
                      <a:pt x="0" y="34561"/>
                      <a:pt x="34561" y="0"/>
                      <a:pt x="77195" y="0"/>
                    </a:cubicBezTo>
                    <a:close/>
                  </a:path>
                </a:pathLst>
              </a:custGeom>
              <a:solidFill>
                <a:srgbClr val="F78E85">
                  <a:alpha val="19608"/>
                </a:srgbClr>
              </a:solidFill>
            </p:spPr>
            <p:txBody>
              <a:bodyPr/>
              <a:lstStyle/>
              <a:p>
                <a:endParaRPr lang="en-US"/>
              </a:p>
            </p:txBody>
          </p:sp>
          <p:sp>
            <p:nvSpPr>
              <p:cNvPr id="391" name="TextBox 26">
                <a:extLst>
                  <a:ext uri="{FF2B5EF4-FFF2-40B4-BE49-F238E27FC236}">
                    <a16:creationId xmlns:a16="http://schemas.microsoft.com/office/drawing/2014/main" id="{E56BB244-92AF-70A3-CBF8-8C02CC5379F7}"/>
                  </a:ext>
                </a:extLst>
              </p:cNvPr>
              <p:cNvSpPr txBox="1"/>
              <p:nvPr/>
            </p:nvSpPr>
            <p:spPr>
              <a:xfrm>
                <a:off x="0" y="0"/>
                <a:ext cx="529265" cy="154390"/>
              </a:xfrm>
              <a:prstGeom prst="rect">
                <a:avLst/>
              </a:prstGeom>
            </p:spPr>
            <p:txBody>
              <a:bodyPr lIns="33867" tIns="33867" rIns="33867" bIns="33867" rtlCol="0" anchor="ctr"/>
              <a:lstStyle/>
              <a:p>
                <a:pPr algn="ctr">
                  <a:lnSpc>
                    <a:spcPts val="1440"/>
                  </a:lnSpc>
                </a:pPr>
                <a:endParaRPr sz="1200"/>
              </a:p>
            </p:txBody>
          </p:sp>
        </p:grpSp>
        <p:sp>
          <p:nvSpPr>
            <p:cNvPr id="392" name="Freeform 27">
              <a:extLst>
                <a:ext uri="{FF2B5EF4-FFF2-40B4-BE49-F238E27FC236}">
                  <a16:creationId xmlns:a16="http://schemas.microsoft.com/office/drawing/2014/main" id="{3A0917EF-0244-FA05-797F-D5C8AE4BC819}"/>
                </a:ext>
              </a:extLst>
            </p:cNvPr>
            <p:cNvSpPr/>
            <p:nvPr/>
          </p:nvSpPr>
          <p:spPr>
            <a:xfrm>
              <a:off x="7813691" y="2389942"/>
              <a:ext cx="1004133" cy="1224553"/>
            </a:xfrm>
            <a:custGeom>
              <a:avLst/>
              <a:gdLst/>
              <a:ahLst/>
              <a:cxnLst/>
              <a:rect l="l" t="t" r="r" b="b"/>
              <a:pathLst>
                <a:path w="1506200" h="1836829">
                  <a:moveTo>
                    <a:pt x="0" y="0"/>
                  </a:moveTo>
                  <a:lnTo>
                    <a:pt x="1506200" y="0"/>
                  </a:lnTo>
                  <a:lnTo>
                    <a:pt x="1506200" y="1836829"/>
                  </a:lnTo>
                  <a:lnTo>
                    <a:pt x="0" y="1836829"/>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402" name="TextBox 29">
              <a:extLst>
                <a:ext uri="{FF2B5EF4-FFF2-40B4-BE49-F238E27FC236}">
                  <a16:creationId xmlns:a16="http://schemas.microsoft.com/office/drawing/2014/main" id="{6A856126-2750-2376-94F3-266367362CC0}"/>
                </a:ext>
              </a:extLst>
            </p:cNvPr>
            <p:cNvSpPr txBox="1"/>
            <p:nvPr/>
          </p:nvSpPr>
          <p:spPr>
            <a:xfrm>
              <a:off x="7651599" y="3849139"/>
              <a:ext cx="1232421" cy="507831"/>
            </a:xfrm>
            <a:prstGeom prst="rect">
              <a:avLst/>
            </a:prstGeom>
          </p:spPr>
          <p:txBody>
            <a:bodyPr lIns="0" tIns="0" rIns="0" bIns="0" rtlCol="0" anchor="t">
              <a:spAutoFit/>
            </a:bodyPr>
            <a:lstStyle/>
            <a:p>
              <a:pPr algn="ctr">
                <a:spcBef>
                  <a:spcPct val="0"/>
                </a:spcBef>
              </a:pPr>
              <a:r>
                <a:rPr lang="en-US" sz="1100" b="1">
                  <a:solidFill>
                    <a:srgbClr val="313131"/>
                  </a:solidFill>
                  <a:ea typeface="Eastman Grotesque Bold"/>
                  <a:cs typeface="Eastman Grotesque Bold"/>
                  <a:sym typeface="Eastman Grotesque Bold"/>
                </a:rPr>
                <a:t>Publishing Workbooks and Data Sources</a:t>
              </a:r>
            </a:p>
          </p:txBody>
        </p:sp>
        <p:sp>
          <p:nvSpPr>
            <p:cNvPr id="403" name="TextBox 30">
              <a:extLst>
                <a:ext uri="{FF2B5EF4-FFF2-40B4-BE49-F238E27FC236}">
                  <a16:creationId xmlns:a16="http://schemas.microsoft.com/office/drawing/2014/main" id="{0B1C563B-99D2-B780-54A5-0C957E8C336D}"/>
                </a:ext>
              </a:extLst>
            </p:cNvPr>
            <p:cNvSpPr txBox="1"/>
            <p:nvPr/>
          </p:nvSpPr>
          <p:spPr>
            <a:xfrm>
              <a:off x="7645906" y="4496128"/>
              <a:ext cx="1587500" cy="738664"/>
            </a:xfrm>
            <a:prstGeom prst="rect">
              <a:avLst/>
            </a:prstGeom>
          </p:spPr>
          <p:txBody>
            <a:bodyPr lIns="0" tIns="0" rIns="0" bIns="0" rtlCol="0" anchor="t">
              <a:spAutoFit/>
            </a:bodyPr>
            <a:lstStyle/>
            <a:p>
              <a:pPr lvl="0"/>
              <a:r>
                <a:rPr lang="en-US" sz="1200">
                  <a:ea typeface="Arial"/>
                  <a:cs typeface="Arial"/>
                  <a:sym typeface="Arial"/>
                </a:rPr>
                <a:t>Make sure users can continue to publish workbooks and data sources.</a:t>
              </a:r>
            </a:p>
          </p:txBody>
        </p:sp>
        <p:pic>
          <p:nvPicPr>
            <p:cNvPr id="407" name="Picture 406">
              <a:extLst>
                <a:ext uri="{FF2B5EF4-FFF2-40B4-BE49-F238E27FC236}">
                  <a16:creationId xmlns:a16="http://schemas.microsoft.com/office/drawing/2014/main" id="{3C870177-131E-D516-2703-7D7532856434}"/>
                </a:ext>
              </a:extLst>
            </p:cNvPr>
            <p:cNvPicPr>
              <a:picLocks noChangeAspect="1"/>
            </p:cNvPicPr>
            <p:nvPr/>
          </p:nvPicPr>
          <p:blipFill>
            <a:blip r:embed="rId22"/>
            <a:stretch>
              <a:fillRect/>
            </a:stretch>
          </p:blipFill>
          <p:spPr>
            <a:xfrm>
              <a:off x="8059012" y="2673738"/>
              <a:ext cx="434848" cy="434848"/>
            </a:xfrm>
            <a:prstGeom prst="rect">
              <a:avLst/>
            </a:prstGeom>
          </p:spPr>
        </p:pic>
      </p:grpSp>
      <p:pic>
        <p:nvPicPr>
          <p:cNvPr id="4" name="Picture 3">
            <a:extLst>
              <a:ext uri="{FF2B5EF4-FFF2-40B4-BE49-F238E27FC236}">
                <a16:creationId xmlns:a16="http://schemas.microsoft.com/office/drawing/2014/main" id="{BDE72F40-17EE-0C00-EAD9-72B7CAC7D4B7}"/>
              </a:ext>
            </a:extLst>
          </p:cNvPr>
          <p:cNvPicPr>
            <a:picLocks noChangeAspect="1"/>
          </p:cNvPicPr>
          <p:nvPr/>
        </p:nvPicPr>
        <p:blipFill>
          <a:blip r:embed="rId23"/>
          <a:stretch>
            <a:fillRect/>
          </a:stretch>
        </p:blipFill>
        <p:spPr>
          <a:xfrm>
            <a:off x="-8513" y="6493947"/>
            <a:ext cx="12192000" cy="368922"/>
          </a:xfrm>
          <a:prstGeom prst="rect">
            <a:avLst/>
          </a:prstGeom>
        </p:spPr>
      </p:pic>
    </p:spTree>
    <p:extLst>
      <p:ext uri="{BB962C8B-B14F-4D97-AF65-F5344CB8AC3E}">
        <p14:creationId xmlns:p14="http://schemas.microsoft.com/office/powerpoint/2010/main" val="81876750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50E08A-A14F-83F3-8680-1114DE934330}"/>
              </a:ext>
            </a:extLst>
          </p:cNvPr>
          <p:cNvSpPr>
            <a:spLocks noGrp="1"/>
          </p:cNvSpPr>
          <p:nvPr>
            <p:ph type="body" sz="quarter" idx="10"/>
          </p:nvPr>
        </p:nvSpPr>
        <p:spPr>
          <a:xfrm>
            <a:off x="245137" y="732932"/>
            <a:ext cx="2984446" cy="861774"/>
          </a:xfrm>
        </p:spPr>
        <p:txBody>
          <a:bodyPr/>
          <a:lstStyle/>
          <a:p>
            <a:r>
              <a:rPr lang="en-US"/>
              <a:t>High-level </a:t>
            </a:r>
          </a:p>
          <a:p>
            <a:r>
              <a:rPr lang="en-US"/>
              <a:t>Project Plan</a:t>
            </a:r>
            <a:endParaRPr lang="en-IN"/>
          </a:p>
        </p:txBody>
      </p:sp>
      <p:graphicFrame>
        <p:nvGraphicFramePr>
          <p:cNvPr id="4" name="Object 3">
            <a:extLst>
              <a:ext uri="{FF2B5EF4-FFF2-40B4-BE49-F238E27FC236}">
                <a16:creationId xmlns:a16="http://schemas.microsoft.com/office/drawing/2014/main" id="{AA6866FC-8056-034A-22F8-381133C99E52}"/>
              </a:ext>
            </a:extLst>
          </p:cNvPr>
          <p:cNvGraphicFramePr>
            <a:graphicFrameLocks noChangeAspect="1"/>
          </p:cNvGraphicFramePr>
          <p:nvPr>
            <p:extLst>
              <p:ext uri="{D42A27DB-BD31-4B8C-83A1-F6EECF244321}">
                <p14:modId xmlns:p14="http://schemas.microsoft.com/office/powerpoint/2010/main" val="2718455013"/>
              </p:ext>
            </p:extLst>
          </p:nvPr>
        </p:nvGraphicFramePr>
        <p:xfrm>
          <a:off x="2948495" y="83640"/>
          <a:ext cx="8004850" cy="6377346"/>
        </p:xfrm>
        <a:graphic>
          <a:graphicData uri="http://schemas.openxmlformats.org/presentationml/2006/ole">
            <mc:AlternateContent xmlns:mc="http://schemas.openxmlformats.org/markup-compatibility/2006">
              <mc:Choice xmlns:v="urn:schemas-microsoft-com:vml" Requires="v">
                <p:oleObj name="Worksheet" r:id="rId2" imgW="11010678" imgH="8772328" progId="Excel.Sheet.12">
                  <p:embed/>
                </p:oleObj>
              </mc:Choice>
              <mc:Fallback>
                <p:oleObj name="Worksheet" r:id="rId2" imgW="11010678" imgH="8772328" progId="Excel.Sheet.12">
                  <p:embed/>
                  <p:pic>
                    <p:nvPicPr>
                      <p:cNvPr id="4" name="Object 3">
                        <a:extLst>
                          <a:ext uri="{FF2B5EF4-FFF2-40B4-BE49-F238E27FC236}">
                            <a16:creationId xmlns:a16="http://schemas.microsoft.com/office/drawing/2014/main" id="{AA6866FC-8056-034A-22F8-381133C99E52}"/>
                          </a:ext>
                        </a:extLst>
                      </p:cNvPr>
                      <p:cNvPicPr/>
                      <p:nvPr/>
                    </p:nvPicPr>
                    <p:blipFill>
                      <a:blip r:embed="rId3"/>
                      <a:stretch>
                        <a:fillRect/>
                      </a:stretch>
                    </p:blipFill>
                    <p:spPr>
                      <a:xfrm>
                        <a:off x="2948495" y="83640"/>
                        <a:ext cx="8004850" cy="6377346"/>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16013BB2-9851-4F5B-9FBB-DB24B8699BBC}"/>
              </a:ext>
            </a:extLst>
          </p:cNvPr>
          <p:cNvPicPr>
            <a:picLocks noChangeAspect="1"/>
          </p:cNvPicPr>
          <p:nvPr/>
        </p:nvPicPr>
        <p:blipFill>
          <a:blip r:embed="rId4"/>
          <a:stretch>
            <a:fillRect/>
          </a:stretch>
        </p:blipFill>
        <p:spPr>
          <a:xfrm>
            <a:off x="0" y="6479476"/>
            <a:ext cx="12192000" cy="378524"/>
          </a:xfrm>
          <a:prstGeom prst="rect">
            <a:avLst/>
          </a:prstGeom>
        </p:spPr>
      </p:pic>
    </p:spTree>
    <p:extLst>
      <p:ext uri="{BB962C8B-B14F-4D97-AF65-F5344CB8AC3E}">
        <p14:creationId xmlns:p14="http://schemas.microsoft.com/office/powerpoint/2010/main" val="248988212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4" name="Google Shape;819;p10">
            <a:extLst>
              <a:ext uri="{FF2B5EF4-FFF2-40B4-BE49-F238E27FC236}">
                <a16:creationId xmlns:a16="http://schemas.microsoft.com/office/drawing/2014/main" id="{8BB39A7A-44AC-697C-EBCB-1FC587E3DC6C}"/>
              </a:ext>
            </a:extLst>
          </p:cNvPr>
          <p:cNvGrpSpPr/>
          <p:nvPr/>
        </p:nvGrpSpPr>
        <p:grpSpPr>
          <a:xfrm>
            <a:off x="911870" y="783792"/>
            <a:ext cx="10361766" cy="4944274"/>
            <a:chOff x="596559" y="993998"/>
            <a:chExt cx="8137078" cy="3639241"/>
          </a:xfrm>
        </p:grpSpPr>
        <p:sp>
          <p:nvSpPr>
            <p:cNvPr id="35" name="Google Shape;820;p10">
              <a:extLst>
                <a:ext uri="{FF2B5EF4-FFF2-40B4-BE49-F238E27FC236}">
                  <a16:creationId xmlns:a16="http://schemas.microsoft.com/office/drawing/2014/main" id="{AB245B65-7211-FC92-C949-A14977F042AE}"/>
                </a:ext>
              </a:extLst>
            </p:cNvPr>
            <p:cNvSpPr/>
            <p:nvPr/>
          </p:nvSpPr>
          <p:spPr>
            <a:xfrm>
              <a:off x="5061158" y="1121344"/>
              <a:ext cx="3665219" cy="693420"/>
            </a:xfrm>
            <a:prstGeom prst="roundRect">
              <a:avLst>
                <a:gd name="adj" fmla="val 16667"/>
              </a:avLst>
            </a:prstGeom>
            <a:solidFill>
              <a:schemeClr val="accent1"/>
            </a:solidFill>
            <a:ln w="25400" cap="flat" cmpd="sng">
              <a:solidFill>
                <a:srgbClr val="56062C"/>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r>
                <a:rPr lang="en" sz="1400" b="0" i="0" u="sng" strike="noStrike" cap="none">
                  <a:solidFill>
                    <a:schemeClr val="lt1"/>
                  </a:solidFill>
                  <a:latin typeface="Arial"/>
                  <a:ea typeface="Arial"/>
                  <a:cs typeface="Arial"/>
                  <a:sym typeface="Arial"/>
                </a:rPr>
                <a:t>Data Connection</a:t>
              </a:r>
              <a:endParaRPr>
                <a:solidFill>
                  <a:schemeClr val="lt1"/>
                </a:solidFill>
              </a:endParaRPr>
            </a:p>
            <a:p>
              <a:pPr marL="57150" indent="228600" algn="ctr"/>
              <a:r>
                <a:rPr lang="en" sz="900">
                  <a:solidFill>
                    <a:schemeClr val="lt1"/>
                  </a:solidFill>
                </a:rPr>
                <a:t> </a:t>
              </a:r>
              <a:r>
                <a:rPr lang="en" sz="1200">
                  <a:solidFill>
                    <a:schemeClr val="lt1"/>
                  </a:solidFill>
                </a:rPr>
                <a:t> </a:t>
              </a:r>
              <a:r>
                <a:rPr lang="en" sz="1200" b="0" i="0" u="none" strike="noStrike" cap="none">
                  <a:solidFill>
                    <a:schemeClr val="lt1"/>
                  </a:solidFill>
                  <a:latin typeface="Arial"/>
                  <a:ea typeface="Arial"/>
                  <a:cs typeface="Arial"/>
                  <a:sym typeface="Arial"/>
                </a:rPr>
                <a:t>Confirm that the data connections to Snowflake or any other data source remain intact after the migration. Validate dependencies between workbooks and data sources</a:t>
              </a:r>
              <a:endParaRPr sz="1200" b="0" i="0" u="none" strike="noStrike" cap="none">
                <a:solidFill>
                  <a:schemeClr val="lt1"/>
                </a:solidFill>
                <a:latin typeface="Arial"/>
                <a:ea typeface="Arial"/>
                <a:cs typeface="Arial"/>
              </a:endParaRPr>
            </a:p>
          </p:txBody>
        </p:sp>
        <p:sp>
          <p:nvSpPr>
            <p:cNvPr id="36" name="Google Shape;821;p10">
              <a:extLst>
                <a:ext uri="{FF2B5EF4-FFF2-40B4-BE49-F238E27FC236}">
                  <a16:creationId xmlns:a16="http://schemas.microsoft.com/office/drawing/2014/main" id="{AF456E60-2C3B-D693-C2C4-AAF549A67D7C}"/>
                </a:ext>
              </a:extLst>
            </p:cNvPr>
            <p:cNvSpPr/>
            <p:nvPr/>
          </p:nvSpPr>
          <p:spPr>
            <a:xfrm>
              <a:off x="596559" y="1691574"/>
              <a:ext cx="3665219" cy="693420"/>
            </a:xfrm>
            <a:prstGeom prst="roundRect">
              <a:avLst>
                <a:gd name="adj" fmla="val 16667"/>
              </a:avLst>
            </a:prstGeom>
            <a:solidFill>
              <a:schemeClr val="accent1"/>
            </a:solidFill>
            <a:ln w="25400" cap="flat" cmpd="sng">
              <a:solidFill>
                <a:srgbClr val="56062C"/>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r>
                <a:rPr lang="en" sz="1400" b="0" i="0" u="sng" strike="noStrike" cap="none">
                  <a:solidFill>
                    <a:schemeClr val="lt1"/>
                  </a:solidFill>
                  <a:latin typeface="Arial"/>
                  <a:ea typeface="Arial"/>
                  <a:cs typeface="Arial"/>
                  <a:sym typeface="Arial"/>
                </a:rPr>
                <a:t>Refreshing Data Extracts</a:t>
              </a:r>
              <a:endParaRPr>
                <a:solidFill>
                  <a:schemeClr val="lt1"/>
                </a:solidFill>
              </a:endParaRPr>
            </a:p>
            <a:p>
              <a:pPr marL="0" marR="0" lvl="0" indent="0" algn="ctr" rtl="0">
                <a:lnSpc>
                  <a:spcPct val="100000"/>
                </a:lnSpc>
                <a:spcBef>
                  <a:spcPts val="0"/>
                </a:spcBef>
                <a:spcAft>
                  <a:spcPts val="0"/>
                </a:spcAft>
                <a:buNone/>
              </a:pPr>
              <a:r>
                <a:rPr lang="en" sz="1200" b="0" i="0" u="none" strike="noStrike" cap="none">
                  <a:solidFill>
                    <a:schemeClr val="lt1"/>
                  </a:solidFill>
                  <a:latin typeface="Arial"/>
                  <a:ea typeface="Arial"/>
                  <a:cs typeface="Arial"/>
                  <a:sym typeface="Arial"/>
                </a:rPr>
                <a:t>    Force and extract to run (Instead of running it manually or waiting for it's scheduled time) and validate this in Tableau</a:t>
              </a:r>
              <a:endParaRPr sz="1200" b="0" i="0" u="none" strike="noStrike" cap="none">
                <a:solidFill>
                  <a:schemeClr val="lt1"/>
                </a:solidFill>
                <a:latin typeface="Arial"/>
                <a:ea typeface="Arial"/>
                <a:cs typeface="Arial"/>
              </a:endParaRPr>
            </a:p>
          </p:txBody>
        </p:sp>
        <p:sp>
          <p:nvSpPr>
            <p:cNvPr id="37" name="Google Shape;822;p10">
              <a:extLst>
                <a:ext uri="{FF2B5EF4-FFF2-40B4-BE49-F238E27FC236}">
                  <a16:creationId xmlns:a16="http://schemas.microsoft.com/office/drawing/2014/main" id="{BC1BECD4-703F-5E22-C0CF-ACD4DA2097B4}"/>
                </a:ext>
              </a:extLst>
            </p:cNvPr>
            <p:cNvSpPr/>
            <p:nvPr/>
          </p:nvSpPr>
          <p:spPr>
            <a:xfrm>
              <a:off x="5068777" y="3322289"/>
              <a:ext cx="3649979" cy="693420"/>
            </a:xfrm>
            <a:prstGeom prst="roundRect">
              <a:avLst>
                <a:gd name="adj" fmla="val 16667"/>
              </a:avLst>
            </a:prstGeom>
            <a:solidFill>
              <a:schemeClr val="accent1"/>
            </a:solidFill>
            <a:ln w="25400" cap="flat" cmpd="sng">
              <a:solidFill>
                <a:srgbClr val="56062C"/>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r>
                <a:rPr lang="en" sz="1400" b="0" i="0" u="sng" strike="noStrike" cap="none">
                  <a:solidFill>
                    <a:schemeClr val="lt1"/>
                  </a:solidFill>
                  <a:latin typeface="Arial"/>
                  <a:ea typeface="Arial"/>
                  <a:cs typeface="Arial"/>
                  <a:sym typeface="Arial"/>
                </a:rPr>
                <a:t> Workbooks Display the same Information</a:t>
              </a:r>
              <a:endParaRPr>
                <a:solidFill>
                  <a:schemeClr val="lt1"/>
                </a:solidFill>
              </a:endParaRPr>
            </a:p>
            <a:p>
              <a:pPr marL="0" marR="0" lvl="0" indent="0" algn="ctr" rtl="0">
                <a:lnSpc>
                  <a:spcPct val="100000"/>
                </a:lnSpc>
                <a:spcBef>
                  <a:spcPts val="0"/>
                </a:spcBef>
                <a:spcAft>
                  <a:spcPts val="0"/>
                </a:spcAft>
                <a:buNone/>
              </a:pPr>
              <a:r>
                <a:rPr lang="en" sz="1200" b="0" i="0" u="none" strike="noStrike" cap="none">
                  <a:solidFill>
                    <a:schemeClr val="lt1"/>
                  </a:solidFill>
                  <a:latin typeface="Arial"/>
                  <a:ea typeface="Arial"/>
                  <a:cs typeface="Arial"/>
                  <a:sym typeface="Arial"/>
                </a:rPr>
                <a:t> Regressions are one of the highest risks in Analytics. Compare two versions of a set of dashboards across environments.</a:t>
              </a:r>
              <a:endParaRPr sz="1200" b="0" i="0" u="none" strike="noStrike" cap="none">
                <a:solidFill>
                  <a:schemeClr val="lt1"/>
                </a:solidFill>
                <a:latin typeface="Arial"/>
                <a:ea typeface="Arial"/>
                <a:cs typeface="Arial"/>
              </a:endParaRPr>
            </a:p>
          </p:txBody>
        </p:sp>
        <p:sp>
          <p:nvSpPr>
            <p:cNvPr id="38" name="Google Shape;823;p10">
              <a:extLst>
                <a:ext uri="{FF2B5EF4-FFF2-40B4-BE49-F238E27FC236}">
                  <a16:creationId xmlns:a16="http://schemas.microsoft.com/office/drawing/2014/main" id="{D1374CEA-49AD-DFE8-1CF4-9872B05B0F81}"/>
                </a:ext>
              </a:extLst>
            </p:cNvPr>
            <p:cNvSpPr/>
            <p:nvPr/>
          </p:nvSpPr>
          <p:spPr>
            <a:xfrm>
              <a:off x="5068419" y="2186609"/>
              <a:ext cx="3665218" cy="693420"/>
            </a:xfrm>
            <a:prstGeom prst="roundRect">
              <a:avLst>
                <a:gd name="adj" fmla="val 16667"/>
              </a:avLst>
            </a:prstGeom>
            <a:solidFill>
              <a:schemeClr val="accent1"/>
            </a:solidFill>
            <a:ln w="25400" cap="flat" cmpd="sng">
              <a:solidFill>
                <a:srgbClr val="56062C"/>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r>
                <a:rPr lang="en" sz="1400" b="0" i="0" u="sng" strike="noStrike" cap="none">
                  <a:solidFill>
                    <a:schemeClr val="lt1"/>
                  </a:solidFill>
                  <a:latin typeface="Arial"/>
                  <a:ea typeface="Arial"/>
                  <a:cs typeface="Arial"/>
                  <a:sym typeface="Arial"/>
                </a:rPr>
                <a:t>Opening Workbooks</a:t>
              </a:r>
              <a:endParaRPr>
                <a:solidFill>
                  <a:schemeClr val="lt1"/>
                </a:solidFill>
              </a:endParaRPr>
            </a:p>
            <a:p>
              <a:pPr marL="57150" marR="0" lvl="0" indent="0" algn="ctr" rtl="0">
                <a:lnSpc>
                  <a:spcPct val="100000"/>
                </a:lnSpc>
                <a:spcBef>
                  <a:spcPts val="0"/>
                </a:spcBef>
                <a:spcAft>
                  <a:spcPts val="0"/>
                </a:spcAft>
                <a:buNone/>
              </a:pPr>
              <a:r>
                <a:rPr lang="en" sz="1200" b="0" i="0" u="none" strike="noStrike" cap="none">
                  <a:solidFill>
                    <a:schemeClr val="lt1"/>
                  </a:solidFill>
                  <a:latin typeface="Arial"/>
                  <a:ea typeface="Arial"/>
                  <a:cs typeface="Arial"/>
                  <a:sym typeface="Arial"/>
                </a:rPr>
                <a:t>Can Users actually access their workbooks? Simulates user who can open a Tableau workbook.</a:t>
              </a:r>
              <a:endParaRPr sz="1200" b="0" i="0" u="none" strike="noStrike" cap="none">
                <a:solidFill>
                  <a:schemeClr val="lt1"/>
                </a:solidFill>
                <a:latin typeface="Arial"/>
                <a:ea typeface="Arial"/>
                <a:cs typeface="Arial"/>
              </a:endParaRPr>
            </a:p>
          </p:txBody>
        </p:sp>
        <p:sp>
          <p:nvSpPr>
            <p:cNvPr id="39" name="Google Shape;824;p10">
              <a:extLst>
                <a:ext uri="{FF2B5EF4-FFF2-40B4-BE49-F238E27FC236}">
                  <a16:creationId xmlns:a16="http://schemas.microsoft.com/office/drawing/2014/main" id="{71A68C0E-569D-0C8A-4AFF-719C4B9882B9}"/>
                </a:ext>
              </a:extLst>
            </p:cNvPr>
            <p:cNvSpPr/>
            <p:nvPr/>
          </p:nvSpPr>
          <p:spPr>
            <a:xfrm>
              <a:off x="611441" y="2772980"/>
              <a:ext cx="3650338" cy="693420"/>
            </a:xfrm>
            <a:prstGeom prst="roundRect">
              <a:avLst>
                <a:gd name="adj" fmla="val 16667"/>
              </a:avLst>
            </a:prstGeom>
            <a:solidFill>
              <a:schemeClr val="accent1"/>
            </a:solidFill>
            <a:ln w="25400" cap="flat" cmpd="sng">
              <a:solidFill>
                <a:srgbClr val="56062C"/>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r>
                <a:rPr lang="en" sz="1400" b="0" i="0" u="sng" strike="noStrike" cap="none">
                  <a:solidFill>
                    <a:schemeClr val="lt1"/>
                  </a:solidFill>
                  <a:latin typeface="Arial"/>
                  <a:ea typeface="Arial"/>
                  <a:cs typeface="Arial"/>
                  <a:sym typeface="Arial"/>
                </a:rPr>
                <a:t>Validate the User Experience</a:t>
              </a:r>
              <a:endParaRPr>
                <a:solidFill>
                  <a:schemeClr val="lt1"/>
                </a:solidFill>
              </a:endParaRPr>
            </a:p>
            <a:p>
              <a:pPr algn="ctr"/>
              <a:r>
                <a:rPr lang="en" sz="1200" b="0" i="0" u="none" strike="noStrike" cap="none">
                  <a:solidFill>
                    <a:schemeClr val="lt1"/>
                  </a:solidFill>
                  <a:latin typeface="Arial"/>
                  <a:ea typeface="Arial"/>
                  <a:cs typeface="Arial"/>
                  <a:sym typeface="Arial"/>
                </a:rPr>
                <a:t>make sure that dashboards open and refresh at least as fast </a:t>
              </a:r>
              <a:endParaRPr lang="en" sz="1200">
                <a:solidFill>
                  <a:schemeClr val="lt1"/>
                </a:solidFill>
              </a:endParaRPr>
            </a:p>
            <a:p>
              <a:pPr marL="0" marR="0" lvl="0" indent="0" algn="ctr">
                <a:lnSpc>
                  <a:spcPct val="100000"/>
                </a:lnSpc>
                <a:spcBef>
                  <a:spcPts val="0"/>
                </a:spcBef>
                <a:spcAft>
                  <a:spcPts val="0"/>
                </a:spcAft>
                <a:buNone/>
              </a:pPr>
              <a:r>
                <a:rPr lang="en" sz="1200" b="0" i="0" u="none" strike="noStrike" cap="none">
                  <a:solidFill>
                    <a:schemeClr val="lt1"/>
                  </a:solidFill>
                  <a:latin typeface="Arial"/>
                  <a:ea typeface="Arial"/>
                  <a:cs typeface="Arial"/>
                  <a:sym typeface="Arial"/>
                </a:rPr>
                <a:t>as before, and navigation is working as expected.</a:t>
              </a:r>
              <a:endParaRPr sz="1200" b="0" i="0" u="none" strike="noStrike" cap="none">
                <a:solidFill>
                  <a:schemeClr val="lt1"/>
                </a:solidFill>
                <a:latin typeface="Arial"/>
                <a:ea typeface="Arial"/>
                <a:cs typeface="Arial"/>
              </a:endParaRPr>
            </a:p>
          </p:txBody>
        </p:sp>
        <p:sp>
          <p:nvSpPr>
            <p:cNvPr id="40" name="Google Shape;825;p10">
              <a:extLst>
                <a:ext uri="{FF2B5EF4-FFF2-40B4-BE49-F238E27FC236}">
                  <a16:creationId xmlns:a16="http://schemas.microsoft.com/office/drawing/2014/main" id="{03D63535-AB2E-E38F-7A17-5B7E05036969}"/>
                </a:ext>
              </a:extLst>
            </p:cNvPr>
            <p:cNvSpPr/>
            <p:nvPr/>
          </p:nvSpPr>
          <p:spPr>
            <a:xfrm>
              <a:off x="611799" y="3905820"/>
              <a:ext cx="3649979" cy="693420"/>
            </a:xfrm>
            <a:prstGeom prst="roundRect">
              <a:avLst>
                <a:gd name="adj" fmla="val 16667"/>
              </a:avLst>
            </a:prstGeom>
            <a:solidFill>
              <a:schemeClr val="accent1"/>
            </a:solidFill>
            <a:ln w="25400" cap="flat" cmpd="sng">
              <a:solidFill>
                <a:srgbClr val="56062C"/>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r>
                <a:rPr lang="en" sz="1400" b="0" i="0" u="sng" strike="noStrike" cap="none">
                  <a:solidFill>
                    <a:schemeClr val="lt1"/>
                  </a:solidFill>
                  <a:latin typeface="Arial"/>
                  <a:ea typeface="Arial"/>
                  <a:cs typeface="Arial"/>
                  <a:sym typeface="Arial"/>
                </a:rPr>
                <a:t>Publishing Workbooks and Data Sources</a:t>
              </a:r>
              <a:endParaRPr>
                <a:solidFill>
                  <a:schemeClr val="lt1"/>
                </a:solidFill>
              </a:endParaRPr>
            </a:p>
            <a:p>
              <a:pPr marL="0" marR="0" lvl="0" indent="0" algn="ctr" rtl="0">
                <a:lnSpc>
                  <a:spcPct val="100000"/>
                </a:lnSpc>
                <a:spcBef>
                  <a:spcPts val="0"/>
                </a:spcBef>
                <a:spcAft>
                  <a:spcPts val="0"/>
                </a:spcAft>
                <a:buNone/>
              </a:pPr>
              <a:r>
                <a:rPr lang="en" sz="1200" b="0" i="0" u="none" strike="noStrike" cap="none">
                  <a:solidFill>
                    <a:schemeClr val="lt1"/>
                  </a:solidFill>
                  <a:latin typeface="Arial"/>
                  <a:ea typeface="Arial"/>
                  <a:cs typeface="Arial"/>
                  <a:sym typeface="Arial"/>
                </a:rPr>
                <a:t>Make sure users can continue to publish workbooks and data sources.</a:t>
              </a:r>
              <a:endParaRPr sz="1200" b="0" i="0" u="none" strike="noStrike" cap="none">
                <a:solidFill>
                  <a:schemeClr val="lt1"/>
                </a:solidFill>
                <a:latin typeface="Arial"/>
                <a:ea typeface="Arial"/>
                <a:cs typeface="Arial"/>
                <a:sym typeface="Arial"/>
              </a:endParaRPr>
            </a:p>
          </p:txBody>
        </p:sp>
        <p:sp>
          <p:nvSpPr>
            <p:cNvPr id="41" name="Google Shape;826;p10">
              <a:extLst>
                <a:ext uri="{FF2B5EF4-FFF2-40B4-BE49-F238E27FC236}">
                  <a16:creationId xmlns:a16="http://schemas.microsoft.com/office/drawing/2014/main" id="{433885FC-A7DB-E202-CE5F-D1FA501CF25C}"/>
                </a:ext>
              </a:extLst>
            </p:cNvPr>
            <p:cNvSpPr/>
            <p:nvPr/>
          </p:nvSpPr>
          <p:spPr>
            <a:xfrm>
              <a:off x="4779579" y="1221039"/>
              <a:ext cx="313500" cy="502850"/>
            </a:xfrm>
            <a:prstGeom prst="flowChartConnector">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2" name="Google Shape;827;p10">
              <a:extLst>
                <a:ext uri="{FF2B5EF4-FFF2-40B4-BE49-F238E27FC236}">
                  <a16:creationId xmlns:a16="http://schemas.microsoft.com/office/drawing/2014/main" id="{3B55C3DA-1080-FB6C-BF41-55D9365C1E24}"/>
                </a:ext>
              </a:extLst>
            </p:cNvPr>
            <p:cNvSpPr/>
            <p:nvPr/>
          </p:nvSpPr>
          <p:spPr>
            <a:xfrm>
              <a:off x="4237477" y="1822384"/>
              <a:ext cx="313500" cy="390490"/>
            </a:xfrm>
            <a:prstGeom prst="flowChartConnector">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3" name="Google Shape;828;p10">
              <a:extLst>
                <a:ext uri="{FF2B5EF4-FFF2-40B4-BE49-F238E27FC236}">
                  <a16:creationId xmlns:a16="http://schemas.microsoft.com/office/drawing/2014/main" id="{AC2EAE43-AC80-B3D6-CB74-C8EA57A13FB6}"/>
                </a:ext>
              </a:extLst>
            </p:cNvPr>
            <p:cNvSpPr/>
            <p:nvPr/>
          </p:nvSpPr>
          <p:spPr>
            <a:xfrm>
              <a:off x="4787920" y="2365749"/>
              <a:ext cx="313500" cy="390490"/>
            </a:xfrm>
            <a:prstGeom prst="flowChartConnector">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4" name="Google Shape;829;p10">
              <a:extLst>
                <a:ext uri="{FF2B5EF4-FFF2-40B4-BE49-F238E27FC236}">
                  <a16:creationId xmlns:a16="http://schemas.microsoft.com/office/drawing/2014/main" id="{7029F4E4-689A-E714-3579-7E74597B8BEA}"/>
                </a:ext>
              </a:extLst>
            </p:cNvPr>
            <p:cNvSpPr/>
            <p:nvPr/>
          </p:nvSpPr>
          <p:spPr>
            <a:xfrm>
              <a:off x="4237477" y="2924445"/>
              <a:ext cx="313500" cy="390490"/>
            </a:xfrm>
            <a:prstGeom prst="flowChartConnector">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5" name="Google Shape;830;p10">
              <a:extLst>
                <a:ext uri="{FF2B5EF4-FFF2-40B4-BE49-F238E27FC236}">
                  <a16:creationId xmlns:a16="http://schemas.microsoft.com/office/drawing/2014/main" id="{16074781-FE11-F788-516D-EF8E2205F11B}"/>
                </a:ext>
              </a:extLst>
            </p:cNvPr>
            <p:cNvSpPr/>
            <p:nvPr/>
          </p:nvSpPr>
          <p:spPr>
            <a:xfrm>
              <a:off x="4785758" y="3481640"/>
              <a:ext cx="313500" cy="390490"/>
            </a:xfrm>
            <a:prstGeom prst="flowChartConnector">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46" name="Google Shape;831;p10">
              <a:extLst>
                <a:ext uri="{FF2B5EF4-FFF2-40B4-BE49-F238E27FC236}">
                  <a16:creationId xmlns:a16="http://schemas.microsoft.com/office/drawing/2014/main" id="{D958105C-3A1D-A933-9365-11C6ACA20E25}"/>
                </a:ext>
              </a:extLst>
            </p:cNvPr>
            <p:cNvSpPr/>
            <p:nvPr/>
          </p:nvSpPr>
          <p:spPr>
            <a:xfrm>
              <a:off x="4246538" y="4026804"/>
              <a:ext cx="313500" cy="390490"/>
            </a:xfrm>
            <a:prstGeom prst="flowChartConnector">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grpSp>
          <p:nvGrpSpPr>
            <p:cNvPr id="47" name="Google Shape;832;p10">
              <a:extLst>
                <a:ext uri="{FF2B5EF4-FFF2-40B4-BE49-F238E27FC236}">
                  <a16:creationId xmlns:a16="http://schemas.microsoft.com/office/drawing/2014/main" id="{FD4F2E7C-ADA8-4FED-6BD2-BF414F7D7E07}"/>
                </a:ext>
              </a:extLst>
            </p:cNvPr>
            <p:cNvGrpSpPr/>
            <p:nvPr/>
          </p:nvGrpSpPr>
          <p:grpSpPr>
            <a:xfrm>
              <a:off x="4053887" y="993998"/>
              <a:ext cx="1222420" cy="3639241"/>
              <a:chOff x="4053887" y="993998"/>
              <a:chExt cx="1222420" cy="3639241"/>
            </a:xfrm>
          </p:grpSpPr>
          <p:sp>
            <p:nvSpPr>
              <p:cNvPr id="48" name="Google Shape;833;p10">
                <a:extLst>
                  <a:ext uri="{FF2B5EF4-FFF2-40B4-BE49-F238E27FC236}">
                    <a16:creationId xmlns:a16="http://schemas.microsoft.com/office/drawing/2014/main" id="{4670BAE8-39F8-A499-E38A-98542E6938CC}"/>
                  </a:ext>
                </a:extLst>
              </p:cNvPr>
              <p:cNvSpPr/>
              <p:nvPr/>
            </p:nvSpPr>
            <p:spPr>
              <a:xfrm>
                <a:off x="4319654" y="993998"/>
                <a:ext cx="956653" cy="956756"/>
              </a:xfrm>
              <a:custGeom>
                <a:avLst/>
                <a:gdLst/>
                <a:ahLst/>
                <a:cxnLst/>
                <a:rect l="l" t="t" r="r" b="b"/>
                <a:pathLst>
                  <a:path w="120000" h="120000" extrusionOk="0">
                    <a:moveTo>
                      <a:pt x="8412" y="60000"/>
                    </a:moveTo>
                    <a:lnTo>
                      <a:pt x="8412" y="60000"/>
                    </a:lnTo>
                    <a:cubicBezTo>
                      <a:pt x="8412" y="32962"/>
                      <a:pt x="29287" y="10511"/>
                      <a:pt x="56253" y="8547"/>
                    </a:cubicBezTo>
                    <a:cubicBezTo>
                      <a:pt x="83219" y="6584"/>
                      <a:pt x="107127" y="25773"/>
                      <a:pt x="111044" y="52526"/>
                    </a:cubicBezTo>
                    <a:cubicBezTo>
                      <a:pt x="114961" y="79279"/>
                      <a:pt x="97558" y="104517"/>
                      <a:pt x="71161" y="110367"/>
                    </a:cubicBezTo>
                    <a:lnTo>
                      <a:pt x="70592" y="118429"/>
                    </a:lnTo>
                    <a:lnTo>
                      <a:pt x="56830" y="104890"/>
                    </a:lnTo>
                    <a:lnTo>
                      <a:pt x="72705" y="88507"/>
                    </a:lnTo>
                    <a:lnTo>
                      <a:pt x="72144" y="96444"/>
                    </a:lnTo>
                    <a:cubicBezTo>
                      <a:pt x="90761" y="90239"/>
                      <a:pt x="101708" y="71000"/>
                      <a:pt x="97532" y="51825"/>
                    </a:cubicBezTo>
                    <a:cubicBezTo>
                      <a:pt x="93356" y="32650"/>
                      <a:pt x="75400" y="19706"/>
                      <a:pt x="55889" y="21806"/>
                    </a:cubicBezTo>
                    <a:cubicBezTo>
                      <a:pt x="36379" y="23907"/>
                      <a:pt x="21588" y="40376"/>
                      <a:pt x="21588" y="60000"/>
                    </a:cubicBezTo>
                    <a:close/>
                  </a:path>
                </a:pathLst>
              </a:custGeom>
              <a:solidFill>
                <a:srgbClr val="CE0C6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49" name="Google Shape;834;p10">
                <a:extLst>
                  <a:ext uri="{FF2B5EF4-FFF2-40B4-BE49-F238E27FC236}">
                    <a16:creationId xmlns:a16="http://schemas.microsoft.com/office/drawing/2014/main" id="{AC3A2D7C-8D45-932E-DA5F-B114F2CB5445}"/>
                  </a:ext>
                </a:extLst>
              </p:cNvPr>
              <p:cNvSpPr/>
              <p:nvPr/>
            </p:nvSpPr>
            <p:spPr>
              <a:xfrm>
                <a:off x="4530868" y="1340454"/>
                <a:ext cx="533866" cy="26675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0" name="Google Shape;835;p10">
                <a:extLst>
                  <a:ext uri="{FF2B5EF4-FFF2-40B4-BE49-F238E27FC236}">
                    <a16:creationId xmlns:a16="http://schemas.microsoft.com/office/drawing/2014/main" id="{FC5EA666-A1EC-7178-1FDD-F44A42BF3E74}"/>
                  </a:ext>
                </a:extLst>
              </p:cNvPr>
              <p:cNvSpPr txBox="1"/>
              <p:nvPr/>
            </p:nvSpPr>
            <p:spPr>
              <a:xfrm>
                <a:off x="4530868" y="1340454"/>
                <a:ext cx="533866" cy="266756"/>
              </a:xfrm>
              <a:prstGeom prst="rect">
                <a:avLst/>
              </a:prstGeom>
              <a:noFill/>
              <a:ln>
                <a:noFill/>
              </a:ln>
            </p:spPr>
            <p:txBody>
              <a:bodyPr spcFirstLastPara="1" wrap="square" lIns="11425" tIns="11425" rIns="11425" bIns="1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9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1</a:t>
                </a:r>
                <a:endParaRPr/>
              </a:p>
            </p:txBody>
          </p:sp>
          <p:sp>
            <p:nvSpPr>
              <p:cNvPr id="51" name="Google Shape;836;p10">
                <a:extLst>
                  <a:ext uri="{FF2B5EF4-FFF2-40B4-BE49-F238E27FC236}">
                    <a16:creationId xmlns:a16="http://schemas.microsoft.com/office/drawing/2014/main" id="{1A3D2C6D-14FA-A2BC-7762-144F2F65C086}"/>
                  </a:ext>
                </a:extLst>
              </p:cNvPr>
              <p:cNvSpPr/>
              <p:nvPr/>
            </p:nvSpPr>
            <p:spPr>
              <a:xfrm>
                <a:off x="4053887" y="1543887"/>
                <a:ext cx="956653" cy="956756"/>
              </a:xfrm>
              <a:custGeom>
                <a:avLst/>
                <a:gdLst/>
                <a:ahLst/>
                <a:cxnLst/>
                <a:rect l="l" t="t" r="r" b="b"/>
                <a:pathLst>
                  <a:path w="120000" h="120000" extrusionOk="0">
                    <a:moveTo>
                      <a:pt x="96481" y="23523"/>
                    </a:moveTo>
                    <a:lnTo>
                      <a:pt x="87164" y="32839"/>
                    </a:lnTo>
                    <a:cubicBezTo>
                      <a:pt x="75944" y="21617"/>
                      <a:pt x="58979" y="18449"/>
                      <a:pt x="44466" y="24867"/>
                    </a:cubicBezTo>
                    <a:cubicBezTo>
                      <a:pt x="29954" y="31284"/>
                      <a:pt x="20880" y="45966"/>
                      <a:pt x="21631" y="61817"/>
                    </a:cubicBezTo>
                    <a:cubicBezTo>
                      <a:pt x="22382" y="77668"/>
                      <a:pt x="32801" y="91427"/>
                      <a:pt x="47856" y="96444"/>
                    </a:cubicBezTo>
                    <a:lnTo>
                      <a:pt x="47295" y="88507"/>
                    </a:lnTo>
                    <a:lnTo>
                      <a:pt x="63170" y="104890"/>
                    </a:lnTo>
                    <a:lnTo>
                      <a:pt x="49408" y="118429"/>
                    </a:lnTo>
                    <a:lnTo>
                      <a:pt x="48839" y="110367"/>
                    </a:lnTo>
                    <a:cubicBezTo>
                      <a:pt x="27395" y="105615"/>
                      <a:pt x="11312" y="87807"/>
                      <a:pt x="8761" y="65991"/>
                    </a:cubicBezTo>
                    <a:cubicBezTo>
                      <a:pt x="6210" y="44176"/>
                      <a:pt x="17752" y="23137"/>
                      <a:pt x="37521" y="13566"/>
                    </a:cubicBezTo>
                    <a:cubicBezTo>
                      <a:pt x="57290" y="3996"/>
                      <a:pt x="80951" y="7991"/>
                      <a:pt x="96481" y="23523"/>
                    </a:cubicBezTo>
                    <a:close/>
                  </a:path>
                </a:pathLst>
              </a:custGeom>
              <a:solidFill>
                <a:srgbClr val="CE0C6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2" name="Google Shape;837;p10">
                <a:extLst>
                  <a:ext uri="{FF2B5EF4-FFF2-40B4-BE49-F238E27FC236}">
                    <a16:creationId xmlns:a16="http://schemas.microsoft.com/office/drawing/2014/main" id="{E758ADEE-40A8-EB7B-0462-A038AC91B211}"/>
                  </a:ext>
                </a:extLst>
              </p:cNvPr>
              <p:cNvSpPr/>
              <p:nvPr/>
            </p:nvSpPr>
            <p:spPr>
              <a:xfrm>
                <a:off x="4264025" y="1891435"/>
                <a:ext cx="533866" cy="26675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3" name="Google Shape;838;p10">
                <a:extLst>
                  <a:ext uri="{FF2B5EF4-FFF2-40B4-BE49-F238E27FC236}">
                    <a16:creationId xmlns:a16="http://schemas.microsoft.com/office/drawing/2014/main" id="{F12C108E-6D44-E1D1-BD1E-E43C5CB2B866}"/>
                  </a:ext>
                </a:extLst>
              </p:cNvPr>
              <p:cNvSpPr txBox="1"/>
              <p:nvPr/>
            </p:nvSpPr>
            <p:spPr>
              <a:xfrm>
                <a:off x="4264025" y="1891435"/>
                <a:ext cx="533866" cy="266756"/>
              </a:xfrm>
              <a:prstGeom prst="rect">
                <a:avLst/>
              </a:prstGeom>
              <a:noFill/>
              <a:ln>
                <a:noFill/>
              </a:ln>
            </p:spPr>
            <p:txBody>
              <a:bodyPr spcFirstLastPara="1" wrap="square" lIns="11425" tIns="11425" rIns="11425" bIns="1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9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2</a:t>
                </a:r>
                <a:endParaRPr/>
              </a:p>
            </p:txBody>
          </p:sp>
          <p:sp>
            <p:nvSpPr>
              <p:cNvPr id="54" name="Google Shape;839;p10">
                <a:extLst>
                  <a:ext uri="{FF2B5EF4-FFF2-40B4-BE49-F238E27FC236}">
                    <a16:creationId xmlns:a16="http://schemas.microsoft.com/office/drawing/2014/main" id="{9E539940-FB35-8C51-5847-4CB849857AA5}"/>
                  </a:ext>
                </a:extLst>
              </p:cNvPr>
              <p:cNvSpPr/>
              <p:nvPr/>
            </p:nvSpPr>
            <p:spPr>
              <a:xfrm>
                <a:off x="4319654" y="2095596"/>
                <a:ext cx="956653" cy="956756"/>
              </a:xfrm>
              <a:custGeom>
                <a:avLst/>
                <a:gdLst/>
                <a:ahLst/>
                <a:cxnLst/>
                <a:rect l="l" t="t" r="r" b="b"/>
                <a:pathLst>
                  <a:path w="120000" h="120000" extrusionOk="0">
                    <a:moveTo>
                      <a:pt x="23519" y="23523"/>
                    </a:moveTo>
                    <a:lnTo>
                      <a:pt x="23519" y="23523"/>
                    </a:lnTo>
                    <a:cubicBezTo>
                      <a:pt x="39049" y="7991"/>
                      <a:pt x="62710" y="3996"/>
                      <a:pt x="82479" y="13566"/>
                    </a:cubicBezTo>
                    <a:cubicBezTo>
                      <a:pt x="102248" y="23137"/>
                      <a:pt x="113790" y="44176"/>
                      <a:pt x="111239" y="65991"/>
                    </a:cubicBezTo>
                    <a:cubicBezTo>
                      <a:pt x="108688" y="87807"/>
                      <a:pt x="92605" y="105615"/>
                      <a:pt x="71161" y="110367"/>
                    </a:cubicBezTo>
                    <a:lnTo>
                      <a:pt x="70592" y="118429"/>
                    </a:lnTo>
                    <a:lnTo>
                      <a:pt x="56830" y="104890"/>
                    </a:lnTo>
                    <a:lnTo>
                      <a:pt x="72705" y="88507"/>
                    </a:lnTo>
                    <a:lnTo>
                      <a:pt x="72144" y="96444"/>
                    </a:lnTo>
                    <a:cubicBezTo>
                      <a:pt x="87199" y="91427"/>
                      <a:pt x="97618" y="77668"/>
                      <a:pt x="98369" y="61817"/>
                    </a:cubicBezTo>
                    <a:cubicBezTo>
                      <a:pt x="99120" y="45966"/>
                      <a:pt x="90046" y="31284"/>
                      <a:pt x="75534" y="24867"/>
                    </a:cubicBezTo>
                    <a:cubicBezTo>
                      <a:pt x="61021" y="18449"/>
                      <a:pt x="44056" y="21617"/>
                      <a:pt x="32836" y="32839"/>
                    </a:cubicBezTo>
                    <a:close/>
                  </a:path>
                </a:pathLst>
              </a:custGeom>
              <a:solidFill>
                <a:srgbClr val="CE0C6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5" name="Google Shape;840;p10">
                <a:extLst>
                  <a:ext uri="{FF2B5EF4-FFF2-40B4-BE49-F238E27FC236}">
                    <a16:creationId xmlns:a16="http://schemas.microsoft.com/office/drawing/2014/main" id="{A661A072-C8A7-236F-A20E-C015A7709F27}"/>
                  </a:ext>
                </a:extLst>
              </p:cNvPr>
              <p:cNvSpPr/>
              <p:nvPr/>
            </p:nvSpPr>
            <p:spPr>
              <a:xfrm>
                <a:off x="4530868" y="2442052"/>
                <a:ext cx="533866" cy="26675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6" name="Google Shape;841;p10">
                <a:extLst>
                  <a:ext uri="{FF2B5EF4-FFF2-40B4-BE49-F238E27FC236}">
                    <a16:creationId xmlns:a16="http://schemas.microsoft.com/office/drawing/2014/main" id="{6BA2ED18-459C-7F94-6925-36A875082B34}"/>
                  </a:ext>
                </a:extLst>
              </p:cNvPr>
              <p:cNvSpPr txBox="1"/>
              <p:nvPr/>
            </p:nvSpPr>
            <p:spPr>
              <a:xfrm>
                <a:off x="4530868" y="2442052"/>
                <a:ext cx="533866" cy="266756"/>
              </a:xfrm>
              <a:prstGeom prst="rect">
                <a:avLst/>
              </a:prstGeom>
              <a:noFill/>
              <a:ln>
                <a:noFill/>
              </a:ln>
            </p:spPr>
            <p:txBody>
              <a:bodyPr spcFirstLastPara="1" wrap="square" lIns="11425" tIns="11425" rIns="11425" bIns="1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9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3</a:t>
                </a:r>
                <a:endParaRPr/>
              </a:p>
            </p:txBody>
          </p:sp>
          <p:sp>
            <p:nvSpPr>
              <p:cNvPr id="57" name="Google Shape;842;p10">
                <a:extLst>
                  <a:ext uri="{FF2B5EF4-FFF2-40B4-BE49-F238E27FC236}">
                    <a16:creationId xmlns:a16="http://schemas.microsoft.com/office/drawing/2014/main" id="{DED978B0-5A66-8565-82E0-EF5337267661}"/>
                  </a:ext>
                </a:extLst>
              </p:cNvPr>
              <p:cNvSpPr/>
              <p:nvPr/>
            </p:nvSpPr>
            <p:spPr>
              <a:xfrm>
                <a:off x="4053887" y="2646577"/>
                <a:ext cx="956653" cy="956756"/>
              </a:xfrm>
              <a:custGeom>
                <a:avLst/>
                <a:gdLst/>
                <a:ahLst/>
                <a:cxnLst/>
                <a:rect l="l" t="t" r="r" b="b"/>
                <a:pathLst>
                  <a:path w="120000" h="120000" extrusionOk="0">
                    <a:moveTo>
                      <a:pt x="96481" y="23523"/>
                    </a:moveTo>
                    <a:lnTo>
                      <a:pt x="87164" y="32839"/>
                    </a:lnTo>
                    <a:cubicBezTo>
                      <a:pt x="75944" y="21617"/>
                      <a:pt x="58979" y="18449"/>
                      <a:pt x="44466" y="24867"/>
                    </a:cubicBezTo>
                    <a:cubicBezTo>
                      <a:pt x="29954" y="31284"/>
                      <a:pt x="20880" y="45966"/>
                      <a:pt x="21631" y="61817"/>
                    </a:cubicBezTo>
                    <a:cubicBezTo>
                      <a:pt x="22382" y="77668"/>
                      <a:pt x="32801" y="91427"/>
                      <a:pt x="47856" y="96444"/>
                    </a:cubicBezTo>
                    <a:lnTo>
                      <a:pt x="47295" y="88507"/>
                    </a:lnTo>
                    <a:lnTo>
                      <a:pt x="63170" y="104890"/>
                    </a:lnTo>
                    <a:lnTo>
                      <a:pt x="49408" y="118429"/>
                    </a:lnTo>
                    <a:lnTo>
                      <a:pt x="48839" y="110367"/>
                    </a:lnTo>
                    <a:cubicBezTo>
                      <a:pt x="27395" y="105615"/>
                      <a:pt x="11312" y="87807"/>
                      <a:pt x="8761" y="65991"/>
                    </a:cubicBezTo>
                    <a:cubicBezTo>
                      <a:pt x="6210" y="44176"/>
                      <a:pt x="17752" y="23137"/>
                      <a:pt x="37521" y="13566"/>
                    </a:cubicBezTo>
                    <a:cubicBezTo>
                      <a:pt x="57290" y="3996"/>
                      <a:pt x="80951" y="7991"/>
                      <a:pt x="96481" y="23523"/>
                    </a:cubicBezTo>
                    <a:close/>
                  </a:path>
                </a:pathLst>
              </a:custGeom>
              <a:solidFill>
                <a:srgbClr val="CE0C6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8" name="Google Shape;843;p10">
                <a:extLst>
                  <a:ext uri="{FF2B5EF4-FFF2-40B4-BE49-F238E27FC236}">
                    <a16:creationId xmlns:a16="http://schemas.microsoft.com/office/drawing/2014/main" id="{4059129D-D173-629E-5CFB-8A317AB602DD}"/>
                  </a:ext>
                </a:extLst>
              </p:cNvPr>
              <p:cNvSpPr/>
              <p:nvPr/>
            </p:nvSpPr>
            <p:spPr>
              <a:xfrm>
                <a:off x="4264025" y="2993033"/>
                <a:ext cx="533866" cy="26675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59" name="Google Shape;844;p10">
                <a:extLst>
                  <a:ext uri="{FF2B5EF4-FFF2-40B4-BE49-F238E27FC236}">
                    <a16:creationId xmlns:a16="http://schemas.microsoft.com/office/drawing/2014/main" id="{DF0D2C11-E580-55FF-8168-1EC9F6CE6327}"/>
                  </a:ext>
                </a:extLst>
              </p:cNvPr>
              <p:cNvSpPr txBox="1"/>
              <p:nvPr/>
            </p:nvSpPr>
            <p:spPr>
              <a:xfrm>
                <a:off x="4264025" y="2993033"/>
                <a:ext cx="533866" cy="266756"/>
              </a:xfrm>
              <a:prstGeom prst="rect">
                <a:avLst/>
              </a:prstGeom>
              <a:noFill/>
              <a:ln>
                <a:noFill/>
              </a:ln>
            </p:spPr>
            <p:txBody>
              <a:bodyPr spcFirstLastPara="1" wrap="square" lIns="11425" tIns="11425" rIns="11425" bIns="1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9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4</a:t>
                </a:r>
                <a:endParaRPr/>
              </a:p>
            </p:txBody>
          </p:sp>
          <p:sp>
            <p:nvSpPr>
              <p:cNvPr id="60" name="Google Shape;845;p10">
                <a:extLst>
                  <a:ext uri="{FF2B5EF4-FFF2-40B4-BE49-F238E27FC236}">
                    <a16:creationId xmlns:a16="http://schemas.microsoft.com/office/drawing/2014/main" id="{211FC85F-308F-5000-0783-E7611CE82937}"/>
                  </a:ext>
                </a:extLst>
              </p:cNvPr>
              <p:cNvSpPr/>
              <p:nvPr/>
            </p:nvSpPr>
            <p:spPr>
              <a:xfrm>
                <a:off x="4319654" y="3196831"/>
                <a:ext cx="956653" cy="956756"/>
              </a:xfrm>
              <a:custGeom>
                <a:avLst/>
                <a:gdLst/>
                <a:ahLst/>
                <a:cxnLst/>
                <a:rect l="l" t="t" r="r" b="b"/>
                <a:pathLst>
                  <a:path w="120000" h="120000" extrusionOk="0">
                    <a:moveTo>
                      <a:pt x="23519" y="23523"/>
                    </a:moveTo>
                    <a:lnTo>
                      <a:pt x="23519" y="23523"/>
                    </a:lnTo>
                    <a:cubicBezTo>
                      <a:pt x="39049" y="7991"/>
                      <a:pt x="62710" y="3996"/>
                      <a:pt x="82479" y="13566"/>
                    </a:cubicBezTo>
                    <a:cubicBezTo>
                      <a:pt x="102248" y="23137"/>
                      <a:pt x="113790" y="44176"/>
                      <a:pt x="111239" y="65991"/>
                    </a:cubicBezTo>
                    <a:cubicBezTo>
                      <a:pt x="108688" y="87807"/>
                      <a:pt x="92605" y="105615"/>
                      <a:pt x="71161" y="110367"/>
                    </a:cubicBezTo>
                    <a:lnTo>
                      <a:pt x="70592" y="118429"/>
                    </a:lnTo>
                    <a:lnTo>
                      <a:pt x="56830" y="104890"/>
                    </a:lnTo>
                    <a:lnTo>
                      <a:pt x="72705" y="88507"/>
                    </a:lnTo>
                    <a:lnTo>
                      <a:pt x="72144" y="96444"/>
                    </a:lnTo>
                    <a:cubicBezTo>
                      <a:pt x="87199" y="91427"/>
                      <a:pt x="97618" y="77668"/>
                      <a:pt x="98369" y="61817"/>
                    </a:cubicBezTo>
                    <a:cubicBezTo>
                      <a:pt x="99120" y="45966"/>
                      <a:pt x="90046" y="31284"/>
                      <a:pt x="75534" y="24867"/>
                    </a:cubicBezTo>
                    <a:cubicBezTo>
                      <a:pt x="61021" y="18449"/>
                      <a:pt x="44056" y="21617"/>
                      <a:pt x="32836" y="32839"/>
                    </a:cubicBezTo>
                    <a:close/>
                  </a:path>
                </a:pathLst>
              </a:custGeom>
              <a:solidFill>
                <a:srgbClr val="CE0C6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1" name="Google Shape;846;p10">
                <a:extLst>
                  <a:ext uri="{FF2B5EF4-FFF2-40B4-BE49-F238E27FC236}">
                    <a16:creationId xmlns:a16="http://schemas.microsoft.com/office/drawing/2014/main" id="{5A3DE458-8E9A-DA2E-B85E-2B0F4FC81A5E}"/>
                  </a:ext>
                </a:extLst>
              </p:cNvPr>
              <p:cNvSpPr/>
              <p:nvPr/>
            </p:nvSpPr>
            <p:spPr>
              <a:xfrm>
                <a:off x="4530868" y="3543286"/>
                <a:ext cx="533866" cy="26675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2" name="Google Shape;847;p10">
                <a:extLst>
                  <a:ext uri="{FF2B5EF4-FFF2-40B4-BE49-F238E27FC236}">
                    <a16:creationId xmlns:a16="http://schemas.microsoft.com/office/drawing/2014/main" id="{5333A952-1923-4CF8-45EA-CE0F798E996D}"/>
                  </a:ext>
                </a:extLst>
              </p:cNvPr>
              <p:cNvSpPr txBox="1"/>
              <p:nvPr/>
            </p:nvSpPr>
            <p:spPr>
              <a:xfrm>
                <a:off x="4530868" y="3543286"/>
                <a:ext cx="533866" cy="266756"/>
              </a:xfrm>
              <a:prstGeom prst="rect">
                <a:avLst/>
              </a:prstGeom>
              <a:noFill/>
              <a:ln>
                <a:noFill/>
              </a:ln>
            </p:spPr>
            <p:txBody>
              <a:bodyPr spcFirstLastPara="1" wrap="square" lIns="11425" tIns="11425" rIns="11425" bIns="1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9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5</a:t>
                </a:r>
                <a:endParaRPr/>
              </a:p>
            </p:txBody>
          </p:sp>
          <p:sp>
            <p:nvSpPr>
              <p:cNvPr id="63" name="Google Shape;848;p10">
                <a:extLst>
                  <a:ext uri="{FF2B5EF4-FFF2-40B4-BE49-F238E27FC236}">
                    <a16:creationId xmlns:a16="http://schemas.microsoft.com/office/drawing/2014/main" id="{4354D0E0-98F9-0320-3D24-72FB754AF70B}"/>
                  </a:ext>
                </a:extLst>
              </p:cNvPr>
              <p:cNvSpPr/>
              <p:nvPr/>
            </p:nvSpPr>
            <p:spPr>
              <a:xfrm>
                <a:off x="4122079" y="3810771"/>
                <a:ext cx="821885" cy="822468"/>
              </a:xfrm>
              <a:prstGeom prst="blockArc">
                <a:avLst>
                  <a:gd name="adj1" fmla="val 0"/>
                  <a:gd name="adj2" fmla="val 18900000"/>
                  <a:gd name="adj3" fmla="val 12740"/>
                </a:avLst>
              </a:prstGeom>
              <a:solidFill>
                <a:srgbClr val="CE0C69"/>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4" name="Google Shape;849;p10">
                <a:extLst>
                  <a:ext uri="{FF2B5EF4-FFF2-40B4-BE49-F238E27FC236}">
                    <a16:creationId xmlns:a16="http://schemas.microsoft.com/office/drawing/2014/main" id="{166227E6-A4EE-6680-F82F-92245DC4A7AC}"/>
                  </a:ext>
                </a:extLst>
              </p:cNvPr>
              <p:cNvSpPr/>
              <p:nvPr/>
            </p:nvSpPr>
            <p:spPr>
              <a:xfrm>
                <a:off x="4264025" y="4094268"/>
                <a:ext cx="533866" cy="26675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p>
            </p:txBody>
          </p:sp>
          <p:sp>
            <p:nvSpPr>
              <p:cNvPr id="65" name="Google Shape;850;p10">
                <a:extLst>
                  <a:ext uri="{FF2B5EF4-FFF2-40B4-BE49-F238E27FC236}">
                    <a16:creationId xmlns:a16="http://schemas.microsoft.com/office/drawing/2014/main" id="{C38E853C-D109-1C84-8246-FD4E5E4FDB31}"/>
                  </a:ext>
                </a:extLst>
              </p:cNvPr>
              <p:cNvSpPr txBox="1"/>
              <p:nvPr/>
            </p:nvSpPr>
            <p:spPr>
              <a:xfrm>
                <a:off x="4264025" y="4094268"/>
                <a:ext cx="533866" cy="266756"/>
              </a:xfrm>
              <a:prstGeom prst="rect">
                <a:avLst/>
              </a:prstGeom>
              <a:noFill/>
              <a:ln>
                <a:noFill/>
              </a:ln>
            </p:spPr>
            <p:txBody>
              <a:bodyPr spcFirstLastPara="1" wrap="square" lIns="11425" tIns="11425" rIns="11425" bIns="1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9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6</a:t>
                </a:r>
                <a:endParaRPr/>
              </a:p>
            </p:txBody>
          </p:sp>
        </p:grpSp>
      </p:grpSp>
      <p:sp>
        <p:nvSpPr>
          <p:cNvPr id="67" name="Shape 141">
            <a:extLst>
              <a:ext uri="{FF2B5EF4-FFF2-40B4-BE49-F238E27FC236}">
                <a16:creationId xmlns:a16="http://schemas.microsoft.com/office/drawing/2014/main" id="{683A1C17-E38A-0819-D5B6-425AEB1D5BF6}"/>
              </a:ext>
            </a:extLst>
          </p:cNvPr>
          <p:cNvSpPr/>
          <p:nvPr/>
        </p:nvSpPr>
        <p:spPr>
          <a:xfrm>
            <a:off x="438913" y="256032"/>
            <a:ext cx="6686704"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sz="2800">
                <a:solidFill>
                  <a:srgbClr val="4D4D4D"/>
                </a:solidFill>
                <a:latin typeface="Lato Light"/>
                <a:ea typeface="Lato Light"/>
                <a:cs typeface="Lato Light"/>
                <a:sym typeface="Lato Light"/>
              </a:defRPr>
            </a:pPr>
            <a:r>
              <a:rPr lang="en-US" sz="2800" b="1">
                <a:solidFill>
                  <a:srgbClr val="5410BF"/>
                </a:solidFill>
                <a:latin typeface="Calibri"/>
                <a:ea typeface="Calibri"/>
                <a:cs typeface="Calibri"/>
                <a:sym typeface="Lato Light"/>
              </a:rPr>
              <a:t>Elements to Test for a Migration</a:t>
            </a:r>
            <a:endParaRPr lang="en-US" sz="2800" b="1">
              <a:solidFill>
                <a:srgbClr val="5410BF"/>
              </a:solidFill>
              <a:latin typeface="Calibri"/>
              <a:ea typeface="Calibri"/>
              <a:cs typeface="Calibri"/>
            </a:endParaRPr>
          </a:p>
        </p:txBody>
      </p:sp>
      <p:sp>
        <p:nvSpPr>
          <p:cNvPr id="68" name="Google Shape;851;p10">
            <a:extLst>
              <a:ext uri="{FF2B5EF4-FFF2-40B4-BE49-F238E27FC236}">
                <a16:creationId xmlns:a16="http://schemas.microsoft.com/office/drawing/2014/main" id="{06990191-7A7F-E802-15DF-C78526E9144F}"/>
              </a:ext>
            </a:extLst>
          </p:cNvPr>
          <p:cNvSpPr txBox="1"/>
          <p:nvPr/>
        </p:nvSpPr>
        <p:spPr>
          <a:xfrm>
            <a:off x="8845636" y="323247"/>
            <a:ext cx="3070983" cy="30773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None/>
            </a:pPr>
            <a:r>
              <a:rPr lang="en-US" b="0" i="0" u="sng" strike="noStrike" cap="none">
                <a:solidFill>
                  <a:srgbClr val="000000"/>
                </a:solidFill>
                <a:latin typeface="Arial"/>
                <a:ea typeface="Arial"/>
                <a:cs typeface="Arial"/>
                <a:sym typeface="Arial"/>
                <a:hlinkClick r:id="rId2">
                  <a:extLst>
                    <a:ext uri="{A12FA001-AC4F-418D-AE19-62706E023703}">
                      <ahyp:hlinkClr xmlns:ahyp="http://schemas.microsoft.com/office/drawing/2018/hyperlinkcolor" val="tx"/>
                    </a:ext>
                  </a:extLst>
                </a:hlinkClick>
              </a:rPr>
              <a:t>Testing Strategy Document</a:t>
            </a:r>
            <a:endParaRPr lang="en-US" b="0" i="0" u="none" strike="noStrike" cap="none">
              <a:solidFill>
                <a:srgbClr val="000000"/>
              </a:solidFill>
              <a:latin typeface="Arial"/>
              <a:ea typeface="Arial"/>
              <a:cs typeface="Arial"/>
              <a:sym typeface="Arial"/>
              <a:hlinkClick r:id="rId2">
                <a:extLst>
                  <a:ext uri="{A12FA001-AC4F-418D-AE19-62706E023703}">
                    <ahyp:hlinkClr xmlns:ahyp="http://schemas.microsoft.com/office/drawing/2018/hyperlinkcolor" val="tx"/>
                  </a:ext>
                </a:extLst>
              </a:hlinkClick>
            </a:endParaRPr>
          </a:p>
        </p:txBody>
      </p:sp>
      <p:sp>
        <p:nvSpPr>
          <p:cNvPr id="69" name="Google Shape;852;p10">
            <a:extLst>
              <a:ext uri="{FF2B5EF4-FFF2-40B4-BE49-F238E27FC236}">
                <a16:creationId xmlns:a16="http://schemas.microsoft.com/office/drawing/2014/main" id="{3B6F6D6F-ACB7-9ADD-FB7F-373EADDD8CBF}"/>
              </a:ext>
            </a:extLst>
          </p:cNvPr>
          <p:cNvSpPr txBox="1"/>
          <p:nvPr/>
        </p:nvSpPr>
        <p:spPr>
          <a:xfrm>
            <a:off x="8071326" y="334226"/>
            <a:ext cx="1305836" cy="276959"/>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Reference:</a:t>
            </a:r>
            <a:endParaRPr sz="1600"/>
          </a:p>
        </p:txBody>
      </p:sp>
    </p:spTree>
    <p:extLst>
      <p:ext uri="{BB962C8B-B14F-4D97-AF65-F5344CB8AC3E}">
        <p14:creationId xmlns:p14="http://schemas.microsoft.com/office/powerpoint/2010/main" val="423337650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hape 141">
            <a:extLst>
              <a:ext uri="{FF2B5EF4-FFF2-40B4-BE49-F238E27FC236}">
                <a16:creationId xmlns:a16="http://schemas.microsoft.com/office/drawing/2014/main" id="{CB9F3199-6D62-A12A-025C-D3FFCECA643B}"/>
              </a:ext>
            </a:extLst>
          </p:cNvPr>
          <p:cNvSpPr/>
          <p:nvPr/>
        </p:nvSpPr>
        <p:spPr>
          <a:xfrm>
            <a:off x="438912" y="256032"/>
            <a:ext cx="117519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r>
              <a:rPr lang="en-US" sz="2800" b="1">
                <a:solidFill>
                  <a:srgbClr val="5410BF"/>
                </a:solidFill>
                <a:latin typeface="Calibri"/>
                <a:ea typeface="Calibri"/>
                <a:cs typeface="Calibri"/>
                <a:sym typeface="Lato Light"/>
              </a:rPr>
              <a:t>Sigmasoft (SSIT) NVidia Team</a:t>
            </a:r>
            <a:endParaRPr lang="en-US" sz="2800" b="1">
              <a:solidFill>
                <a:srgbClr val="5410BF"/>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5E8774EC-0C60-4D13-A541-04E6B58366D8}"/>
              </a:ext>
            </a:extLst>
          </p:cNvPr>
          <p:cNvGraphicFramePr>
            <a:graphicFrameLocks noGrp="1"/>
          </p:cNvGraphicFramePr>
          <p:nvPr/>
        </p:nvGraphicFramePr>
        <p:xfrm>
          <a:off x="1594338" y="1418492"/>
          <a:ext cx="8117060" cy="3026632"/>
        </p:xfrm>
        <a:graphic>
          <a:graphicData uri="http://schemas.openxmlformats.org/drawingml/2006/table">
            <a:tbl>
              <a:tblPr firstRow="1" bandRow="1">
                <a:tableStyleId>{5C22544A-7EE6-4342-B048-85BDC9FD1C3A}</a:tableStyleId>
              </a:tblPr>
              <a:tblGrid>
                <a:gridCol w="2644054">
                  <a:extLst>
                    <a:ext uri="{9D8B030D-6E8A-4147-A177-3AD203B41FA5}">
                      <a16:colId xmlns:a16="http://schemas.microsoft.com/office/drawing/2014/main" val="4068641752"/>
                    </a:ext>
                  </a:extLst>
                </a:gridCol>
                <a:gridCol w="2736503">
                  <a:extLst>
                    <a:ext uri="{9D8B030D-6E8A-4147-A177-3AD203B41FA5}">
                      <a16:colId xmlns:a16="http://schemas.microsoft.com/office/drawing/2014/main" val="3433596333"/>
                    </a:ext>
                  </a:extLst>
                </a:gridCol>
                <a:gridCol w="2736503">
                  <a:extLst>
                    <a:ext uri="{9D8B030D-6E8A-4147-A177-3AD203B41FA5}">
                      <a16:colId xmlns:a16="http://schemas.microsoft.com/office/drawing/2014/main" val="896231370"/>
                    </a:ext>
                  </a:extLst>
                </a:gridCol>
              </a:tblGrid>
              <a:tr h="378329">
                <a:tc>
                  <a:txBody>
                    <a:bodyPr/>
                    <a:lstStyle/>
                    <a:p>
                      <a:pPr algn="ctr" rtl="0" fontAlgn="ctr"/>
                      <a:r>
                        <a:rPr lang="en-US" sz="2400" u="none" strike="noStrike">
                          <a:effectLst/>
                        </a:rPr>
                        <a:t>Role</a:t>
                      </a:r>
                      <a:endParaRPr lang="en-US" sz="2400" b="1" i="0" u="none" strike="noStrike">
                        <a:solidFill>
                          <a:srgbClr val="FFFFFF"/>
                        </a:solidFill>
                        <a:effectLst/>
                        <a:latin typeface="Arial"/>
                      </a:endParaRPr>
                    </a:p>
                  </a:txBody>
                  <a:tcPr marL="2838" marR="2838" marT="2838" marB="0" anchor="ctr"/>
                </a:tc>
                <a:tc>
                  <a:txBody>
                    <a:bodyPr/>
                    <a:lstStyle/>
                    <a:p>
                      <a:pPr lvl="0" algn="ctr">
                        <a:buNone/>
                      </a:pPr>
                      <a:r>
                        <a:rPr lang="en-US" sz="2400" u="none" strike="noStrike">
                          <a:effectLst/>
                        </a:rPr>
                        <a:t>Team</a:t>
                      </a:r>
                      <a:endParaRPr lang="en-US"/>
                    </a:p>
                  </a:txBody>
                  <a:tcPr marL="2838" marR="2838" marT="2838" marB="0" anchor="ctr"/>
                </a:tc>
                <a:tc>
                  <a:txBody>
                    <a:bodyPr/>
                    <a:lstStyle/>
                    <a:p>
                      <a:pPr lvl="0" algn="ctr" rtl="0">
                        <a:buNone/>
                      </a:pPr>
                      <a:r>
                        <a:rPr lang="en-US" sz="2400" u="none" strike="noStrike">
                          <a:effectLst/>
                        </a:rPr>
                        <a:t>Name</a:t>
                      </a:r>
                      <a:endParaRPr lang="en-US" sz="2400" b="1" i="0" u="none" strike="noStrike">
                        <a:solidFill>
                          <a:srgbClr val="FFFFFF"/>
                        </a:solidFill>
                        <a:effectLst/>
                        <a:latin typeface="Arial"/>
                      </a:endParaRPr>
                    </a:p>
                  </a:txBody>
                  <a:tcPr marL="2838" marR="2838" marT="2838" marB="0" anchor="ctr"/>
                </a:tc>
                <a:extLst>
                  <a:ext uri="{0D108BD9-81ED-4DB2-BD59-A6C34878D82A}">
                    <a16:rowId xmlns:a16="http://schemas.microsoft.com/office/drawing/2014/main" val="3131283638"/>
                  </a:ext>
                </a:extLst>
              </a:tr>
              <a:tr h="378329">
                <a:tc>
                  <a:txBody>
                    <a:bodyPr/>
                    <a:lstStyle/>
                    <a:p>
                      <a:pPr algn="l" rtl="0" fontAlgn="ctr"/>
                      <a:r>
                        <a:rPr lang="en-US" sz="1800" u="none" strike="noStrike">
                          <a:effectLst/>
                        </a:rPr>
                        <a:t>Project Manager</a:t>
                      </a:r>
                      <a:endParaRPr lang="en-US" sz="1800" b="0" i="0" u="none" strike="noStrike">
                        <a:solidFill>
                          <a:srgbClr val="000000"/>
                        </a:solidFill>
                        <a:effectLst/>
                        <a:latin typeface="Arial"/>
                      </a:endParaRPr>
                    </a:p>
                  </a:txBody>
                  <a:tcPr marL="2838" marR="2838" marT="2838" marB="0" anchor="ctr"/>
                </a:tc>
                <a:tc>
                  <a:txBody>
                    <a:bodyPr/>
                    <a:lstStyle/>
                    <a:p>
                      <a:pPr algn="l" rtl="0" fontAlgn="ctr"/>
                      <a:r>
                        <a:rPr lang="en-US" sz="1800" u="none" strike="noStrike">
                          <a:effectLst/>
                        </a:rPr>
                        <a:t>NVidia</a:t>
                      </a:r>
                    </a:p>
                  </a:txBody>
                  <a:tcPr marL="2838" marR="2838" marT="2838" marB="0" anchor="ctr"/>
                </a:tc>
                <a:tc>
                  <a:txBody>
                    <a:bodyPr/>
                    <a:lstStyle/>
                    <a:p>
                      <a:pPr lvl="0" algn="l" rtl="0">
                        <a:buNone/>
                      </a:pPr>
                      <a:r>
                        <a:rPr lang="en-US" sz="1800" u="none" strike="noStrike">
                          <a:effectLst/>
                        </a:rPr>
                        <a:t>Nikhil Kulkarni</a:t>
                      </a:r>
                      <a:endParaRPr lang="en-US" sz="1800" b="0" i="0" u="none" strike="noStrike">
                        <a:solidFill>
                          <a:srgbClr val="000000"/>
                        </a:solidFill>
                        <a:effectLst/>
                        <a:latin typeface="Arial"/>
                      </a:endParaRPr>
                    </a:p>
                  </a:txBody>
                  <a:tcPr marL="2838" marR="2838" marT="2838" marB="0" anchor="ctr"/>
                </a:tc>
                <a:extLst>
                  <a:ext uri="{0D108BD9-81ED-4DB2-BD59-A6C34878D82A}">
                    <a16:rowId xmlns:a16="http://schemas.microsoft.com/office/drawing/2014/main" val="3730352569"/>
                  </a:ext>
                </a:extLst>
              </a:tr>
              <a:tr h="378329">
                <a:tc>
                  <a:txBody>
                    <a:bodyPr/>
                    <a:lstStyle/>
                    <a:p>
                      <a:pPr algn="l" rtl="0" fontAlgn="ctr"/>
                      <a:r>
                        <a:rPr lang="en-US" sz="1800" u="none" strike="noStrike">
                          <a:effectLst/>
                        </a:rPr>
                        <a:t>Client Partner</a:t>
                      </a:r>
                      <a:endParaRPr lang="en-US" sz="1800" b="0" i="0" u="none" strike="noStrike">
                        <a:solidFill>
                          <a:srgbClr val="000000"/>
                        </a:solidFill>
                        <a:effectLst/>
                        <a:latin typeface="Arial"/>
                      </a:endParaRPr>
                    </a:p>
                  </a:txBody>
                  <a:tcPr marL="2838" marR="2838" marT="2838" marB="0" anchor="ctr"/>
                </a:tc>
                <a:tc>
                  <a:txBody>
                    <a:bodyPr/>
                    <a:lstStyle/>
                    <a:p>
                      <a:pPr lvl="0" algn="l">
                        <a:buNone/>
                      </a:pPr>
                      <a:r>
                        <a:rPr lang="en-US" sz="1800" b="0" i="0" u="none" strike="noStrike" noProof="0">
                          <a:solidFill>
                            <a:srgbClr val="000000"/>
                          </a:solidFill>
                          <a:effectLst/>
                          <a:latin typeface="Arial"/>
                        </a:rPr>
                        <a:t>Sigmasoft (SSIT INC)</a:t>
                      </a:r>
                      <a:endParaRPr lang="en-US" b="0" i="0" noProof="0">
                        <a:solidFill>
                          <a:srgbClr val="000000"/>
                        </a:solidFill>
                        <a:latin typeface="Arial"/>
                      </a:endParaRPr>
                    </a:p>
                  </a:txBody>
                  <a:tcPr marL="2838" marR="2838" marT="2838" marB="0" anchor="ctr"/>
                </a:tc>
                <a:tc>
                  <a:txBody>
                    <a:bodyPr/>
                    <a:lstStyle/>
                    <a:p>
                      <a:pPr lvl="0" algn="l" rtl="0">
                        <a:buNone/>
                      </a:pPr>
                      <a:r>
                        <a:rPr lang="en-US" sz="1800" u="none" strike="noStrike">
                          <a:effectLst/>
                        </a:rPr>
                        <a:t>Saurabh Pandey</a:t>
                      </a:r>
                      <a:endParaRPr lang="en-US" sz="1800" b="0" i="0" u="none" strike="noStrike">
                        <a:solidFill>
                          <a:srgbClr val="000000"/>
                        </a:solidFill>
                        <a:effectLst/>
                        <a:latin typeface="Arial"/>
                      </a:endParaRPr>
                    </a:p>
                  </a:txBody>
                  <a:tcPr marL="2838" marR="2838" marT="2838" marB="0" anchor="ctr"/>
                </a:tc>
                <a:extLst>
                  <a:ext uri="{0D108BD9-81ED-4DB2-BD59-A6C34878D82A}">
                    <a16:rowId xmlns:a16="http://schemas.microsoft.com/office/drawing/2014/main" val="284235572"/>
                  </a:ext>
                </a:extLst>
              </a:tr>
              <a:tr h="378329">
                <a:tc>
                  <a:txBody>
                    <a:bodyPr/>
                    <a:lstStyle/>
                    <a:p>
                      <a:pPr algn="l" rtl="0" fontAlgn="ctr"/>
                      <a:r>
                        <a:rPr lang="en-US" sz="1800" u="none" strike="noStrike">
                          <a:effectLst/>
                        </a:rPr>
                        <a:t>Delivery Head</a:t>
                      </a:r>
                      <a:endParaRPr lang="en-US" sz="1800" b="0" i="0" u="none" strike="noStrike">
                        <a:solidFill>
                          <a:srgbClr val="000000"/>
                        </a:solidFill>
                        <a:effectLst/>
                        <a:latin typeface="Arial"/>
                      </a:endParaRPr>
                    </a:p>
                  </a:txBody>
                  <a:tcPr marL="2838" marR="2838" marT="2838" marB="0" anchor="ctr"/>
                </a:tc>
                <a:tc>
                  <a:txBody>
                    <a:bodyPr/>
                    <a:lstStyle/>
                    <a:p>
                      <a:pPr lvl="0" algn="l">
                        <a:buNone/>
                      </a:pPr>
                      <a:r>
                        <a:rPr lang="en-US" sz="1800" b="0" i="0" u="none" strike="noStrike" noProof="0">
                          <a:solidFill>
                            <a:srgbClr val="000000"/>
                          </a:solidFill>
                          <a:effectLst/>
                          <a:latin typeface="Arial"/>
                        </a:rPr>
                        <a:t>Sigmasoft (SSIT INC)</a:t>
                      </a:r>
                      <a:endParaRPr lang="en-US"/>
                    </a:p>
                  </a:txBody>
                  <a:tcPr marL="2838" marR="2838" marT="2838" marB="0" anchor="ctr"/>
                </a:tc>
                <a:tc>
                  <a:txBody>
                    <a:bodyPr/>
                    <a:lstStyle/>
                    <a:p>
                      <a:pPr lvl="0" algn="l" rtl="0">
                        <a:buNone/>
                      </a:pPr>
                      <a:r>
                        <a:rPr lang="en-US" sz="1800" u="none" strike="noStrike" err="1">
                          <a:effectLst/>
                        </a:rPr>
                        <a:t>Achutha</a:t>
                      </a:r>
                      <a:r>
                        <a:rPr lang="en-US" sz="1800" u="none" strike="noStrike">
                          <a:effectLst/>
                        </a:rPr>
                        <a:t> Raju </a:t>
                      </a:r>
                      <a:r>
                        <a:rPr lang="en-US" sz="1800" u="none" strike="noStrike" err="1">
                          <a:effectLst/>
                        </a:rPr>
                        <a:t>Kalvakolanu</a:t>
                      </a:r>
                      <a:endParaRPr lang="en-US" sz="1800" b="0" i="0" u="none" strike="noStrike">
                        <a:solidFill>
                          <a:srgbClr val="000000"/>
                        </a:solidFill>
                        <a:effectLst/>
                        <a:latin typeface="Arial"/>
                      </a:endParaRPr>
                    </a:p>
                  </a:txBody>
                  <a:tcPr marL="2838" marR="2838" marT="2838" marB="0" anchor="ctr"/>
                </a:tc>
                <a:extLst>
                  <a:ext uri="{0D108BD9-81ED-4DB2-BD59-A6C34878D82A}">
                    <a16:rowId xmlns:a16="http://schemas.microsoft.com/office/drawing/2014/main" val="169556912"/>
                  </a:ext>
                </a:extLst>
              </a:tr>
              <a:tr h="378329">
                <a:tc>
                  <a:txBody>
                    <a:bodyPr/>
                    <a:lstStyle/>
                    <a:p>
                      <a:pPr algn="l" rtl="0" fontAlgn="ctr"/>
                      <a:r>
                        <a:rPr lang="en-US" sz="1800" u="none" strike="noStrike">
                          <a:effectLst/>
                        </a:rPr>
                        <a:t>On Site Manager</a:t>
                      </a:r>
                      <a:endParaRPr lang="en-US" sz="1800" b="0" i="0" u="none" strike="noStrike">
                        <a:solidFill>
                          <a:srgbClr val="000000"/>
                        </a:solidFill>
                        <a:effectLst/>
                        <a:latin typeface="Arial"/>
                      </a:endParaRPr>
                    </a:p>
                  </a:txBody>
                  <a:tcPr marL="2838" marR="2838" marT="2838" marB="0" anchor="ctr"/>
                </a:tc>
                <a:tc>
                  <a:txBody>
                    <a:bodyPr/>
                    <a:lstStyle/>
                    <a:p>
                      <a:pPr lvl="0" algn="l">
                        <a:buNone/>
                      </a:pPr>
                      <a:r>
                        <a:rPr lang="en-US" sz="1800" b="0" i="0" u="none" strike="noStrike" noProof="0">
                          <a:solidFill>
                            <a:srgbClr val="000000"/>
                          </a:solidFill>
                          <a:effectLst/>
                          <a:latin typeface="Arial"/>
                        </a:rPr>
                        <a:t>Sigmasoft (SSIT INC)</a:t>
                      </a:r>
                      <a:endParaRPr lang="en-US"/>
                    </a:p>
                  </a:txBody>
                  <a:tcPr marL="2838" marR="2838" marT="2838" marB="0" anchor="ctr"/>
                </a:tc>
                <a:tc>
                  <a:txBody>
                    <a:bodyPr/>
                    <a:lstStyle/>
                    <a:p>
                      <a:pPr lvl="0" algn="l" rtl="0">
                        <a:buNone/>
                      </a:pPr>
                      <a:r>
                        <a:rPr lang="en-US" sz="1800" u="none" strike="noStrike">
                          <a:effectLst/>
                        </a:rPr>
                        <a:t>Rinki Sehgal</a:t>
                      </a:r>
                      <a:endParaRPr lang="en-US" sz="1800" b="0" i="0" u="none" strike="noStrike">
                        <a:solidFill>
                          <a:srgbClr val="000000"/>
                        </a:solidFill>
                        <a:effectLst/>
                        <a:latin typeface="Arial"/>
                      </a:endParaRPr>
                    </a:p>
                  </a:txBody>
                  <a:tcPr marL="2838" marR="2838" marT="2838" marB="0" anchor="ctr"/>
                </a:tc>
                <a:extLst>
                  <a:ext uri="{0D108BD9-81ED-4DB2-BD59-A6C34878D82A}">
                    <a16:rowId xmlns:a16="http://schemas.microsoft.com/office/drawing/2014/main" val="2773605383"/>
                  </a:ext>
                </a:extLst>
              </a:tr>
              <a:tr h="378329">
                <a:tc>
                  <a:txBody>
                    <a:bodyPr/>
                    <a:lstStyle/>
                    <a:p>
                      <a:pPr algn="l" rtl="0" fontAlgn="ctr"/>
                      <a:r>
                        <a:rPr lang="en-US" sz="1800" u="none" strike="noStrike">
                          <a:effectLst/>
                        </a:rPr>
                        <a:t>Tableau Architect</a:t>
                      </a:r>
                      <a:endParaRPr lang="en-US" sz="1800" b="0" i="0" u="none" strike="noStrike">
                        <a:solidFill>
                          <a:srgbClr val="000000"/>
                        </a:solidFill>
                        <a:effectLst/>
                        <a:latin typeface="Arial"/>
                      </a:endParaRPr>
                    </a:p>
                  </a:txBody>
                  <a:tcPr marL="2838" marR="2838" marT="2838" marB="0" anchor="ctr"/>
                </a:tc>
                <a:tc>
                  <a:txBody>
                    <a:bodyPr/>
                    <a:lstStyle/>
                    <a:p>
                      <a:pPr lvl="0" algn="l">
                        <a:buNone/>
                      </a:pPr>
                      <a:r>
                        <a:rPr lang="en-US" sz="1800" b="0" i="0" u="none" strike="noStrike" cap="none" noProof="0">
                          <a:solidFill>
                            <a:srgbClr val="000000"/>
                          </a:solidFill>
                          <a:effectLst/>
                          <a:latin typeface="Arial"/>
                        </a:rPr>
                        <a:t>Sigmasoft (SSIT INC)</a:t>
                      </a:r>
                      <a:endParaRPr lang="en-US">
                        <a:sym typeface="Arial"/>
                      </a:endParaRPr>
                    </a:p>
                  </a:txBody>
                  <a:tcPr marL="2838" marR="2838" marT="2838" marB="0" anchor="ctr"/>
                </a:tc>
                <a:tc>
                  <a:txBody>
                    <a:bodyPr/>
                    <a:lstStyle/>
                    <a:p>
                      <a:pPr lvl="0" algn="l">
                        <a:buNone/>
                      </a:pPr>
                      <a:r>
                        <a:rPr lang="en-US" sz="1800" b="0" i="0" u="none" strike="noStrike" cap="none" noProof="0" err="1">
                          <a:solidFill>
                            <a:schemeClr val="dk1"/>
                          </a:solidFill>
                          <a:effectLst/>
                          <a:latin typeface="+mn-lt"/>
                          <a:ea typeface="+mn-ea"/>
                          <a:cs typeface="+mn-cs"/>
                        </a:rPr>
                        <a:t>Vengateshwaran</a:t>
                      </a:r>
                      <a:endParaRPr lang="en-US" sz="1800" b="0" i="0" u="none" strike="noStrike" cap="none">
                        <a:solidFill>
                          <a:schemeClr val="dk1"/>
                        </a:solidFill>
                        <a:effectLst/>
                        <a:latin typeface="+mn-lt"/>
                        <a:ea typeface="+mn-ea"/>
                        <a:cs typeface="+mn-cs"/>
                        <a:sym typeface="Arial"/>
                      </a:endParaRPr>
                    </a:p>
                  </a:txBody>
                  <a:tcPr marL="2838" marR="2838" marT="2838" marB="0" anchor="ctr"/>
                </a:tc>
                <a:extLst>
                  <a:ext uri="{0D108BD9-81ED-4DB2-BD59-A6C34878D82A}">
                    <a16:rowId xmlns:a16="http://schemas.microsoft.com/office/drawing/2014/main" val="199881476"/>
                  </a:ext>
                </a:extLst>
              </a:tr>
              <a:tr h="378329">
                <a:tc>
                  <a:txBody>
                    <a:bodyPr/>
                    <a:lstStyle/>
                    <a:p>
                      <a:pPr algn="l" rtl="0" fontAlgn="ctr"/>
                      <a:r>
                        <a:rPr lang="en-US" sz="1800" u="none" strike="noStrike">
                          <a:effectLst/>
                        </a:rPr>
                        <a:t>Tableau Administrator</a:t>
                      </a:r>
                      <a:endParaRPr lang="en-US" sz="1800" b="0" i="0" u="none" strike="noStrike">
                        <a:solidFill>
                          <a:srgbClr val="000000"/>
                        </a:solidFill>
                        <a:effectLst/>
                        <a:latin typeface="Arial"/>
                      </a:endParaRPr>
                    </a:p>
                  </a:txBody>
                  <a:tcPr marL="2838" marR="2838" marT="2838" marB="0" anchor="ctr"/>
                </a:tc>
                <a:tc>
                  <a:txBody>
                    <a:bodyPr/>
                    <a:lstStyle/>
                    <a:p>
                      <a:pPr lvl="0" algn="l">
                        <a:buNone/>
                      </a:pPr>
                      <a:r>
                        <a:rPr lang="en-US" sz="1800" b="0" i="0" u="none" strike="noStrike" noProof="0">
                          <a:solidFill>
                            <a:srgbClr val="000000"/>
                          </a:solidFill>
                          <a:effectLst/>
                          <a:latin typeface="Arial"/>
                        </a:rPr>
                        <a:t>Sigmasoft (SSIT INC)</a:t>
                      </a:r>
                      <a:endParaRPr lang="en-US"/>
                    </a:p>
                  </a:txBody>
                  <a:tcPr marL="2838" marR="2838" marT="2838" marB="0" anchor="ctr"/>
                </a:tc>
                <a:tc>
                  <a:txBody>
                    <a:bodyPr/>
                    <a:lstStyle/>
                    <a:p>
                      <a:pPr lvl="0" algn="l" rtl="0">
                        <a:buNone/>
                      </a:pPr>
                      <a:r>
                        <a:rPr lang="en-US" sz="1800" u="none" strike="noStrike">
                          <a:effectLst/>
                        </a:rPr>
                        <a:t>Sivakumar Sura</a:t>
                      </a:r>
                      <a:endParaRPr lang="en-US" sz="1800" b="0" i="0" u="none" strike="noStrike">
                        <a:solidFill>
                          <a:srgbClr val="000000"/>
                        </a:solidFill>
                        <a:effectLst/>
                        <a:latin typeface="Arial"/>
                      </a:endParaRPr>
                    </a:p>
                  </a:txBody>
                  <a:tcPr marL="2838" marR="2838" marT="2838" marB="0" anchor="ctr"/>
                </a:tc>
                <a:extLst>
                  <a:ext uri="{0D108BD9-81ED-4DB2-BD59-A6C34878D82A}">
                    <a16:rowId xmlns:a16="http://schemas.microsoft.com/office/drawing/2014/main" val="1147171486"/>
                  </a:ext>
                </a:extLst>
              </a:tr>
              <a:tr h="378329">
                <a:tc>
                  <a:txBody>
                    <a:bodyPr/>
                    <a:lstStyle/>
                    <a:p>
                      <a:pPr algn="l" rtl="0" fontAlgn="ctr"/>
                      <a:r>
                        <a:rPr lang="en-US" sz="1800" u="none" strike="noStrike">
                          <a:effectLst/>
                        </a:rPr>
                        <a:t>Tableau Developer</a:t>
                      </a:r>
                      <a:endParaRPr lang="en-US" sz="1800" b="0" i="0" u="none" strike="noStrike">
                        <a:solidFill>
                          <a:srgbClr val="000000"/>
                        </a:solidFill>
                        <a:effectLst/>
                        <a:latin typeface="Arial"/>
                      </a:endParaRPr>
                    </a:p>
                  </a:txBody>
                  <a:tcPr marL="2838" marR="2838" marT="2838" marB="0" anchor="ctr"/>
                </a:tc>
                <a:tc>
                  <a:txBody>
                    <a:bodyPr/>
                    <a:lstStyle/>
                    <a:p>
                      <a:pPr lvl="0" algn="l">
                        <a:buNone/>
                      </a:pPr>
                      <a:r>
                        <a:rPr lang="en-US" sz="1800" b="0" i="0" u="none" strike="noStrike" noProof="0">
                          <a:solidFill>
                            <a:srgbClr val="000000"/>
                          </a:solidFill>
                          <a:effectLst/>
                          <a:latin typeface="Arial"/>
                        </a:rPr>
                        <a:t>Sigmasoft (SSIT INC)</a:t>
                      </a:r>
                      <a:endParaRPr lang="en-US"/>
                    </a:p>
                  </a:txBody>
                  <a:tcPr marL="2838" marR="2838" marT="2838" marB="0" anchor="ctr"/>
                </a:tc>
                <a:tc>
                  <a:txBody>
                    <a:bodyPr/>
                    <a:lstStyle/>
                    <a:p>
                      <a:pPr lvl="0" algn="l" rtl="0">
                        <a:buNone/>
                      </a:pPr>
                      <a:r>
                        <a:rPr lang="en-US" sz="1800" u="none" strike="noStrike">
                          <a:effectLst/>
                        </a:rPr>
                        <a:t>Kunal Gajbe</a:t>
                      </a:r>
                      <a:endParaRPr lang="en-US" sz="1800" b="0" i="0" u="none" strike="noStrike">
                        <a:solidFill>
                          <a:srgbClr val="000000"/>
                        </a:solidFill>
                        <a:effectLst/>
                        <a:latin typeface="Arial"/>
                      </a:endParaRPr>
                    </a:p>
                  </a:txBody>
                  <a:tcPr marL="2838" marR="2838" marT="2838" marB="0" anchor="ctr"/>
                </a:tc>
                <a:extLst>
                  <a:ext uri="{0D108BD9-81ED-4DB2-BD59-A6C34878D82A}">
                    <a16:rowId xmlns:a16="http://schemas.microsoft.com/office/drawing/2014/main" val="1519398102"/>
                  </a:ext>
                </a:extLst>
              </a:tr>
            </a:tbl>
          </a:graphicData>
        </a:graphic>
      </p:graphicFrame>
    </p:spTree>
    <p:extLst>
      <p:ext uri="{BB962C8B-B14F-4D97-AF65-F5344CB8AC3E}">
        <p14:creationId xmlns:p14="http://schemas.microsoft.com/office/powerpoint/2010/main" val="257132731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43">
          <a:extLst>
            <a:ext uri="{FF2B5EF4-FFF2-40B4-BE49-F238E27FC236}">
              <a16:creationId xmlns:a16="http://schemas.microsoft.com/office/drawing/2014/main" id="{673EA542-1DA9-DE70-A8DB-345CD93C9E3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6EAFF0D-6E07-E789-A66E-55B7654229DE}"/>
              </a:ext>
            </a:extLst>
          </p:cNvPr>
          <p:cNvSpPr/>
          <p:nvPr/>
        </p:nvSpPr>
        <p:spPr>
          <a:xfrm>
            <a:off x="0" y="123002"/>
            <a:ext cx="4658648" cy="523220"/>
          </a:xfrm>
          <a:prstGeom prst="rect">
            <a:avLst/>
          </a:prstGeom>
        </p:spPr>
        <p:txBody>
          <a:bodyPr wrap="none">
            <a:spAutoFit/>
          </a:bodyPr>
          <a:lstStyle/>
          <a:p>
            <a:r>
              <a:rPr lang="en-US" sz="2800" b="1">
                <a:solidFill>
                  <a:srgbClr val="5410BF"/>
                </a:solidFill>
                <a:latin typeface="Arial" panose="020B0604020202020204" pitchFamily="34" charset="0"/>
                <a:cs typeface="Arial" panose="020B0604020202020204" pitchFamily="34" charset="0"/>
              </a:rPr>
              <a:t>Project Objective &amp; Scope</a:t>
            </a:r>
          </a:p>
        </p:txBody>
      </p:sp>
      <p:pic>
        <p:nvPicPr>
          <p:cNvPr id="5" name="Picture 4">
            <a:extLst>
              <a:ext uri="{FF2B5EF4-FFF2-40B4-BE49-F238E27FC236}">
                <a16:creationId xmlns:a16="http://schemas.microsoft.com/office/drawing/2014/main" id="{446AF4A2-4DAB-6EEF-DFA2-AC3D61282B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919" y="6541058"/>
            <a:ext cx="1355351" cy="257517"/>
          </a:xfrm>
          <a:prstGeom prst="rect">
            <a:avLst/>
          </a:prstGeom>
        </p:spPr>
      </p:pic>
      <p:sp>
        <p:nvSpPr>
          <p:cNvPr id="6" name="TextBox 5">
            <a:extLst>
              <a:ext uri="{FF2B5EF4-FFF2-40B4-BE49-F238E27FC236}">
                <a16:creationId xmlns:a16="http://schemas.microsoft.com/office/drawing/2014/main" id="{3C167227-490E-2279-EFFD-C13C9DE7CE4B}"/>
              </a:ext>
            </a:extLst>
          </p:cNvPr>
          <p:cNvSpPr txBox="1"/>
          <p:nvPr/>
        </p:nvSpPr>
        <p:spPr>
          <a:xfrm>
            <a:off x="9837067" y="6527371"/>
            <a:ext cx="2246128" cy="253916"/>
          </a:xfrm>
          <a:prstGeom prst="rect">
            <a:avLst/>
          </a:prstGeom>
          <a:noFill/>
        </p:spPr>
        <p:txBody>
          <a:bodyPr wrap="none" rtlCol="0">
            <a:spAutoFit/>
          </a:bodyPr>
          <a:lstStyle/>
          <a:p>
            <a:r>
              <a:rPr lang="en-US" sz="1050">
                <a:solidFill>
                  <a:schemeClr val="bg1"/>
                </a:solidFill>
              </a:rPr>
              <a:t>© 2024 Sigmasoft All Rights Reserved</a:t>
            </a:r>
          </a:p>
        </p:txBody>
      </p:sp>
      <p:pic>
        <p:nvPicPr>
          <p:cNvPr id="7" name="Picture 6">
            <a:extLst>
              <a:ext uri="{FF2B5EF4-FFF2-40B4-BE49-F238E27FC236}">
                <a16:creationId xmlns:a16="http://schemas.microsoft.com/office/drawing/2014/main" id="{6E3F41AD-8D7F-4627-C55A-C4E956052D31}"/>
              </a:ext>
            </a:extLst>
          </p:cNvPr>
          <p:cNvPicPr>
            <a:picLocks noChangeAspect="1"/>
          </p:cNvPicPr>
          <p:nvPr/>
        </p:nvPicPr>
        <p:blipFill>
          <a:blip r:embed="rId4"/>
          <a:stretch>
            <a:fillRect/>
          </a:stretch>
        </p:blipFill>
        <p:spPr>
          <a:xfrm>
            <a:off x="0" y="6445700"/>
            <a:ext cx="12183487" cy="412300"/>
          </a:xfrm>
          <a:prstGeom prst="rect">
            <a:avLst/>
          </a:prstGeom>
        </p:spPr>
      </p:pic>
      <p:cxnSp>
        <p:nvCxnSpPr>
          <p:cNvPr id="11" name="Straight Connector 10">
            <a:extLst>
              <a:ext uri="{FF2B5EF4-FFF2-40B4-BE49-F238E27FC236}">
                <a16:creationId xmlns:a16="http://schemas.microsoft.com/office/drawing/2014/main" id="{063136CF-D7C5-2951-DC3E-D3F62CC035D5}"/>
              </a:ext>
            </a:extLst>
          </p:cNvPr>
          <p:cNvCxnSpPr>
            <a:cxnSpLocks/>
          </p:cNvCxnSpPr>
          <p:nvPr/>
        </p:nvCxnSpPr>
        <p:spPr>
          <a:xfrm>
            <a:off x="8545" y="646222"/>
            <a:ext cx="12174942" cy="0"/>
          </a:xfrm>
          <a:prstGeom prst="line">
            <a:avLst/>
          </a:prstGeom>
          <a:ln w="63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76" name="Freeform 11">
            <a:extLst>
              <a:ext uri="{FF2B5EF4-FFF2-40B4-BE49-F238E27FC236}">
                <a16:creationId xmlns:a16="http://schemas.microsoft.com/office/drawing/2014/main" id="{11A85F92-E060-0407-786B-74DA2B6CF682}"/>
              </a:ext>
            </a:extLst>
          </p:cNvPr>
          <p:cNvSpPr/>
          <p:nvPr/>
        </p:nvSpPr>
        <p:spPr>
          <a:xfrm>
            <a:off x="2423051" y="3443763"/>
            <a:ext cx="586425" cy="420604"/>
          </a:xfrm>
          <a:custGeom>
            <a:avLst/>
            <a:gdLst/>
            <a:ahLst/>
            <a:cxnLst/>
            <a:rect l="l" t="t" r="r" b="b"/>
            <a:pathLst>
              <a:path w="879638" h="630906">
                <a:moveTo>
                  <a:pt x="0" y="0"/>
                </a:moveTo>
                <a:lnTo>
                  <a:pt x="879638" y="0"/>
                </a:lnTo>
                <a:lnTo>
                  <a:pt x="879638" y="630906"/>
                </a:lnTo>
                <a:lnTo>
                  <a:pt x="0" y="630906"/>
                </a:lnTo>
                <a:lnTo>
                  <a:pt x="0" y="0"/>
                </a:lnTo>
                <a:close/>
              </a:path>
            </a:pathLst>
          </a:custGeom>
          <a:blipFill>
            <a:blip r:embed="rId5">
              <a:extLst>
                <a:ext uri="{96DAC541-7B7A-43D3-8B79-37D633B846F1}">
                  <asvg:svgBlip xmlns:asvg="http://schemas.microsoft.com/office/drawing/2016/SVG/main" r:embed="rId6"/>
                </a:ext>
              </a:extLst>
            </a:blip>
            <a:stretch>
              <a:fillRect l="-7450"/>
            </a:stretch>
          </a:blipFill>
        </p:spPr>
        <p:txBody>
          <a:bodyPr/>
          <a:lstStyle/>
          <a:p>
            <a:endParaRPr lang="en-US"/>
          </a:p>
        </p:txBody>
      </p:sp>
      <p:sp>
        <p:nvSpPr>
          <p:cNvPr id="277" name="Freeform 12">
            <a:extLst>
              <a:ext uri="{FF2B5EF4-FFF2-40B4-BE49-F238E27FC236}">
                <a16:creationId xmlns:a16="http://schemas.microsoft.com/office/drawing/2014/main" id="{CA9022D3-0182-9A58-D71C-2629F15A3094}"/>
              </a:ext>
            </a:extLst>
          </p:cNvPr>
          <p:cNvSpPr/>
          <p:nvPr/>
        </p:nvSpPr>
        <p:spPr>
          <a:xfrm>
            <a:off x="5002036" y="3423820"/>
            <a:ext cx="586425" cy="420604"/>
          </a:xfrm>
          <a:custGeom>
            <a:avLst/>
            <a:gdLst/>
            <a:ahLst/>
            <a:cxnLst/>
            <a:rect l="l" t="t" r="r" b="b"/>
            <a:pathLst>
              <a:path w="879638" h="630906">
                <a:moveTo>
                  <a:pt x="0" y="0"/>
                </a:moveTo>
                <a:lnTo>
                  <a:pt x="879639" y="0"/>
                </a:lnTo>
                <a:lnTo>
                  <a:pt x="879639" y="630906"/>
                </a:lnTo>
                <a:lnTo>
                  <a:pt x="0" y="630906"/>
                </a:lnTo>
                <a:lnTo>
                  <a:pt x="0" y="0"/>
                </a:lnTo>
                <a:close/>
              </a:path>
            </a:pathLst>
          </a:custGeom>
          <a:blipFill>
            <a:blip r:embed="rId5">
              <a:extLst>
                <a:ext uri="{96DAC541-7B7A-43D3-8B79-37D633B846F1}">
                  <asvg:svgBlip xmlns:asvg="http://schemas.microsoft.com/office/drawing/2016/SVG/main" r:embed="rId6"/>
                </a:ext>
              </a:extLst>
            </a:blip>
            <a:stretch>
              <a:fillRect l="-7450"/>
            </a:stretch>
          </a:blipFill>
        </p:spPr>
        <p:txBody>
          <a:bodyPr/>
          <a:lstStyle/>
          <a:p>
            <a:endParaRPr lang="en-US"/>
          </a:p>
        </p:txBody>
      </p:sp>
      <p:grpSp>
        <p:nvGrpSpPr>
          <p:cNvPr id="133" name="Group 132">
            <a:extLst>
              <a:ext uri="{FF2B5EF4-FFF2-40B4-BE49-F238E27FC236}">
                <a16:creationId xmlns:a16="http://schemas.microsoft.com/office/drawing/2014/main" id="{057A5C3E-4E6A-85E0-8045-BFE220422D1D}"/>
              </a:ext>
            </a:extLst>
          </p:cNvPr>
          <p:cNvGrpSpPr/>
          <p:nvPr/>
        </p:nvGrpSpPr>
        <p:grpSpPr>
          <a:xfrm>
            <a:off x="3337564" y="3023041"/>
            <a:ext cx="1376890" cy="1376890"/>
            <a:chOff x="3015498" y="3028362"/>
            <a:chExt cx="1376890" cy="1376890"/>
          </a:xfrm>
        </p:grpSpPr>
        <p:sp>
          <p:nvSpPr>
            <p:cNvPr id="269" name="Freeform 4">
              <a:extLst>
                <a:ext uri="{FF2B5EF4-FFF2-40B4-BE49-F238E27FC236}">
                  <a16:creationId xmlns:a16="http://schemas.microsoft.com/office/drawing/2014/main" id="{3CAA2998-A2A3-A1A3-E1B4-41CDCA53FD12}"/>
                </a:ext>
              </a:extLst>
            </p:cNvPr>
            <p:cNvSpPr/>
            <p:nvPr/>
          </p:nvSpPr>
          <p:spPr>
            <a:xfrm>
              <a:off x="3015498" y="3028362"/>
              <a:ext cx="1376890" cy="1376890"/>
            </a:xfrm>
            <a:custGeom>
              <a:avLst/>
              <a:gdLst/>
              <a:ahLst/>
              <a:cxnLst/>
              <a:rect l="l" t="t" r="r" b="b"/>
              <a:pathLst>
                <a:path w="2065335" h="2065335">
                  <a:moveTo>
                    <a:pt x="0" y="0"/>
                  </a:moveTo>
                  <a:lnTo>
                    <a:pt x="2065335" y="0"/>
                  </a:lnTo>
                  <a:lnTo>
                    <a:pt x="2065335" y="2065334"/>
                  </a:lnTo>
                  <a:lnTo>
                    <a:pt x="0" y="2065334"/>
                  </a:lnTo>
                  <a:lnTo>
                    <a:pt x="0" y="0"/>
                  </a:lnTo>
                  <a:close/>
                </a:path>
              </a:pathLst>
            </a:custGeom>
            <a:blipFill>
              <a:blip r:embed="rId7">
                <a:alphaModFix amt="50000"/>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grpSp>
          <p:nvGrpSpPr>
            <p:cNvPr id="270" name="Group 5">
              <a:extLst>
                <a:ext uri="{FF2B5EF4-FFF2-40B4-BE49-F238E27FC236}">
                  <a16:creationId xmlns:a16="http://schemas.microsoft.com/office/drawing/2014/main" id="{D1A8196F-3C6B-471F-9389-5E9C035E2997}"/>
                </a:ext>
              </a:extLst>
            </p:cNvPr>
            <p:cNvGrpSpPr/>
            <p:nvPr/>
          </p:nvGrpSpPr>
          <p:grpSpPr>
            <a:xfrm>
              <a:off x="3024878" y="3028362"/>
              <a:ext cx="1148678" cy="1148678"/>
              <a:chOff x="0" y="0"/>
              <a:chExt cx="812800" cy="812800"/>
            </a:xfrm>
          </p:grpSpPr>
          <p:sp>
            <p:nvSpPr>
              <p:cNvPr id="271" name="Freeform 6">
                <a:extLst>
                  <a:ext uri="{FF2B5EF4-FFF2-40B4-BE49-F238E27FC236}">
                    <a16:creationId xmlns:a16="http://schemas.microsoft.com/office/drawing/2014/main" id="{11B40110-5E2D-C698-C8F3-3507D93C7B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8F3995"/>
              </a:solidFill>
              <a:ln cap="rnd">
                <a:noFill/>
                <a:prstDash val="solid"/>
                <a:round/>
              </a:ln>
            </p:spPr>
            <p:txBody>
              <a:bodyPr/>
              <a:lstStyle/>
              <a:p>
                <a:endParaRPr lang="en-US"/>
              </a:p>
            </p:txBody>
          </p:sp>
          <p:sp>
            <p:nvSpPr>
              <p:cNvPr id="272" name="TextBox 7">
                <a:extLst>
                  <a:ext uri="{FF2B5EF4-FFF2-40B4-BE49-F238E27FC236}">
                    <a16:creationId xmlns:a16="http://schemas.microsoft.com/office/drawing/2014/main" id="{FB30007D-B51C-2026-ABE0-551894AA54A3}"/>
                  </a:ext>
                </a:extLst>
              </p:cNvPr>
              <p:cNvSpPr txBox="1"/>
              <p:nvPr/>
            </p:nvSpPr>
            <p:spPr>
              <a:xfrm>
                <a:off x="76200" y="38100"/>
                <a:ext cx="660400" cy="698500"/>
              </a:xfrm>
              <a:prstGeom prst="rect">
                <a:avLst/>
              </a:prstGeom>
            </p:spPr>
            <p:txBody>
              <a:bodyPr lIns="33867" tIns="33867" rIns="33867" bIns="33867" rtlCol="0" anchor="ctr"/>
              <a:lstStyle/>
              <a:p>
                <a:pPr algn="ctr">
                  <a:lnSpc>
                    <a:spcPts val="1599"/>
                  </a:lnSpc>
                  <a:spcBef>
                    <a:spcPct val="0"/>
                  </a:spcBef>
                </a:pPr>
                <a:endParaRPr sz="1200"/>
              </a:p>
            </p:txBody>
          </p:sp>
        </p:grpSp>
        <p:sp>
          <p:nvSpPr>
            <p:cNvPr id="282" name="Freeform 19">
              <a:extLst>
                <a:ext uri="{FF2B5EF4-FFF2-40B4-BE49-F238E27FC236}">
                  <a16:creationId xmlns:a16="http://schemas.microsoft.com/office/drawing/2014/main" id="{88CEF8F6-F154-879F-748C-45F7B6FDF2B8}"/>
                </a:ext>
              </a:extLst>
            </p:cNvPr>
            <p:cNvSpPr/>
            <p:nvPr/>
          </p:nvSpPr>
          <p:spPr>
            <a:xfrm>
              <a:off x="3345422" y="3365720"/>
              <a:ext cx="507589" cy="473961"/>
            </a:xfrm>
            <a:custGeom>
              <a:avLst/>
              <a:gdLst/>
              <a:ahLst/>
              <a:cxnLst/>
              <a:rect l="l" t="t" r="r" b="b"/>
              <a:pathLst>
                <a:path w="761383" h="710942">
                  <a:moveTo>
                    <a:pt x="0" y="0"/>
                  </a:moveTo>
                  <a:lnTo>
                    <a:pt x="761383" y="0"/>
                  </a:lnTo>
                  <a:lnTo>
                    <a:pt x="761383" y="710942"/>
                  </a:lnTo>
                  <a:lnTo>
                    <a:pt x="0" y="710942"/>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grpSp>
      <p:grpSp>
        <p:nvGrpSpPr>
          <p:cNvPr id="134" name="Group 133">
            <a:extLst>
              <a:ext uri="{FF2B5EF4-FFF2-40B4-BE49-F238E27FC236}">
                <a16:creationId xmlns:a16="http://schemas.microsoft.com/office/drawing/2014/main" id="{CA4D83F4-9ADA-EF76-60B1-94BF86D7E786}"/>
              </a:ext>
            </a:extLst>
          </p:cNvPr>
          <p:cNvGrpSpPr/>
          <p:nvPr/>
        </p:nvGrpSpPr>
        <p:grpSpPr>
          <a:xfrm>
            <a:off x="5963709" y="3079727"/>
            <a:ext cx="1376890" cy="1376890"/>
            <a:chOff x="5176205" y="3028362"/>
            <a:chExt cx="1376890" cy="1376890"/>
          </a:xfrm>
        </p:grpSpPr>
        <p:sp>
          <p:nvSpPr>
            <p:cNvPr id="268" name="Freeform 3">
              <a:extLst>
                <a:ext uri="{FF2B5EF4-FFF2-40B4-BE49-F238E27FC236}">
                  <a16:creationId xmlns:a16="http://schemas.microsoft.com/office/drawing/2014/main" id="{CE6BBF76-9928-1A0E-CB9B-184D11CE6E04}"/>
                </a:ext>
              </a:extLst>
            </p:cNvPr>
            <p:cNvSpPr/>
            <p:nvPr/>
          </p:nvSpPr>
          <p:spPr>
            <a:xfrm>
              <a:off x="5176205" y="3028362"/>
              <a:ext cx="1376890" cy="1376890"/>
            </a:xfrm>
            <a:custGeom>
              <a:avLst/>
              <a:gdLst/>
              <a:ahLst/>
              <a:cxnLst/>
              <a:rect l="l" t="t" r="r" b="b"/>
              <a:pathLst>
                <a:path w="2065335" h="2065335">
                  <a:moveTo>
                    <a:pt x="0" y="0"/>
                  </a:moveTo>
                  <a:lnTo>
                    <a:pt x="2065335" y="0"/>
                  </a:lnTo>
                  <a:lnTo>
                    <a:pt x="2065335" y="2065334"/>
                  </a:lnTo>
                  <a:lnTo>
                    <a:pt x="0" y="2065334"/>
                  </a:lnTo>
                  <a:lnTo>
                    <a:pt x="0" y="0"/>
                  </a:lnTo>
                  <a:close/>
                </a:path>
              </a:pathLst>
            </a:custGeom>
            <a:blipFill>
              <a:blip r:embed="rId11">
                <a:alphaModFix amt="50000"/>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grpSp>
          <p:nvGrpSpPr>
            <p:cNvPr id="273" name="Group 8">
              <a:extLst>
                <a:ext uri="{FF2B5EF4-FFF2-40B4-BE49-F238E27FC236}">
                  <a16:creationId xmlns:a16="http://schemas.microsoft.com/office/drawing/2014/main" id="{3C2C5940-E7A4-3B37-2148-539465592789}"/>
                </a:ext>
              </a:extLst>
            </p:cNvPr>
            <p:cNvGrpSpPr/>
            <p:nvPr/>
          </p:nvGrpSpPr>
          <p:grpSpPr>
            <a:xfrm>
              <a:off x="5176205" y="3028362"/>
              <a:ext cx="1148678" cy="1148678"/>
              <a:chOff x="0" y="0"/>
              <a:chExt cx="812800" cy="812800"/>
            </a:xfrm>
          </p:grpSpPr>
          <p:sp>
            <p:nvSpPr>
              <p:cNvPr id="274" name="Freeform 9">
                <a:extLst>
                  <a:ext uri="{FF2B5EF4-FFF2-40B4-BE49-F238E27FC236}">
                    <a16:creationId xmlns:a16="http://schemas.microsoft.com/office/drawing/2014/main" id="{4426F811-A8B5-E1A0-857C-06177E66607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75441"/>
              </a:solidFill>
              <a:ln cap="rnd">
                <a:noFill/>
                <a:prstDash val="solid"/>
                <a:round/>
              </a:ln>
            </p:spPr>
            <p:txBody>
              <a:bodyPr/>
              <a:lstStyle/>
              <a:p>
                <a:endParaRPr lang="en-US"/>
              </a:p>
            </p:txBody>
          </p:sp>
          <p:sp>
            <p:nvSpPr>
              <p:cNvPr id="275" name="TextBox 10">
                <a:extLst>
                  <a:ext uri="{FF2B5EF4-FFF2-40B4-BE49-F238E27FC236}">
                    <a16:creationId xmlns:a16="http://schemas.microsoft.com/office/drawing/2014/main" id="{B1190ABD-5554-B3C0-9432-A0E46D1DD0CC}"/>
                  </a:ext>
                </a:extLst>
              </p:cNvPr>
              <p:cNvSpPr txBox="1"/>
              <p:nvPr/>
            </p:nvSpPr>
            <p:spPr>
              <a:xfrm>
                <a:off x="76200" y="38100"/>
                <a:ext cx="660400" cy="698500"/>
              </a:xfrm>
              <a:prstGeom prst="rect">
                <a:avLst/>
              </a:prstGeom>
            </p:spPr>
            <p:txBody>
              <a:bodyPr lIns="33867" tIns="33867" rIns="33867" bIns="33867" rtlCol="0" anchor="ctr"/>
              <a:lstStyle/>
              <a:p>
                <a:pPr algn="ctr">
                  <a:lnSpc>
                    <a:spcPts val="1599"/>
                  </a:lnSpc>
                  <a:spcBef>
                    <a:spcPct val="0"/>
                  </a:spcBef>
                </a:pPr>
                <a:endParaRPr sz="1200"/>
              </a:p>
            </p:txBody>
          </p:sp>
        </p:grpSp>
        <p:sp>
          <p:nvSpPr>
            <p:cNvPr id="283" name="Freeform 20">
              <a:extLst>
                <a:ext uri="{FF2B5EF4-FFF2-40B4-BE49-F238E27FC236}">
                  <a16:creationId xmlns:a16="http://schemas.microsoft.com/office/drawing/2014/main" id="{D1035F9C-21B3-BED9-CACA-766F6283CE25}"/>
                </a:ext>
              </a:extLst>
            </p:cNvPr>
            <p:cNvSpPr/>
            <p:nvPr/>
          </p:nvSpPr>
          <p:spPr>
            <a:xfrm>
              <a:off x="5470739" y="3348428"/>
              <a:ext cx="559609" cy="508545"/>
            </a:xfrm>
            <a:custGeom>
              <a:avLst/>
              <a:gdLst/>
              <a:ahLst/>
              <a:cxnLst/>
              <a:rect l="l" t="t" r="r" b="b"/>
              <a:pathLst>
                <a:path w="839414" h="762818">
                  <a:moveTo>
                    <a:pt x="0" y="0"/>
                  </a:moveTo>
                  <a:lnTo>
                    <a:pt x="839415" y="0"/>
                  </a:lnTo>
                  <a:lnTo>
                    <a:pt x="839415" y="762818"/>
                  </a:lnTo>
                  <a:lnTo>
                    <a:pt x="0" y="762818"/>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grpSp>
      <p:grpSp>
        <p:nvGrpSpPr>
          <p:cNvPr id="135" name="Group 134">
            <a:extLst>
              <a:ext uri="{FF2B5EF4-FFF2-40B4-BE49-F238E27FC236}">
                <a16:creationId xmlns:a16="http://schemas.microsoft.com/office/drawing/2014/main" id="{CE62360C-D1EF-75A7-BC8F-AF4E8239C14A}"/>
              </a:ext>
            </a:extLst>
          </p:cNvPr>
          <p:cNvGrpSpPr/>
          <p:nvPr/>
        </p:nvGrpSpPr>
        <p:grpSpPr>
          <a:xfrm>
            <a:off x="849744" y="3028362"/>
            <a:ext cx="1376890" cy="1376890"/>
            <a:chOff x="849744" y="3028362"/>
            <a:chExt cx="1376890" cy="1376890"/>
          </a:xfrm>
        </p:grpSpPr>
        <p:sp>
          <p:nvSpPr>
            <p:cNvPr id="278" name="Freeform 13">
              <a:extLst>
                <a:ext uri="{FF2B5EF4-FFF2-40B4-BE49-F238E27FC236}">
                  <a16:creationId xmlns:a16="http://schemas.microsoft.com/office/drawing/2014/main" id="{9B415EF8-250C-4A85-6302-EDD2329A0D7E}"/>
                </a:ext>
              </a:extLst>
            </p:cNvPr>
            <p:cNvSpPr/>
            <p:nvPr/>
          </p:nvSpPr>
          <p:spPr>
            <a:xfrm>
              <a:off x="849744" y="3028362"/>
              <a:ext cx="1376890" cy="1376890"/>
            </a:xfrm>
            <a:custGeom>
              <a:avLst/>
              <a:gdLst/>
              <a:ahLst/>
              <a:cxnLst/>
              <a:rect l="l" t="t" r="r" b="b"/>
              <a:pathLst>
                <a:path w="2065335" h="2065335">
                  <a:moveTo>
                    <a:pt x="0" y="0"/>
                  </a:moveTo>
                  <a:lnTo>
                    <a:pt x="2065334" y="0"/>
                  </a:lnTo>
                  <a:lnTo>
                    <a:pt x="2065334" y="2065334"/>
                  </a:lnTo>
                  <a:lnTo>
                    <a:pt x="0" y="2065334"/>
                  </a:lnTo>
                  <a:lnTo>
                    <a:pt x="0" y="0"/>
                  </a:lnTo>
                  <a:close/>
                </a:path>
              </a:pathLst>
            </a:custGeom>
            <a:blipFill>
              <a:blip r:embed="rId15">
                <a:alphaModFix amt="50000"/>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grpSp>
          <p:nvGrpSpPr>
            <p:cNvPr id="279" name="Group 14">
              <a:extLst>
                <a:ext uri="{FF2B5EF4-FFF2-40B4-BE49-F238E27FC236}">
                  <a16:creationId xmlns:a16="http://schemas.microsoft.com/office/drawing/2014/main" id="{6060A448-F247-78B1-81A0-C214C2C11CE6}"/>
                </a:ext>
              </a:extLst>
            </p:cNvPr>
            <p:cNvGrpSpPr/>
            <p:nvPr/>
          </p:nvGrpSpPr>
          <p:grpSpPr>
            <a:xfrm>
              <a:off x="851000" y="3028362"/>
              <a:ext cx="1148678" cy="1148678"/>
              <a:chOff x="0" y="0"/>
              <a:chExt cx="812800" cy="812800"/>
            </a:xfrm>
          </p:grpSpPr>
          <p:sp>
            <p:nvSpPr>
              <p:cNvPr id="280" name="Freeform 15">
                <a:extLst>
                  <a:ext uri="{FF2B5EF4-FFF2-40B4-BE49-F238E27FC236}">
                    <a16:creationId xmlns:a16="http://schemas.microsoft.com/office/drawing/2014/main" id="{37A6B6F1-34CC-9EBE-718F-D954008466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10BF"/>
              </a:solidFill>
              <a:ln>
                <a:noFill/>
              </a:ln>
            </p:spPr>
            <p:txBody>
              <a:bodyPr/>
              <a:lstStyle/>
              <a:p>
                <a:endParaRPr lang="en-US"/>
              </a:p>
            </p:txBody>
          </p:sp>
          <p:sp>
            <p:nvSpPr>
              <p:cNvPr id="281" name="TextBox 16">
                <a:extLst>
                  <a:ext uri="{FF2B5EF4-FFF2-40B4-BE49-F238E27FC236}">
                    <a16:creationId xmlns:a16="http://schemas.microsoft.com/office/drawing/2014/main" id="{D90F2418-D9AB-F54B-EB2C-D1D23569A864}"/>
                  </a:ext>
                </a:extLst>
              </p:cNvPr>
              <p:cNvSpPr txBox="1"/>
              <p:nvPr/>
            </p:nvSpPr>
            <p:spPr>
              <a:xfrm>
                <a:off x="76200" y="38100"/>
                <a:ext cx="660400" cy="698500"/>
              </a:xfrm>
              <a:prstGeom prst="rect">
                <a:avLst/>
              </a:prstGeom>
            </p:spPr>
            <p:txBody>
              <a:bodyPr lIns="33867" tIns="33867" rIns="33867" bIns="33867" rtlCol="0" anchor="ctr"/>
              <a:lstStyle/>
              <a:p>
                <a:pPr algn="ctr">
                  <a:lnSpc>
                    <a:spcPts val="1599"/>
                  </a:lnSpc>
                </a:pPr>
                <a:endParaRPr sz="1200"/>
              </a:p>
            </p:txBody>
          </p:sp>
        </p:grpSp>
        <p:sp>
          <p:nvSpPr>
            <p:cNvPr id="284" name="Freeform 21">
              <a:extLst>
                <a:ext uri="{FF2B5EF4-FFF2-40B4-BE49-F238E27FC236}">
                  <a16:creationId xmlns:a16="http://schemas.microsoft.com/office/drawing/2014/main" id="{64C593AE-B026-F358-414D-D426EFCBCCB4}"/>
                </a:ext>
              </a:extLst>
            </p:cNvPr>
            <p:cNvSpPr/>
            <p:nvPr/>
          </p:nvSpPr>
          <p:spPr>
            <a:xfrm>
              <a:off x="1114810" y="3292171"/>
              <a:ext cx="621059" cy="621059"/>
            </a:xfrm>
            <a:custGeom>
              <a:avLst/>
              <a:gdLst/>
              <a:ahLst/>
              <a:cxnLst/>
              <a:rect l="l" t="t" r="r" b="b"/>
              <a:pathLst>
                <a:path w="931589" h="931589">
                  <a:moveTo>
                    <a:pt x="0" y="0"/>
                  </a:moveTo>
                  <a:lnTo>
                    <a:pt x="931589" y="0"/>
                  </a:lnTo>
                  <a:lnTo>
                    <a:pt x="931589" y="931590"/>
                  </a:lnTo>
                  <a:lnTo>
                    <a:pt x="0" y="93159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US"/>
            </a:p>
          </p:txBody>
        </p:sp>
      </p:grpSp>
      <p:sp>
        <p:nvSpPr>
          <p:cNvPr id="285" name="TextBox 23">
            <a:extLst>
              <a:ext uri="{FF2B5EF4-FFF2-40B4-BE49-F238E27FC236}">
                <a16:creationId xmlns:a16="http://schemas.microsoft.com/office/drawing/2014/main" id="{FBE2005E-E12D-0A52-A55E-1EEB8C0E2B0C}"/>
              </a:ext>
            </a:extLst>
          </p:cNvPr>
          <p:cNvSpPr txBox="1"/>
          <p:nvPr/>
        </p:nvSpPr>
        <p:spPr>
          <a:xfrm>
            <a:off x="581060" y="4380424"/>
            <a:ext cx="1329545" cy="244811"/>
          </a:xfrm>
          <a:prstGeom prst="rect">
            <a:avLst/>
          </a:prstGeom>
        </p:spPr>
        <p:txBody>
          <a:bodyPr lIns="0" tIns="0" rIns="0" bIns="0" rtlCol="0" anchor="t">
            <a:spAutoFit/>
          </a:bodyPr>
          <a:lstStyle/>
          <a:p>
            <a:pPr marL="0" lvl="1" algn="ctr">
              <a:lnSpc>
                <a:spcPts val="2053"/>
              </a:lnSpc>
              <a:spcBef>
                <a:spcPct val="0"/>
              </a:spcBef>
            </a:pPr>
            <a:r>
              <a:rPr lang="en-US" sz="1466" b="1" spc="47">
                <a:solidFill>
                  <a:srgbClr val="204A59"/>
                </a:solidFill>
                <a:latin typeface="+mj-lt"/>
                <a:ea typeface="Open Sauce Bold"/>
                <a:cs typeface="Open Sauce Bold"/>
                <a:sym typeface="Open Sauce Bold"/>
              </a:rPr>
              <a:t>1. Migration</a:t>
            </a:r>
          </a:p>
        </p:txBody>
      </p:sp>
      <p:sp>
        <p:nvSpPr>
          <p:cNvPr id="286" name="TextBox 24">
            <a:extLst>
              <a:ext uri="{FF2B5EF4-FFF2-40B4-BE49-F238E27FC236}">
                <a16:creationId xmlns:a16="http://schemas.microsoft.com/office/drawing/2014/main" id="{5D6D2796-02FE-C521-9CDC-1E25E483D7BB}"/>
              </a:ext>
            </a:extLst>
          </p:cNvPr>
          <p:cNvSpPr txBox="1"/>
          <p:nvPr/>
        </p:nvSpPr>
        <p:spPr>
          <a:xfrm>
            <a:off x="708031" y="4707425"/>
            <a:ext cx="2329697" cy="1025922"/>
          </a:xfrm>
          <a:prstGeom prst="rect">
            <a:avLst/>
          </a:prstGeom>
        </p:spPr>
        <p:txBody>
          <a:bodyPr wrap="square" lIns="0" tIns="0" rIns="0" bIns="0" rtlCol="0" anchor="t">
            <a:spAutoFit/>
          </a:bodyPr>
          <a:lstStyle/>
          <a:p>
            <a:pPr>
              <a:lnSpc>
                <a:spcPts val="1599"/>
              </a:lnSpc>
              <a:spcBef>
                <a:spcPct val="0"/>
              </a:spcBef>
            </a:pPr>
            <a:r>
              <a:rPr lang="en-US" sz="1400">
                <a:solidFill>
                  <a:srgbClr val="878F8B"/>
                </a:solidFill>
                <a:ea typeface="Canva Sans"/>
                <a:cs typeface="Canva Sans"/>
                <a:sym typeface="Canva Sans"/>
              </a:rPr>
              <a:t>Migration of 3 Reports/workbooks comprising dashboards and data sources from Tableau Server to Tableau Online</a:t>
            </a:r>
          </a:p>
        </p:txBody>
      </p:sp>
      <p:sp>
        <p:nvSpPr>
          <p:cNvPr id="287" name="TextBox 26">
            <a:extLst>
              <a:ext uri="{FF2B5EF4-FFF2-40B4-BE49-F238E27FC236}">
                <a16:creationId xmlns:a16="http://schemas.microsoft.com/office/drawing/2014/main" id="{5C65C2AE-7AD8-5B0B-8EA1-42C41016996A}"/>
              </a:ext>
            </a:extLst>
          </p:cNvPr>
          <p:cNvSpPr txBox="1"/>
          <p:nvPr/>
        </p:nvSpPr>
        <p:spPr>
          <a:xfrm>
            <a:off x="3008786" y="4399931"/>
            <a:ext cx="1522843" cy="244811"/>
          </a:xfrm>
          <a:prstGeom prst="rect">
            <a:avLst/>
          </a:prstGeom>
        </p:spPr>
        <p:txBody>
          <a:bodyPr lIns="0" tIns="0" rIns="0" bIns="0" rtlCol="0" anchor="t">
            <a:spAutoFit/>
          </a:bodyPr>
          <a:lstStyle/>
          <a:p>
            <a:pPr marL="0" lvl="1" algn="ctr">
              <a:lnSpc>
                <a:spcPts val="2053"/>
              </a:lnSpc>
              <a:spcBef>
                <a:spcPct val="0"/>
              </a:spcBef>
            </a:pPr>
            <a:r>
              <a:rPr lang="en-US" sz="1466" b="1" spc="47">
                <a:solidFill>
                  <a:srgbClr val="204A59"/>
                </a:solidFill>
                <a:latin typeface="+mj-lt"/>
                <a:ea typeface="Open Sauce Bold"/>
                <a:cs typeface="Open Sauce Bold"/>
                <a:sym typeface="Open Sauce Bold"/>
              </a:rPr>
              <a:t>2. Validation</a:t>
            </a:r>
          </a:p>
        </p:txBody>
      </p:sp>
      <p:sp>
        <p:nvSpPr>
          <p:cNvPr id="128" name="TextBox 27">
            <a:extLst>
              <a:ext uri="{FF2B5EF4-FFF2-40B4-BE49-F238E27FC236}">
                <a16:creationId xmlns:a16="http://schemas.microsoft.com/office/drawing/2014/main" id="{97F73740-3F62-93DE-BA5A-C693D1223F20}"/>
              </a:ext>
            </a:extLst>
          </p:cNvPr>
          <p:cNvSpPr txBox="1"/>
          <p:nvPr/>
        </p:nvSpPr>
        <p:spPr>
          <a:xfrm>
            <a:off x="3180862" y="4708490"/>
            <a:ext cx="2284217" cy="1025922"/>
          </a:xfrm>
          <a:prstGeom prst="rect">
            <a:avLst/>
          </a:prstGeom>
        </p:spPr>
        <p:txBody>
          <a:bodyPr wrap="square" lIns="0" tIns="0" rIns="0" bIns="0" rtlCol="0" anchor="t">
            <a:spAutoFit/>
          </a:bodyPr>
          <a:lstStyle/>
          <a:p>
            <a:pPr>
              <a:lnSpc>
                <a:spcPts val="1599"/>
              </a:lnSpc>
              <a:spcBef>
                <a:spcPct val="0"/>
              </a:spcBef>
            </a:pPr>
            <a:r>
              <a:rPr lang="en-US" sz="1400">
                <a:solidFill>
                  <a:srgbClr val="878F8B"/>
                </a:solidFill>
                <a:ea typeface="Canva Sans"/>
                <a:cs typeface="Canva Sans"/>
                <a:sym typeface="Canva Sans"/>
              </a:rPr>
              <a:t>Validation of the successful migration of data sources and workbooks, ensuring data integrity, user access, and overall functionality</a:t>
            </a:r>
          </a:p>
        </p:txBody>
      </p:sp>
      <p:sp>
        <p:nvSpPr>
          <p:cNvPr id="129" name="TextBox 28">
            <a:extLst>
              <a:ext uri="{FF2B5EF4-FFF2-40B4-BE49-F238E27FC236}">
                <a16:creationId xmlns:a16="http://schemas.microsoft.com/office/drawing/2014/main" id="{83F694F6-8A5E-28BA-7589-4E2E70167D76}"/>
              </a:ext>
            </a:extLst>
          </p:cNvPr>
          <p:cNvSpPr txBox="1"/>
          <p:nvPr/>
        </p:nvSpPr>
        <p:spPr>
          <a:xfrm>
            <a:off x="5641847" y="4412692"/>
            <a:ext cx="2169802" cy="244747"/>
          </a:xfrm>
          <a:prstGeom prst="rect">
            <a:avLst/>
          </a:prstGeom>
        </p:spPr>
        <p:txBody>
          <a:bodyPr wrap="square" lIns="0" tIns="0" rIns="0" bIns="0" rtlCol="0" anchor="t">
            <a:spAutoFit/>
          </a:bodyPr>
          <a:lstStyle/>
          <a:p>
            <a:pPr marL="0" lvl="1" algn="ctr">
              <a:lnSpc>
                <a:spcPts val="2053"/>
              </a:lnSpc>
              <a:spcBef>
                <a:spcPct val="0"/>
              </a:spcBef>
            </a:pPr>
            <a:r>
              <a:rPr lang="en-US" sz="1466" b="1" spc="47">
                <a:solidFill>
                  <a:srgbClr val="204A59"/>
                </a:solidFill>
                <a:latin typeface="+mj-lt"/>
                <a:ea typeface="Open Sauce Bold"/>
                <a:cs typeface="Open Sauce Bold"/>
                <a:sym typeface="Open Sauce Bold"/>
              </a:rPr>
              <a:t>3. Migration Success</a:t>
            </a:r>
          </a:p>
        </p:txBody>
      </p:sp>
      <p:sp>
        <p:nvSpPr>
          <p:cNvPr id="131" name="TextBox 29">
            <a:extLst>
              <a:ext uri="{FF2B5EF4-FFF2-40B4-BE49-F238E27FC236}">
                <a16:creationId xmlns:a16="http://schemas.microsoft.com/office/drawing/2014/main" id="{C0C92290-C03B-8A24-A178-3DBFCA63E153}"/>
              </a:ext>
            </a:extLst>
          </p:cNvPr>
          <p:cNvSpPr txBox="1"/>
          <p:nvPr/>
        </p:nvSpPr>
        <p:spPr>
          <a:xfrm>
            <a:off x="5751346" y="4741542"/>
            <a:ext cx="1522843" cy="615553"/>
          </a:xfrm>
          <a:prstGeom prst="rect">
            <a:avLst/>
          </a:prstGeom>
        </p:spPr>
        <p:txBody>
          <a:bodyPr lIns="0" tIns="0" rIns="0" bIns="0" rtlCol="0" anchor="t">
            <a:spAutoFit/>
          </a:bodyPr>
          <a:lstStyle/>
          <a:p>
            <a:pPr>
              <a:lnSpc>
                <a:spcPts val="1599"/>
              </a:lnSpc>
              <a:spcBef>
                <a:spcPct val="0"/>
              </a:spcBef>
            </a:pPr>
            <a:r>
              <a:rPr lang="en-US" sz="1400">
                <a:solidFill>
                  <a:srgbClr val="878F8B"/>
                </a:solidFill>
                <a:ea typeface="Canva Sans"/>
                <a:cs typeface="Canva Sans"/>
                <a:sym typeface="Canva Sans"/>
              </a:rPr>
              <a:t>Go live and Normalization support</a:t>
            </a:r>
          </a:p>
        </p:txBody>
      </p:sp>
      <p:sp>
        <p:nvSpPr>
          <p:cNvPr id="132" name="Freeform 17">
            <a:extLst>
              <a:ext uri="{FF2B5EF4-FFF2-40B4-BE49-F238E27FC236}">
                <a16:creationId xmlns:a16="http://schemas.microsoft.com/office/drawing/2014/main" id="{7D9D5897-4FA9-9D8A-EFE8-FAA3CD47009E}"/>
              </a:ext>
            </a:extLst>
          </p:cNvPr>
          <p:cNvSpPr/>
          <p:nvPr/>
        </p:nvSpPr>
        <p:spPr>
          <a:xfrm>
            <a:off x="7831364" y="1147217"/>
            <a:ext cx="4053544" cy="4200563"/>
          </a:xfrm>
          <a:custGeom>
            <a:avLst/>
            <a:gdLst/>
            <a:ahLst/>
            <a:cxnLst/>
            <a:rect l="l" t="t" r="r" b="b"/>
            <a:pathLst>
              <a:path w="5787505" h="5997414">
                <a:moveTo>
                  <a:pt x="0" y="0"/>
                </a:moveTo>
                <a:lnTo>
                  <a:pt x="5787504" y="0"/>
                </a:lnTo>
                <a:lnTo>
                  <a:pt x="5787504" y="5997414"/>
                </a:lnTo>
                <a:lnTo>
                  <a:pt x="0" y="5997414"/>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US"/>
          </a:p>
        </p:txBody>
      </p:sp>
      <p:sp>
        <p:nvSpPr>
          <p:cNvPr id="138" name="TextBox 23">
            <a:extLst>
              <a:ext uri="{FF2B5EF4-FFF2-40B4-BE49-F238E27FC236}">
                <a16:creationId xmlns:a16="http://schemas.microsoft.com/office/drawing/2014/main" id="{2639A586-07ED-736F-3C54-411958CEE95B}"/>
              </a:ext>
            </a:extLst>
          </p:cNvPr>
          <p:cNvSpPr txBox="1"/>
          <p:nvPr/>
        </p:nvSpPr>
        <p:spPr>
          <a:xfrm>
            <a:off x="-103154" y="2536593"/>
            <a:ext cx="1329545" cy="244811"/>
          </a:xfrm>
          <a:prstGeom prst="rect">
            <a:avLst/>
          </a:prstGeom>
        </p:spPr>
        <p:txBody>
          <a:bodyPr lIns="0" tIns="0" rIns="0" bIns="0" rtlCol="0" anchor="t">
            <a:spAutoFit/>
          </a:bodyPr>
          <a:lstStyle/>
          <a:p>
            <a:pPr marL="0" lvl="1" algn="ctr">
              <a:lnSpc>
                <a:spcPts val="2053"/>
              </a:lnSpc>
              <a:spcBef>
                <a:spcPct val="0"/>
              </a:spcBef>
            </a:pPr>
            <a:r>
              <a:rPr lang="en-US" sz="1466" b="1" spc="47">
                <a:solidFill>
                  <a:srgbClr val="204A59"/>
                </a:solidFill>
                <a:latin typeface="+mj-lt"/>
                <a:ea typeface="Open Sauce Bold"/>
                <a:cs typeface="Open Sauce Bold"/>
                <a:sym typeface="Open Sauce Bold"/>
              </a:rPr>
              <a:t>Scope:</a:t>
            </a:r>
          </a:p>
        </p:txBody>
      </p:sp>
      <p:pic>
        <p:nvPicPr>
          <p:cNvPr id="4" name="Picture 3">
            <a:extLst>
              <a:ext uri="{FF2B5EF4-FFF2-40B4-BE49-F238E27FC236}">
                <a16:creationId xmlns:a16="http://schemas.microsoft.com/office/drawing/2014/main" id="{66356F98-5259-47C8-A922-C29EBC2D37C7}"/>
              </a:ext>
            </a:extLst>
          </p:cNvPr>
          <p:cNvPicPr>
            <a:picLocks noChangeAspect="1"/>
          </p:cNvPicPr>
          <p:nvPr/>
        </p:nvPicPr>
        <p:blipFill>
          <a:blip r:embed="rId21"/>
          <a:stretch>
            <a:fillRect/>
          </a:stretch>
        </p:blipFill>
        <p:spPr>
          <a:xfrm>
            <a:off x="-8513" y="6498098"/>
            <a:ext cx="12192000" cy="368922"/>
          </a:xfrm>
          <a:prstGeom prst="rect">
            <a:avLst/>
          </a:prstGeom>
        </p:spPr>
      </p:pic>
    </p:spTree>
    <p:extLst>
      <p:ext uri="{BB962C8B-B14F-4D97-AF65-F5344CB8AC3E}">
        <p14:creationId xmlns:p14="http://schemas.microsoft.com/office/powerpoint/2010/main" val="3715455017"/>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 name="Group 18">
            <a:extLst>
              <a:ext uri="{FF2B5EF4-FFF2-40B4-BE49-F238E27FC236}">
                <a16:creationId xmlns:a16="http://schemas.microsoft.com/office/drawing/2014/main" id="{CE3BAE9D-060E-E8D4-19AA-37A9110C4630}"/>
              </a:ext>
            </a:extLst>
          </p:cNvPr>
          <p:cNvGrpSpPr/>
          <p:nvPr/>
        </p:nvGrpSpPr>
        <p:grpSpPr>
          <a:xfrm>
            <a:off x="1059544" y="2904349"/>
            <a:ext cx="3823470" cy="1365479"/>
            <a:chOff x="0" y="-9525"/>
            <a:chExt cx="1510507" cy="415925"/>
          </a:xfrm>
        </p:grpSpPr>
        <p:sp>
          <p:nvSpPr>
            <p:cNvPr id="5" name="Freeform 19">
              <a:extLst>
                <a:ext uri="{FF2B5EF4-FFF2-40B4-BE49-F238E27FC236}">
                  <a16:creationId xmlns:a16="http://schemas.microsoft.com/office/drawing/2014/main" id="{14CB37A3-21CD-098C-D658-48CE6073A254}"/>
                </a:ext>
              </a:extLst>
            </p:cNvPr>
            <p:cNvSpPr/>
            <p:nvPr/>
          </p:nvSpPr>
          <p:spPr>
            <a:xfrm>
              <a:off x="0" y="0"/>
              <a:ext cx="1510507" cy="406400"/>
            </a:xfrm>
            <a:custGeom>
              <a:avLst/>
              <a:gdLst/>
              <a:ahLst/>
              <a:cxnLst/>
              <a:rect l="l" t="t" r="r" b="b"/>
              <a:pathLst>
                <a:path w="1510507" h="406400">
                  <a:moveTo>
                    <a:pt x="0" y="0"/>
                  </a:moveTo>
                  <a:lnTo>
                    <a:pt x="1510507" y="0"/>
                  </a:lnTo>
                  <a:lnTo>
                    <a:pt x="1510507" y="406400"/>
                  </a:lnTo>
                  <a:lnTo>
                    <a:pt x="0" y="406400"/>
                  </a:lnTo>
                  <a:close/>
                </a:path>
              </a:pathLst>
            </a:custGeom>
            <a:solidFill>
              <a:srgbClr val="ECF0F3"/>
            </a:solidFill>
          </p:spPr>
          <p:txBody>
            <a:bodyPr/>
            <a:lstStyle/>
            <a:p>
              <a:endParaRPr lang="en-US"/>
            </a:p>
          </p:txBody>
        </p:sp>
        <p:sp>
          <p:nvSpPr>
            <p:cNvPr id="6" name="TextBox 20">
              <a:extLst>
                <a:ext uri="{FF2B5EF4-FFF2-40B4-BE49-F238E27FC236}">
                  <a16:creationId xmlns:a16="http://schemas.microsoft.com/office/drawing/2014/main" id="{C9E1F0F5-675C-63ED-F6C0-9B0772401E3B}"/>
                </a:ext>
              </a:extLst>
            </p:cNvPr>
            <p:cNvSpPr txBox="1"/>
            <p:nvPr/>
          </p:nvSpPr>
          <p:spPr>
            <a:xfrm>
              <a:off x="0" y="-9525"/>
              <a:ext cx="1510507" cy="415925"/>
            </a:xfrm>
            <a:prstGeom prst="rect">
              <a:avLst/>
            </a:prstGeom>
          </p:spPr>
          <p:txBody>
            <a:bodyPr lIns="33867" tIns="33867" rIns="33867" bIns="33867" rtlCol="0" anchor="ctr"/>
            <a:lstStyle/>
            <a:p>
              <a:pPr algn="ctr">
                <a:lnSpc>
                  <a:spcPts val="1600"/>
                </a:lnSpc>
              </a:pPr>
              <a:endParaRPr sz="1200"/>
            </a:p>
          </p:txBody>
        </p:sp>
      </p:grpSp>
      <p:grpSp>
        <p:nvGrpSpPr>
          <p:cNvPr id="8" name="Group 8">
            <a:extLst>
              <a:ext uri="{FF2B5EF4-FFF2-40B4-BE49-F238E27FC236}">
                <a16:creationId xmlns:a16="http://schemas.microsoft.com/office/drawing/2014/main" id="{BAF60783-BE92-233A-FACC-D80F1EE3613D}"/>
              </a:ext>
            </a:extLst>
          </p:cNvPr>
          <p:cNvGrpSpPr/>
          <p:nvPr/>
        </p:nvGrpSpPr>
        <p:grpSpPr>
          <a:xfrm>
            <a:off x="1059544" y="1314799"/>
            <a:ext cx="3823470" cy="1447255"/>
            <a:chOff x="0" y="-9525"/>
            <a:chExt cx="1510507" cy="415925"/>
          </a:xfrm>
        </p:grpSpPr>
        <p:sp>
          <p:nvSpPr>
            <p:cNvPr id="9" name="Freeform 9">
              <a:extLst>
                <a:ext uri="{FF2B5EF4-FFF2-40B4-BE49-F238E27FC236}">
                  <a16:creationId xmlns:a16="http://schemas.microsoft.com/office/drawing/2014/main" id="{E035BFCB-53A0-67DC-3053-B00A121C2B2E}"/>
                </a:ext>
              </a:extLst>
            </p:cNvPr>
            <p:cNvSpPr/>
            <p:nvPr/>
          </p:nvSpPr>
          <p:spPr>
            <a:xfrm>
              <a:off x="0" y="0"/>
              <a:ext cx="1510507" cy="406400"/>
            </a:xfrm>
            <a:custGeom>
              <a:avLst/>
              <a:gdLst/>
              <a:ahLst/>
              <a:cxnLst/>
              <a:rect l="l" t="t" r="r" b="b"/>
              <a:pathLst>
                <a:path w="1510507" h="406400">
                  <a:moveTo>
                    <a:pt x="0" y="0"/>
                  </a:moveTo>
                  <a:lnTo>
                    <a:pt x="1510507" y="0"/>
                  </a:lnTo>
                  <a:lnTo>
                    <a:pt x="1510507" y="406400"/>
                  </a:lnTo>
                  <a:lnTo>
                    <a:pt x="0" y="406400"/>
                  </a:lnTo>
                  <a:close/>
                </a:path>
              </a:pathLst>
            </a:custGeom>
            <a:solidFill>
              <a:srgbClr val="ECF0F3"/>
            </a:solidFill>
          </p:spPr>
          <p:txBody>
            <a:bodyPr/>
            <a:lstStyle/>
            <a:p>
              <a:endParaRPr lang="en-US"/>
            </a:p>
          </p:txBody>
        </p:sp>
        <p:sp>
          <p:nvSpPr>
            <p:cNvPr id="10" name="TextBox 10">
              <a:extLst>
                <a:ext uri="{FF2B5EF4-FFF2-40B4-BE49-F238E27FC236}">
                  <a16:creationId xmlns:a16="http://schemas.microsoft.com/office/drawing/2014/main" id="{F51F7B2E-45B1-6064-8C1A-9076404D9776}"/>
                </a:ext>
              </a:extLst>
            </p:cNvPr>
            <p:cNvSpPr txBox="1"/>
            <p:nvPr/>
          </p:nvSpPr>
          <p:spPr>
            <a:xfrm>
              <a:off x="0" y="-9525"/>
              <a:ext cx="1510507" cy="415925"/>
            </a:xfrm>
            <a:prstGeom prst="rect">
              <a:avLst/>
            </a:prstGeom>
          </p:spPr>
          <p:txBody>
            <a:bodyPr lIns="33867" tIns="33867" rIns="33867" bIns="33867" rtlCol="0" anchor="ctr"/>
            <a:lstStyle/>
            <a:p>
              <a:pPr algn="ctr">
                <a:lnSpc>
                  <a:spcPts val="1600"/>
                </a:lnSpc>
              </a:pPr>
              <a:endParaRPr sz="1200"/>
            </a:p>
          </p:txBody>
        </p:sp>
      </p:grpSp>
      <p:sp>
        <p:nvSpPr>
          <p:cNvPr id="11" name="Freeform 16">
            <a:extLst>
              <a:ext uri="{FF2B5EF4-FFF2-40B4-BE49-F238E27FC236}">
                <a16:creationId xmlns:a16="http://schemas.microsoft.com/office/drawing/2014/main" id="{20542C6E-A7EC-8CB9-492E-1996F7086DCE}"/>
              </a:ext>
            </a:extLst>
          </p:cNvPr>
          <p:cNvSpPr/>
          <p:nvPr/>
        </p:nvSpPr>
        <p:spPr>
          <a:xfrm rot="5400000" flipV="1">
            <a:off x="721591" y="3118334"/>
            <a:ext cx="868172" cy="1041286"/>
          </a:xfrm>
          <a:custGeom>
            <a:avLst/>
            <a:gdLst/>
            <a:ahLst/>
            <a:cxnLst/>
            <a:rect l="l" t="t" r="r" b="b"/>
            <a:pathLst>
              <a:path w="1302258" h="1561929">
                <a:moveTo>
                  <a:pt x="0" y="1561928"/>
                </a:moveTo>
                <a:lnTo>
                  <a:pt x="1302258" y="1561928"/>
                </a:lnTo>
                <a:lnTo>
                  <a:pt x="1302258" y="0"/>
                </a:lnTo>
                <a:lnTo>
                  <a:pt x="0" y="0"/>
                </a:lnTo>
                <a:lnTo>
                  <a:pt x="0" y="1561928"/>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TextBox 35">
            <a:extLst>
              <a:ext uri="{FF2B5EF4-FFF2-40B4-BE49-F238E27FC236}">
                <a16:creationId xmlns:a16="http://schemas.microsoft.com/office/drawing/2014/main" id="{6021FD65-1CA6-7B65-8623-225DFF470717}"/>
              </a:ext>
            </a:extLst>
          </p:cNvPr>
          <p:cNvSpPr txBox="1"/>
          <p:nvPr/>
        </p:nvSpPr>
        <p:spPr>
          <a:xfrm>
            <a:off x="1049308" y="4707138"/>
            <a:ext cx="2239686" cy="187231"/>
          </a:xfrm>
          <a:prstGeom prst="rect">
            <a:avLst/>
          </a:prstGeom>
        </p:spPr>
        <p:txBody>
          <a:bodyPr wrap="square" lIns="0" tIns="0" rIns="0" bIns="0" rtlCol="0" anchor="t">
            <a:spAutoFit/>
          </a:bodyPr>
          <a:lstStyle/>
          <a:p>
            <a:pPr>
              <a:lnSpc>
                <a:spcPts val="1440"/>
              </a:lnSpc>
              <a:spcBef>
                <a:spcPct val="0"/>
              </a:spcBef>
            </a:pPr>
            <a:r>
              <a:rPr lang="en-US" b="1">
                <a:solidFill>
                  <a:srgbClr val="313131"/>
                </a:solidFill>
                <a:ea typeface="Open Sauce Bold"/>
                <a:cs typeface="Open Sauce Bold"/>
                <a:sym typeface="Open Sauce Bold"/>
              </a:rPr>
              <a:t>Delivery Manager</a:t>
            </a:r>
          </a:p>
        </p:txBody>
      </p:sp>
      <p:sp>
        <p:nvSpPr>
          <p:cNvPr id="15" name="TextBox 39">
            <a:extLst>
              <a:ext uri="{FF2B5EF4-FFF2-40B4-BE49-F238E27FC236}">
                <a16:creationId xmlns:a16="http://schemas.microsoft.com/office/drawing/2014/main" id="{EDD04355-2605-E4A3-2572-1B102831D2DF}"/>
              </a:ext>
            </a:extLst>
          </p:cNvPr>
          <p:cNvSpPr txBox="1"/>
          <p:nvPr/>
        </p:nvSpPr>
        <p:spPr>
          <a:xfrm>
            <a:off x="1868521" y="1838375"/>
            <a:ext cx="3014493" cy="677108"/>
          </a:xfrm>
          <a:prstGeom prst="rect">
            <a:avLst/>
          </a:prstGeom>
        </p:spPr>
        <p:txBody>
          <a:bodyPr wrap="square" lIns="0" tIns="0" rIns="0" bIns="0" rtlCol="0" anchor="t">
            <a:spAutoFit/>
          </a:bodyPr>
          <a:lstStyle/>
          <a:p>
            <a:r>
              <a:rPr lang="en-US" sz="1100"/>
              <a:t>- Overall project oversight</a:t>
            </a:r>
            <a:br>
              <a:rPr lang="en-US" sz="1100"/>
            </a:br>
            <a:r>
              <a:rPr lang="en-US" sz="1100"/>
              <a:t>- Client communication &amp; stakeholder alignment</a:t>
            </a:r>
            <a:br>
              <a:rPr lang="en-US" sz="1100"/>
            </a:br>
            <a:r>
              <a:rPr lang="en-US" sz="1100"/>
              <a:t>- Risk management</a:t>
            </a:r>
            <a:br>
              <a:rPr lang="en-US" sz="1100"/>
            </a:br>
            <a:r>
              <a:rPr lang="en-US" sz="1100"/>
              <a:t>- Escalation point</a:t>
            </a:r>
            <a:endParaRPr lang="en-IN" sz="1100"/>
          </a:p>
        </p:txBody>
      </p:sp>
      <p:sp>
        <p:nvSpPr>
          <p:cNvPr id="16" name="TextBox 41">
            <a:extLst>
              <a:ext uri="{FF2B5EF4-FFF2-40B4-BE49-F238E27FC236}">
                <a16:creationId xmlns:a16="http://schemas.microsoft.com/office/drawing/2014/main" id="{0089ECAE-02EB-13E5-1E11-8F0366AAB16D}"/>
              </a:ext>
            </a:extLst>
          </p:cNvPr>
          <p:cNvSpPr txBox="1"/>
          <p:nvPr/>
        </p:nvSpPr>
        <p:spPr>
          <a:xfrm>
            <a:off x="1868522" y="3109791"/>
            <a:ext cx="2239684" cy="187231"/>
          </a:xfrm>
          <a:prstGeom prst="rect">
            <a:avLst/>
          </a:prstGeom>
        </p:spPr>
        <p:txBody>
          <a:bodyPr wrap="square" lIns="0" tIns="0" rIns="0" bIns="0" rtlCol="0" anchor="t">
            <a:spAutoFit/>
          </a:bodyPr>
          <a:lstStyle/>
          <a:p>
            <a:pPr>
              <a:lnSpc>
                <a:spcPts val="1440"/>
              </a:lnSpc>
              <a:spcBef>
                <a:spcPct val="0"/>
              </a:spcBef>
            </a:pPr>
            <a:r>
              <a:rPr lang="en-US" b="1">
                <a:solidFill>
                  <a:srgbClr val="313131"/>
                </a:solidFill>
                <a:ea typeface="Open Sauce Bold"/>
                <a:cs typeface="Open Sauce Bold"/>
                <a:sym typeface="Open Sauce Bold"/>
              </a:rPr>
              <a:t>Project Lead</a:t>
            </a:r>
          </a:p>
        </p:txBody>
      </p:sp>
      <p:sp>
        <p:nvSpPr>
          <p:cNvPr id="17" name="TextBox 43">
            <a:extLst>
              <a:ext uri="{FF2B5EF4-FFF2-40B4-BE49-F238E27FC236}">
                <a16:creationId xmlns:a16="http://schemas.microsoft.com/office/drawing/2014/main" id="{0340D44F-FCB3-B8CF-D715-0D00821BEF25}"/>
              </a:ext>
            </a:extLst>
          </p:cNvPr>
          <p:cNvSpPr txBox="1"/>
          <p:nvPr/>
        </p:nvSpPr>
        <p:spPr>
          <a:xfrm>
            <a:off x="1868521" y="3420230"/>
            <a:ext cx="2675197" cy="666849"/>
          </a:xfrm>
          <a:prstGeom prst="rect">
            <a:avLst/>
          </a:prstGeom>
        </p:spPr>
        <p:txBody>
          <a:bodyPr wrap="square" lIns="0" tIns="0" rIns="0" bIns="0" rtlCol="0" anchor="t">
            <a:spAutoFit/>
          </a:bodyPr>
          <a:lstStyle/>
          <a:p>
            <a:pPr>
              <a:lnSpc>
                <a:spcPts val="1280"/>
              </a:lnSpc>
              <a:spcBef>
                <a:spcPct val="0"/>
              </a:spcBef>
            </a:pPr>
            <a:r>
              <a:rPr lang="en-US" sz="1100"/>
              <a:t>- Project planning &amp; execution</a:t>
            </a:r>
            <a:br>
              <a:rPr lang="en-US" sz="1100"/>
            </a:br>
            <a:r>
              <a:rPr lang="en-US" sz="1100"/>
              <a:t>- Task allocation &amp; progress tracking</a:t>
            </a:r>
            <a:br>
              <a:rPr lang="en-US" sz="1100"/>
            </a:br>
            <a:r>
              <a:rPr lang="en-US" sz="1100"/>
              <a:t>- Coordination among teams</a:t>
            </a:r>
            <a:br>
              <a:rPr lang="en-US" sz="1100"/>
            </a:br>
            <a:r>
              <a:rPr lang="en-US" sz="1100"/>
              <a:t>- Weekly status reporting</a:t>
            </a:r>
            <a:endParaRPr lang="en-US" sz="1067">
              <a:solidFill>
                <a:srgbClr val="313131"/>
              </a:solidFill>
              <a:ea typeface="Open Sauce"/>
              <a:cs typeface="Open Sauce"/>
              <a:sym typeface="Open Sauce"/>
            </a:endParaRPr>
          </a:p>
        </p:txBody>
      </p:sp>
      <p:grpSp>
        <p:nvGrpSpPr>
          <p:cNvPr id="20" name="Group 11">
            <a:extLst>
              <a:ext uri="{FF2B5EF4-FFF2-40B4-BE49-F238E27FC236}">
                <a16:creationId xmlns:a16="http://schemas.microsoft.com/office/drawing/2014/main" id="{7743F0CF-F8C6-DB8E-EA0F-83A111C1DA9B}"/>
              </a:ext>
            </a:extLst>
          </p:cNvPr>
          <p:cNvGrpSpPr/>
          <p:nvPr/>
        </p:nvGrpSpPr>
        <p:grpSpPr>
          <a:xfrm>
            <a:off x="6585899" y="3560712"/>
            <a:ext cx="3823470" cy="1438962"/>
            <a:chOff x="0" y="-9525"/>
            <a:chExt cx="1510507" cy="415925"/>
          </a:xfrm>
        </p:grpSpPr>
        <p:sp>
          <p:nvSpPr>
            <p:cNvPr id="21" name="Freeform 12">
              <a:extLst>
                <a:ext uri="{FF2B5EF4-FFF2-40B4-BE49-F238E27FC236}">
                  <a16:creationId xmlns:a16="http://schemas.microsoft.com/office/drawing/2014/main" id="{28C1D40F-4337-3964-3944-F13B4F1C4804}"/>
                </a:ext>
              </a:extLst>
            </p:cNvPr>
            <p:cNvSpPr/>
            <p:nvPr/>
          </p:nvSpPr>
          <p:spPr>
            <a:xfrm>
              <a:off x="0" y="0"/>
              <a:ext cx="1510507" cy="406400"/>
            </a:xfrm>
            <a:custGeom>
              <a:avLst/>
              <a:gdLst/>
              <a:ahLst/>
              <a:cxnLst/>
              <a:rect l="l" t="t" r="r" b="b"/>
              <a:pathLst>
                <a:path w="1510507" h="406400">
                  <a:moveTo>
                    <a:pt x="0" y="0"/>
                  </a:moveTo>
                  <a:lnTo>
                    <a:pt x="1510507" y="0"/>
                  </a:lnTo>
                  <a:lnTo>
                    <a:pt x="1510507" y="406400"/>
                  </a:lnTo>
                  <a:lnTo>
                    <a:pt x="0" y="406400"/>
                  </a:lnTo>
                  <a:close/>
                </a:path>
              </a:pathLst>
            </a:custGeom>
            <a:solidFill>
              <a:srgbClr val="ECF0F3"/>
            </a:solidFill>
          </p:spPr>
          <p:txBody>
            <a:bodyPr/>
            <a:lstStyle/>
            <a:p>
              <a:endParaRPr lang="en-US"/>
            </a:p>
          </p:txBody>
        </p:sp>
        <p:sp>
          <p:nvSpPr>
            <p:cNvPr id="22" name="TextBox 13">
              <a:extLst>
                <a:ext uri="{FF2B5EF4-FFF2-40B4-BE49-F238E27FC236}">
                  <a16:creationId xmlns:a16="http://schemas.microsoft.com/office/drawing/2014/main" id="{783BBBEA-EF9D-3421-BAF8-81CF8885453B}"/>
                </a:ext>
              </a:extLst>
            </p:cNvPr>
            <p:cNvSpPr txBox="1"/>
            <p:nvPr/>
          </p:nvSpPr>
          <p:spPr>
            <a:xfrm>
              <a:off x="0" y="-9525"/>
              <a:ext cx="1510507" cy="415925"/>
            </a:xfrm>
            <a:prstGeom prst="rect">
              <a:avLst/>
            </a:prstGeom>
          </p:spPr>
          <p:txBody>
            <a:bodyPr lIns="33867" tIns="33867" rIns="33867" bIns="33867" rtlCol="0" anchor="ctr"/>
            <a:lstStyle/>
            <a:p>
              <a:pPr algn="ctr">
                <a:lnSpc>
                  <a:spcPts val="1600"/>
                </a:lnSpc>
              </a:pPr>
              <a:endParaRPr sz="1200"/>
            </a:p>
          </p:txBody>
        </p:sp>
      </p:grpSp>
      <p:sp>
        <p:nvSpPr>
          <p:cNvPr id="23" name="Freeform 25">
            <a:extLst>
              <a:ext uri="{FF2B5EF4-FFF2-40B4-BE49-F238E27FC236}">
                <a16:creationId xmlns:a16="http://schemas.microsoft.com/office/drawing/2014/main" id="{77AB8F04-3095-EA65-B39B-7640641CF0F0}"/>
              </a:ext>
            </a:extLst>
          </p:cNvPr>
          <p:cNvSpPr/>
          <p:nvPr/>
        </p:nvSpPr>
        <p:spPr>
          <a:xfrm rot="5400000" flipV="1">
            <a:off x="6254892" y="3726848"/>
            <a:ext cx="868172" cy="1041286"/>
          </a:xfrm>
          <a:custGeom>
            <a:avLst/>
            <a:gdLst/>
            <a:ahLst/>
            <a:cxnLst/>
            <a:rect l="l" t="t" r="r" b="b"/>
            <a:pathLst>
              <a:path w="1302258" h="1561929">
                <a:moveTo>
                  <a:pt x="0" y="1561928"/>
                </a:moveTo>
                <a:lnTo>
                  <a:pt x="1302258" y="1561928"/>
                </a:lnTo>
                <a:lnTo>
                  <a:pt x="1302258" y="0"/>
                </a:lnTo>
                <a:lnTo>
                  <a:pt x="0" y="0"/>
                </a:lnTo>
                <a:lnTo>
                  <a:pt x="0" y="1561928"/>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4" name="Group 5">
            <a:extLst>
              <a:ext uri="{FF2B5EF4-FFF2-40B4-BE49-F238E27FC236}">
                <a16:creationId xmlns:a16="http://schemas.microsoft.com/office/drawing/2014/main" id="{15A79540-3C67-60B2-231E-4D75713794BC}"/>
              </a:ext>
            </a:extLst>
          </p:cNvPr>
          <p:cNvGrpSpPr/>
          <p:nvPr/>
        </p:nvGrpSpPr>
        <p:grpSpPr>
          <a:xfrm>
            <a:off x="6585899" y="1935093"/>
            <a:ext cx="3823470" cy="1365479"/>
            <a:chOff x="0" y="-9525"/>
            <a:chExt cx="1510507" cy="415925"/>
          </a:xfrm>
        </p:grpSpPr>
        <p:sp>
          <p:nvSpPr>
            <p:cNvPr id="25" name="Freeform 6">
              <a:extLst>
                <a:ext uri="{FF2B5EF4-FFF2-40B4-BE49-F238E27FC236}">
                  <a16:creationId xmlns:a16="http://schemas.microsoft.com/office/drawing/2014/main" id="{7EABC338-0894-D8EA-5581-175D16CC90A0}"/>
                </a:ext>
              </a:extLst>
            </p:cNvPr>
            <p:cNvSpPr/>
            <p:nvPr/>
          </p:nvSpPr>
          <p:spPr>
            <a:xfrm>
              <a:off x="0" y="0"/>
              <a:ext cx="1510507" cy="406400"/>
            </a:xfrm>
            <a:custGeom>
              <a:avLst/>
              <a:gdLst/>
              <a:ahLst/>
              <a:cxnLst/>
              <a:rect l="l" t="t" r="r" b="b"/>
              <a:pathLst>
                <a:path w="1510507" h="406400">
                  <a:moveTo>
                    <a:pt x="0" y="0"/>
                  </a:moveTo>
                  <a:lnTo>
                    <a:pt x="1510507" y="0"/>
                  </a:lnTo>
                  <a:lnTo>
                    <a:pt x="1510507" y="406400"/>
                  </a:lnTo>
                  <a:lnTo>
                    <a:pt x="0" y="406400"/>
                  </a:lnTo>
                  <a:close/>
                </a:path>
              </a:pathLst>
            </a:custGeom>
            <a:solidFill>
              <a:srgbClr val="ECF0F3"/>
            </a:solidFill>
          </p:spPr>
          <p:txBody>
            <a:bodyPr/>
            <a:lstStyle/>
            <a:p>
              <a:endParaRPr lang="en-US"/>
            </a:p>
          </p:txBody>
        </p:sp>
        <p:sp>
          <p:nvSpPr>
            <p:cNvPr id="26" name="TextBox 7">
              <a:extLst>
                <a:ext uri="{FF2B5EF4-FFF2-40B4-BE49-F238E27FC236}">
                  <a16:creationId xmlns:a16="http://schemas.microsoft.com/office/drawing/2014/main" id="{01A7CE0B-57D8-B5D6-E813-8586386A0B1E}"/>
                </a:ext>
              </a:extLst>
            </p:cNvPr>
            <p:cNvSpPr txBox="1"/>
            <p:nvPr/>
          </p:nvSpPr>
          <p:spPr>
            <a:xfrm>
              <a:off x="0" y="-9525"/>
              <a:ext cx="1510507" cy="415925"/>
            </a:xfrm>
            <a:prstGeom prst="rect">
              <a:avLst/>
            </a:prstGeom>
          </p:spPr>
          <p:txBody>
            <a:bodyPr lIns="33867" tIns="33867" rIns="33867" bIns="33867" rtlCol="0" anchor="ctr"/>
            <a:lstStyle/>
            <a:p>
              <a:pPr algn="ctr">
                <a:lnSpc>
                  <a:spcPts val="1600"/>
                </a:lnSpc>
              </a:pPr>
              <a:endParaRPr sz="1200"/>
            </a:p>
          </p:txBody>
        </p:sp>
      </p:grpSp>
      <p:sp>
        <p:nvSpPr>
          <p:cNvPr id="27" name="Freeform 17">
            <a:extLst>
              <a:ext uri="{FF2B5EF4-FFF2-40B4-BE49-F238E27FC236}">
                <a16:creationId xmlns:a16="http://schemas.microsoft.com/office/drawing/2014/main" id="{B4031390-1A37-35CB-E1A9-9316A3589FDF}"/>
              </a:ext>
            </a:extLst>
          </p:cNvPr>
          <p:cNvSpPr/>
          <p:nvPr/>
        </p:nvSpPr>
        <p:spPr>
          <a:xfrm rot="5400000" flipV="1">
            <a:off x="6254892" y="2137735"/>
            <a:ext cx="868172" cy="1041286"/>
          </a:xfrm>
          <a:custGeom>
            <a:avLst/>
            <a:gdLst/>
            <a:ahLst/>
            <a:cxnLst/>
            <a:rect l="l" t="t" r="r" b="b"/>
            <a:pathLst>
              <a:path w="1302258" h="1561929">
                <a:moveTo>
                  <a:pt x="0" y="1561928"/>
                </a:moveTo>
                <a:lnTo>
                  <a:pt x="1302258" y="1561928"/>
                </a:lnTo>
                <a:lnTo>
                  <a:pt x="1302258" y="0"/>
                </a:lnTo>
                <a:lnTo>
                  <a:pt x="0" y="0"/>
                </a:lnTo>
                <a:lnTo>
                  <a:pt x="0" y="1561928"/>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8" name="Group 2">
            <a:extLst>
              <a:ext uri="{FF2B5EF4-FFF2-40B4-BE49-F238E27FC236}">
                <a16:creationId xmlns:a16="http://schemas.microsoft.com/office/drawing/2014/main" id="{DCD73A1A-BE9D-C9DE-6ECA-F95FE523534D}"/>
              </a:ext>
            </a:extLst>
          </p:cNvPr>
          <p:cNvGrpSpPr/>
          <p:nvPr/>
        </p:nvGrpSpPr>
        <p:grpSpPr>
          <a:xfrm>
            <a:off x="1078327" y="4367097"/>
            <a:ext cx="3823470" cy="1592502"/>
            <a:chOff x="0" y="-9525"/>
            <a:chExt cx="1510507" cy="415925"/>
          </a:xfrm>
        </p:grpSpPr>
        <p:sp>
          <p:nvSpPr>
            <p:cNvPr id="29" name="Freeform 3">
              <a:extLst>
                <a:ext uri="{FF2B5EF4-FFF2-40B4-BE49-F238E27FC236}">
                  <a16:creationId xmlns:a16="http://schemas.microsoft.com/office/drawing/2014/main" id="{5BC45DB2-7BAC-F774-CF05-F916B3D1D5D9}"/>
                </a:ext>
              </a:extLst>
            </p:cNvPr>
            <p:cNvSpPr/>
            <p:nvPr/>
          </p:nvSpPr>
          <p:spPr>
            <a:xfrm>
              <a:off x="0" y="0"/>
              <a:ext cx="1510507" cy="406400"/>
            </a:xfrm>
            <a:custGeom>
              <a:avLst/>
              <a:gdLst/>
              <a:ahLst/>
              <a:cxnLst/>
              <a:rect l="l" t="t" r="r" b="b"/>
              <a:pathLst>
                <a:path w="1510507" h="406400">
                  <a:moveTo>
                    <a:pt x="0" y="0"/>
                  </a:moveTo>
                  <a:lnTo>
                    <a:pt x="1510507" y="0"/>
                  </a:lnTo>
                  <a:lnTo>
                    <a:pt x="1510507" y="406400"/>
                  </a:lnTo>
                  <a:lnTo>
                    <a:pt x="0" y="406400"/>
                  </a:lnTo>
                  <a:close/>
                </a:path>
              </a:pathLst>
            </a:custGeom>
            <a:solidFill>
              <a:srgbClr val="ECF0F3"/>
            </a:solidFill>
          </p:spPr>
          <p:txBody>
            <a:bodyPr/>
            <a:lstStyle/>
            <a:p>
              <a:endParaRPr lang="en-US"/>
            </a:p>
          </p:txBody>
        </p:sp>
        <p:sp>
          <p:nvSpPr>
            <p:cNvPr id="30" name="TextBox 4">
              <a:extLst>
                <a:ext uri="{FF2B5EF4-FFF2-40B4-BE49-F238E27FC236}">
                  <a16:creationId xmlns:a16="http://schemas.microsoft.com/office/drawing/2014/main" id="{9205F5CE-B9CA-C48A-149D-134C978A8B94}"/>
                </a:ext>
              </a:extLst>
            </p:cNvPr>
            <p:cNvSpPr txBox="1"/>
            <p:nvPr/>
          </p:nvSpPr>
          <p:spPr>
            <a:xfrm>
              <a:off x="0" y="-9525"/>
              <a:ext cx="1510507" cy="415925"/>
            </a:xfrm>
            <a:prstGeom prst="rect">
              <a:avLst/>
            </a:prstGeom>
          </p:spPr>
          <p:txBody>
            <a:bodyPr lIns="33867" tIns="33867" rIns="33867" bIns="33867" rtlCol="0" anchor="ctr"/>
            <a:lstStyle/>
            <a:p>
              <a:pPr algn="ctr">
                <a:lnSpc>
                  <a:spcPts val="1600"/>
                </a:lnSpc>
              </a:pPr>
              <a:endParaRPr sz="1200"/>
            </a:p>
          </p:txBody>
        </p:sp>
      </p:grpSp>
      <p:sp>
        <p:nvSpPr>
          <p:cNvPr id="31" name="Freeform 14">
            <a:extLst>
              <a:ext uri="{FF2B5EF4-FFF2-40B4-BE49-F238E27FC236}">
                <a16:creationId xmlns:a16="http://schemas.microsoft.com/office/drawing/2014/main" id="{A6D5F6B5-A4D5-D17B-844E-C41B533A5E6F}"/>
              </a:ext>
            </a:extLst>
          </p:cNvPr>
          <p:cNvSpPr/>
          <p:nvPr/>
        </p:nvSpPr>
        <p:spPr>
          <a:xfrm rot="5400000" flipV="1">
            <a:off x="722848" y="1540259"/>
            <a:ext cx="868172" cy="1041286"/>
          </a:xfrm>
          <a:custGeom>
            <a:avLst/>
            <a:gdLst/>
            <a:ahLst/>
            <a:cxnLst/>
            <a:rect l="l" t="t" r="r" b="b"/>
            <a:pathLst>
              <a:path w="1302258" h="1561929">
                <a:moveTo>
                  <a:pt x="0" y="1561928"/>
                </a:moveTo>
                <a:lnTo>
                  <a:pt x="1302258" y="1561928"/>
                </a:lnTo>
                <a:lnTo>
                  <a:pt x="1302258" y="0"/>
                </a:lnTo>
                <a:lnTo>
                  <a:pt x="0" y="0"/>
                </a:lnTo>
                <a:lnTo>
                  <a:pt x="0" y="1561928"/>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4" name="TextBox 36">
            <a:extLst>
              <a:ext uri="{FF2B5EF4-FFF2-40B4-BE49-F238E27FC236}">
                <a16:creationId xmlns:a16="http://schemas.microsoft.com/office/drawing/2014/main" id="{37D7BB30-27C8-75A5-51F1-E8CC4C6B4D86}"/>
              </a:ext>
            </a:extLst>
          </p:cNvPr>
          <p:cNvSpPr txBox="1"/>
          <p:nvPr/>
        </p:nvSpPr>
        <p:spPr>
          <a:xfrm>
            <a:off x="7394878" y="3766153"/>
            <a:ext cx="2241550" cy="187231"/>
          </a:xfrm>
          <a:prstGeom prst="rect">
            <a:avLst/>
          </a:prstGeom>
        </p:spPr>
        <p:txBody>
          <a:bodyPr wrap="square" lIns="0" tIns="0" rIns="0" bIns="0" rtlCol="0" anchor="t">
            <a:spAutoFit/>
          </a:bodyPr>
          <a:lstStyle/>
          <a:p>
            <a:pPr>
              <a:lnSpc>
                <a:spcPts val="1440"/>
              </a:lnSpc>
              <a:spcBef>
                <a:spcPct val="0"/>
              </a:spcBef>
            </a:pPr>
            <a:r>
              <a:rPr lang="en-US" b="1">
                <a:solidFill>
                  <a:srgbClr val="313131"/>
                </a:solidFill>
                <a:ea typeface="Open Sauce Bold"/>
                <a:cs typeface="Open Sauce Bold"/>
                <a:sym typeface="Open Sauce Bold"/>
              </a:rPr>
              <a:t>Tableau QA</a:t>
            </a:r>
          </a:p>
        </p:txBody>
      </p:sp>
      <p:sp>
        <p:nvSpPr>
          <p:cNvPr id="37" name="TextBox 40">
            <a:extLst>
              <a:ext uri="{FF2B5EF4-FFF2-40B4-BE49-F238E27FC236}">
                <a16:creationId xmlns:a16="http://schemas.microsoft.com/office/drawing/2014/main" id="{6010D49C-CEB8-2607-8491-BAF981D47057}"/>
              </a:ext>
            </a:extLst>
          </p:cNvPr>
          <p:cNvSpPr txBox="1"/>
          <p:nvPr/>
        </p:nvSpPr>
        <p:spPr>
          <a:xfrm>
            <a:off x="7394877" y="4076592"/>
            <a:ext cx="2437671" cy="666849"/>
          </a:xfrm>
          <a:prstGeom prst="rect">
            <a:avLst/>
          </a:prstGeom>
        </p:spPr>
        <p:txBody>
          <a:bodyPr wrap="square" lIns="0" tIns="0" rIns="0" bIns="0" rtlCol="0" anchor="t">
            <a:spAutoFit/>
          </a:bodyPr>
          <a:lstStyle/>
          <a:p>
            <a:pPr>
              <a:lnSpc>
                <a:spcPts val="1280"/>
              </a:lnSpc>
              <a:spcBef>
                <a:spcPct val="0"/>
              </a:spcBef>
            </a:pPr>
            <a:r>
              <a:rPr lang="en-US" sz="1100"/>
              <a:t>- UAT planning &amp; test case creation</a:t>
            </a:r>
            <a:br>
              <a:rPr lang="en-US" sz="1100"/>
            </a:br>
            <a:r>
              <a:rPr lang="en-US" sz="1100"/>
              <a:t>- Validation of migrated content</a:t>
            </a:r>
            <a:br>
              <a:rPr lang="en-US" sz="1100"/>
            </a:br>
            <a:r>
              <a:rPr lang="en-US" sz="1100"/>
              <a:t>- Regression testing</a:t>
            </a:r>
            <a:br>
              <a:rPr lang="en-US" sz="1100"/>
            </a:br>
            <a:r>
              <a:rPr lang="en-US" sz="1100"/>
              <a:t>- Hypercare support &amp; issue tracking</a:t>
            </a:r>
            <a:endParaRPr lang="en-US" sz="1067">
              <a:solidFill>
                <a:srgbClr val="313131"/>
              </a:solidFill>
              <a:ea typeface="Open Sauce"/>
              <a:cs typeface="Open Sauce"/>
              <a:sym typeface="Open Sauce"/>
            </a:endParaRPr>
          </a:p>
        </p:txBody>
      </p:sp>
      <p:sp>
        <p:nvSpPr>
          <p:cNvPr id="7" name="Freeform 24">
            <a:extLst>
              <a:ext uri="{FF2B5EF4-FFF2-40B4-BE49-F238E27FC236}">
                <a16:creationId xmlns:a16="http://schemas.microsoft.com/office/drawing/2014/main" id="{9B31084A-A290-47E4-B53B-14CA5F89BD65}"/>
              </a:ext>
            </a:extLst>
          </p:cNvPr>
          <p:cNvSpPr/>
          <p:nvPr/>
        </p:nvSpPr>
        <p:spPr>
          <a:xfrm rot="5400000" flipV="1">
            <a:off x="721591" y="4677297"/>
            <a:ext cx="868172" cy="1041286"/>
          </a:xfrm>
          <a:custGeom>
            <a:avLst/>
            <a:gdLst/>
            <a:ahLst/>
            <a:cxnLst/>
            <a:rect l="l" t="t" r="r" b="b"/>
            <a:pathLst>
              <a:path w="1302258" h="1561929">
                <a:moveTo>
                  <a:pt x="0" y="1561928"/>
                </a:moveTo>
                <a:lnTo>
                  <a:pt x="1302258" y="1561928"/>
                </a:lnTo>
                <a:lnTo>
                  <a:pt x="1302258" y="0"/>
                </a:lnTo>
                <a:lnTo>
                  <a:pt x="0" y="0"/>
                </a:lnTo>
                <a:lnTo>
                  <a:pt x="0" y="1561928"/>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44" name="TextBox 41">
            <a:extLst>
              <a:ext uri="{FF2B5EF4-FFF2-40B4-BE49-F238E27FC236}">
                <a16:creationId xmlns:a16="http://schemas.microsoft.com/office/drawing/2014/main" id="{14B512DF-BB7E-3671-3057-465467A1573A}"/>
              </a:ext>
            </a:extLst>
          </p:cNvPr>
          <p:cNvSpPr txBox="1"/>
          <p:nvPr/>
        </p:nvSpPr>
        <p:spPr>
          <a:xfrm>
            <a:off x="1907288" y="1508849"/>
            <a:ext cx="2239684" cy="187231"/>
          </a:xfrm>
          <a:prstGeom prst="rect">
            <a:avLst/>
          </a:prstGeom>
        </p:spPr>
        <p:txBody>
          <a:bodyPr wrap="square" lIns="0" tIns="0" rIns="0" bIns="0" rtlCol="0" anchor="t">
            <a:spAutoFit/>
          </a:bodyPr>
          <a:lstStyle/>
          <a:p>
            <a:pPr>
              <a:lnSpc>
                <a:spcPts val="1440"/>
              </a:lnSpc>
              <a:spcBef>
                <a:spcPct val="0"/>
              </a:spcBef>
            </a:pPr>
            <a:r>
              <a:rPr lang="en-US" b="1">
                <a:solidFill>
                  <a:srgbClr val="313131"/>
                </a:solidFill>
                <a:ea typeface="Open Sauce Bold"/>
                <a:cs typeface="Open Sauce Bold"/>
                <a:sym typeface="Open Sauce Bold"/>
              </a:rPr>
              <a:t>Delivery Head</a:t>
            </a:r>
          </a:p>
        </p:txBody>
      </p:sp>
      <p:sp>
        <p:nvSpPr>
          <p:cNvPr id="45" name="TextBox 41">
            <a:extLst>
              <a:ext uri="{FF2B5EF4-FFF2-40B4-BE49-F238E27FC236}">
                <a16:creationId xmlns:a16="http://schemas.microsoft.com/office/drawing/2014/main" id="{77F2286F-EE9F-929E-8468-51BEF1F67BF5}"/>
              </a:ext>
            </a:extLst>
          </p:cNvPr>
          <p:cNvSpPr txBox="1"/>
          <p:nvPr/>
        </p:nvSpPr>
        <p:spPr>
          <a:xfrm>
            <a:off x="1882814" y="4613522"/>
            <a:ext cx="3048001" cy="187231"/>
          </a:xfrm>
          <a:prstGeom prst="rect">
            <a:avLst/>
          </a:prstGeom>
        </p:spPr>
        <p:txBody>
          <a:bodyPr wrap="square" lIns="0" tIns="0" rIns="0" bIns="0" rtlCol="0" anchor="t">
            <a:spAutoFit/>
          </a:bodyPr>
          <a:lstStyle/>
          <a:p>
            <a:pPr>
              <a:lnSpc>
                <a:spcPts val="1440"/>
              </a:lnSpc>
              <a:spcBef>
                <a:spcPct val="0"/>
              </a:spcBef>
            </a:pPr>
            <a:r>
              <a:rPr lang="en-US" b="1">
                <a:solidFill>
                  <a:srgbClr val="313131"/>
                </a:solidFill>
                <a:ea typeface="Open Sauce Bold"/>
                <a:cs typeface="Open Sauce Bold"/>
                <a:sym typeface="Open Sauce Bold"/>
              </a:rPr>
              <a:t>Tableau Administrator</a:t>
            </a:r>
          </a:p>
        </p:txBody>
      </p:sp>
      <p:sp>
        <p:nvSpPr>
          <p:cNvPr id="46" name="TextBox 43">
            <a:extLst>
              <a:ext uri="{FF2B5EF4-FFF2-40B4-BE49-F238E27FC236}">
                <a16:creationId xmlns:a16="http://schemas.microsoft.com/office/drawing/2014/main" id="{41443CC8-C7B8-71D2-6CB7-1080BED018CC}"/>
              </a:ext>
            </a:extLst>
          </p:cNvPr>
          <p:cNvSpPr txBox="1"/>
          <p:nvPr/>
        </p:nvSpPr>
        <p:spPr>
          <a:xfrm>
            <a:off x="1882814" y="4923961"/>
            <a:ext cx="3018983" cy="833562"/>
          </a:xfrm>
          <a:prstGeom prst="rect">
            <a:avLst/>
          </a:prstGeom>
        </p:spPr>
        <p:txBody>
          <a:bodyPr wrap="square" lIns="0" tIns="0" rIns="0" bIns="0" rtlCol="0" anchor="t">
            <a:spAutoFit/>
          </a:bodyPr>
          <a:lstStyle/>
          <a:p>
            <a:pPr>
              <a:lnSpc>
                <a:spcPts val="1280"/>
              </a:lnSpc>
              <a:spcBef>
                <a:spcPct val="0"/>
              </a:spcBef>
            </a:pPr>
            <a:r>
              <a:rPr lang="en-US" sz="1100"/>
              <a:t>- Inventory of existing content (Workbooks, Data Sources, Users, Permissions)</a:t>
            </a:r>
            <a:br>
              <a:rPr lang="en-US" sz="1100"/>
            </a:br>
            <a:r>
              <a:rPr lang="en-US" sz="1100"/>
              <a:t>- Environment setup in Tableau Online</a:t>
            </a:r>
            <a:br>
              <a:rPr lang="en-US" sz="1100"/>
            </a:br>
            <a:r>
              <a:rPr lang="en-US" sz="1100"/>
              <a:t>- Authentication &amp; SSO setup</a:t>
            </a:r>
            <a:br>
              <a:rPr lang="en-US" sz="1100"/>
            </a:br>
            <a:r>
              <a:rPr lang="en-US" sz="1100"/>
              <a:t>- Scheduling refreshes &amp; monitoring</a:t>
            </a:r>
            <a:endParaRPr lang="en-US" sz="1067">
              <a:solidFill>
                <a:srgbClr val="313131"/>
              </a:solidFill>
              <a:ea typeface="Open Sauce"/>
              <a:cs typeface="Open Sauce"/>
              <a:sym typeface="Open Sauce"/>
            </a:endParaRPr>
          </a:p>
        </p:txBody>
      </p:sp>
      <p:sp>
        <p:nvSpPr>
          <p:cNvPr id="47" name="TextBox 41">
            <a:extLst>
              <a:ext uri="{FF2B5EF4-FFF2-40B4-BE49-F238E27FC236}">
                <a16:creationId xmlns:a16="http://schemas.microsoft.com/office/drawing/2014/main" id="{7570D50D-178B-A6A1-655C-7F7C4E20E1C4}"/>
              </a:ext>
            </a:extLst>
          </p:cNvPr>
          <p:cNvSpPr txBox="1"/>
          <p:nvPr/>
        </p:nvSpPr>
        <p:spPr>
          <a:xfrm>
            <a:off x="7340704" y="2175311"/>
            <a:ext cx="3048001" cy="187231"/>
          </a:xfrm>
          <a:prstGeom prst="rect">
            <a:avLst/>
          </a:prstGeom>
        </p:spPr>
        <p:txBody>
          <a:bodyPr wrap="square" lIns="0" tIns="0" rIns="0" bIns="0" rtlCol="0" anchor="t">
            <a:spAutoFit/>
          </a:bodyPr>
          <a:lstStyle/>
          <a:p>
            <a:pPr>
              <a:lnSpc>
                <a:spcPts val="1440"/>
              </a:lnSpc>
              <a:spcBef>
                <a:spcPct val="0"/>
              </a:spcBef>
            </a:pPr>
            <a:r>
              <a:rPr lang="en-US" b="1">
                <a:solidFill>
                  <a:srgbClr val="313131"/>
                </a:solidFill>
                <a:ea typeface="Open Sauce Bold"/>
                <a:cs typeface="Open Sauce Bold"/>
                <a:sym typeface="Open Sauce Bold"/>
              </a:rPr>
              <a:t>Tableau Developer</a:t>
            </a:r>
          </a:p>
        </p:txBody>
      </p:sp>
      <p:sp>
        <p:nvSpPr>
          <p:cNvPr id="48" name="TextBox 43">
            <a:extLst>
              <a:ext uri="{FF2B5EF4-FFF2-40B4-BE49-F238E27FC236}">
                <a16:creationId xmlns:a16="http://schemas.microsoft.com/office/drawing/2014/main" id="{666BF73C-AC37-2D12-9E8B-A06F2030A651}"/>
              </a:ext>
            </a:extLst>
          </p:cNvPr>
          <p:cNvSpPr txBox="1"/>
          <p:nvPr/>
        </p:nvSpPr>
        <p:spPr>
          <a:xfrm>
            <a:off x="7340704" y="2485750"/>
            <a:ext cx="3018983" cy="666849"/>
          </a:xfrm>
          <a:prstGeom prst="rect">
            <a:avLst/>
          </a:prstGeom>
        </p:spPr>
        <p:txBody>
          <a:bodyPr wrap="square" lIns="0" tIns="0" rIns="0" bIns="0" rtlCol="0" anchor="t">
            <a:spAutoFit/>
          </a:bodyPr>
          <a:lstStyle/>
          <a:p>
            <a:pPr>
              <a:lnSpc>
                <a:spcPts val="1280"/>
              </a:lnSpc>
              <a:spcBef>
                <a:spcPct val="0"/>
              </a:spcBef>
            </a:pPr>
            <a:r>
              <a:rPr lang="en-US" sz="1100"/>
              <a:t>- Workbook validation post-migration</a:t>
            </a:r>
            <a:br>
              <a:rPr lang="en-US" sz="1100"/>
            </a:br>
            <a:r>
              <a:rPr lang="en-US" sz="1100"/>
              <a:t>- Performance tuning</a:t>
            </a:r>
            <a:br>
              <a:rPr lang="en-US" sz="1100"/>
            </a:br>
            <a:r>
              <a:rPr lang="en-US" sz="1100"/>
              <a:t>- Dashboard branding as per guidelines</a:t>
            </a:r>
            <a:br>
              <a:rPr lang="en-US" sz="1100"/>
            </a:br>
            <a:r>
              <a:rPr lang="en-US" sz="1100"/>
              <a:t>- Supporting enhancements during migration</a:t>
            </a:r>
            <a:endParaRPr lang="en-US" sz="1067">
              <a:solidFill>
                <a:srgbClr val="313131"/>
              </a:solidFill>
              <a:ea typeface="Open Sauce"/>
              <a:cs typeface="Open Sauce"/>
              <a:sym typeface="Open Sauce"/>
            </a:endParaRPr>
          </a:p>
        </p:txBody>
      </p:sp>
      <p:sp>
        <p:nvSpPr>
          <p:cNvPr id="49" name="Shape 141">
            <a:extLst>
              <a:ext uri="{FF2B5EF4-FFF2-40B4-BE49-F238E27FC236}">
                <a16:creationId xmlns:a16="http://schemas.microsoft.com/office/drawing/2014/main" id="{A2E21D3E-1897-A3E4-372D-D1B2EDCCC878}"/>
              </a:ext>
            </a:extLst>
          </p:cNvPr>
          <p:cNvSpPr/>
          <p:nvPr/>
        </p:nvSpPr>
        <p:spPr>
          <a:xfrm>
            <a:off x="438912" y="256032"/>
            <a:ext cx="117519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r>
              <a:rPr lang="en-US" sz="2800" b="1">
                <a:solidFill>
                  <a:srgbClr val="5410BF"/>
                </a:solidFill>
                <a:latin typeface="Calibri" panose="020F0502020204030204" pitchFamily="34" charset="0"/>
                <a:ea typeface="Calibri" panose="020F0502020204030204" pitchFamily="34" charset="0"/>
                <a:cs typeface="Calibri" panose="020F0502020204030204" pitchFamily="34" charset="0"/>
                <a:sym typeface="Lato Light"/>
              </a:rPr>
              <a:t>Roles &amp; Responsibilities</a:t>
            </a:r>
            <a:endParaRPr lang="en-US" sz="2800" b="1">
              <a:solidFill>
                <a:srgbClr val="5410BF"/>
              </a:solidFill>
              <a:latin typeface="Calibri" panose="020F0502020204030204" pitchFamily="34" charset="0"/>
              <a:ea typeface="Calibri" panose="020F0502020204030204" pitchFamily="34" charset="0"/>
              <a:cs typeface="Calibri" panose="020F0502020204030204" pitchFamily="34" charset="0"/>
            </a:endParaRPr>
          </a:p>
        </p:txBody>
      </p:sp>
      <p:pic>
        <p:nvPicPr>
          <p:cNvPr id="51" name="Picture 50">
            <a:extLst>
              <a:ext uri="{FF2B5EF4-FFF2-40B4-BE49-F238E27FC236}">
                <a16:creationId xmlns:a16="http://schemas.microsoft.com/office/drawing/2014/main" id="{58D5B9A5-00C0-81A1-B10F-8ABE6F66981C}"/>
              </a:ext>
            </a:extLst>
          </p:cNvPr>
          <p:cNvPicPr>
            <a:picLocks noChangeAspect="1"/>
          </p:cNvPicPr>
          <p:nvPr/>
        </p:nvPicPr>
        <p:blipFill>
          <a:blip r:embed="rId12"/>
          <a:stretch>
            <a:fillRect/>
          </a:stretch>
        </p:blipFill>
        <p:spPr>
          <a:xfrm>
            <a:off x="830119" y="1827115"/>
            <a:ext cx="458846" cy="458846"/>
          </a:xfrm>
          <a:prstGeom prst="rect">
            <a:avLst/>
          </a:prstGeom>
        </p:spPr>
      </p:pic>
      <p:pic>
        <p:nvPicPr>
          <p:cNvPr id="53" name="Picture 52">
            <a:extLst>
              <a:ext uri="{FF2B5EF4-FFF2-40B4-BE49-F238E27FC236}">
                <a16:creationId xmlns:a16="http://schemas.microsoft.com/office/drawing/2014/main" id="{9E1E55A2-A707-B8E5-62E1-2339097AE7A9}"/>
              </a:ext>
            </a:extLst>
          </p:cNvPr>
          <p:cNvPicPr>
            <a:picLocks noChangeAspect="1"/>
          </p:cNvPicPr>
          <p:nvPr/>
        </p:nvPicPr>
        <p:blipFill>
          <a:blip r:embed="rId13"/>
          <a:stretch>
            <a:fillRect/>
          </a:stretch>
        </p:blipFill>
        <p:spPr>
          <a:xfrm>
            <a:off x="841359" y="3420230"/>
            <a:ext cx="436369" cy="436369"/>
          </a:xfrm>
          <a:prstGeom prst="rect">
            <a:avLst/>
          </a:prstGeom>
        </p:spPr>
      </p:pic>
      <p:pic>
        <p:nvPicPr>
          <p:cNvPr id="55" name="Picture 54">
            <a:extLst>
              <a:ext uri="{FF2B5EF4-FFF2-40B4-BE49-F238E27FC236}">
                <a16:creationId xmlns:a16="http://schemas.microsoft.com/office/drawing/2014/main" id="{6D59A9AE-8CB5-ED9D-A19C-083C2FCB0376}"/>
              </a:ext>
            </a:extLst>
          </p:cNvPr>
          <p:cNvPicPr>
            <a:picLocks noChangeAspect="1"/>
          </p:cNvPicPr>
          <p:nvPr/>
        </p:nvPicPr>
        <p:blipFill>
          <a:blip r:embed="rId14"/>
          <a:stretch>
            <a:fillRect/>
          </a:stretch>
        </p:blipFill>
        <p:spPr>
          <a:xfrm>
            <a:off x="848888" y="4964259"/>
            <a:ext cx="400840" cy="400840"/>
          </a:xfrm>
          <a:prstGeom prst="rect">
            <a:avLst/>
          </a:prstGeom>
        </p:spPr>
      </p:pic>
      <p:pic>
        <p:nvPicPr>
          <p:cNvPr id="57" name="Picture 56">
            <a:extLst>
              <a:ext uri="{FF2B5EF4-FFF2-40B4-BE49-F238E27FC236}">
                <a16:creationId xmlns:a16="http://schemas.microsoft.com/office/drawing/2014/main" id="{83F454BB-18E1-0DD0-9CA3-26A01E96D3A6}"/>
              </a:ext>
            </a:extLst>
          </p:cNvPr>
          <p:cNvPicPr>
            <a:picLocks noChangeAspect="1"/>
          </p:cNvPicPr>
          <p:nvPr/>
        </p:nvPicPr>
        <p:blipFill>
          <a:blip r:embed="rId15"/>
          <a:stretch>
            <a:fillRect/>
          </a:stretch>
        </p:blipFill>
        <p:spPr>
          <a:xfrm>
            <a:off x="6370324" y="2417893"/>
            <a:ext cx="431150" cy="431150"/>
          </a:xfrm>
          <a:prstGeom prst="rect">
            <a:avLst/>
          </a:prstGeom>
        </p:spPr>
      </p:pic>
      <p:pic>
        <p:nvPicPr>
          <p:cNvPr id="61" name="Picture 60">
            <a:extLst>
              <a:ext uri="{FF2B5EF4-FFF2-40B4-BE49-F238E27FC236}">
                <a16:creationId xmlns:a16="http://schemas.microsoft.com/office/drawing/2014/main" id="{AF71B4F7-05B9-97B1-F2CB-FBFF231B76EE}"/>
              </a:ext>
            </a:extLst>
          </p:cNvPr>
          <p:cNvPicPr>
            <a:picLocks noChangeAspect="1"/>
          </p:cNvPicPr>
          <p:nvPr/>
        </p:nvPicPr>
        <p:blipFill>
          <a:blip r:embed="rId16"/>
          <a:stretch>
            <a:fillRect/>
          </a:stretch>
        </p:blipFill>
        <p:spPr>
          <a:xfrm>
            <a:off x="6427402" y="4052164"/>
            <a:ext cx="390654" cy="390654"/>
          </a:xfrm>
          <a:prstGeom prst="rect">
            <a:avLst/>
          </a:prstGeom>
        </p:spPr>
      </p:pic>
    </p:spTree>
    <p:extLst>
      <p:ext uri="{BB962C8B-B14F-4D97-AF65-F5344CB8AC3E}">
        <p14:creationId xmlns:p14="http://schemas.microsoft.com/office/powerpoint/2010/main" val="7776955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702177-9CC4-C48D-EFAD-4F0282509CD2}"/>
            </a:ext>
          </a:extLst>
        </p:cNvPr>
        <p:cNvGrpSpPr/>
        <p:nvPr/>
      </p:nvGrpSpPr>
      <p:grpSpPr>
        <a:xfrm>
          <a:off x="0" y="0"/>
          <a:ext cx="0" cy="0"/>
          <a:chOff x="0" y="0"/>
          <a:chExt cx="0" cy="0"/>
        </a:xfrm>
      </p:grpSpPr>
      <p:sp>
        <p:nvSpPr>
          <p:cNvPr id="2" name="Shape 141">
            <a:extLst>
              <a:ext uri="{FF2B5EF4-FFF2-40B4-BE49-F238E27FC236}">
                <a16:creationId xmlns:a16="http://schemas.microsoft.com/office/drawing/2014/main" id="{5A68FC54-72BF-6259-2A40-55036AAB1F0A}"/>
              </a:ext>
            </a:extLst>
          </p:cNvPr>
          <p:cNvSpPr/>
          <p:nvPr/>
        </p:nvSpPr>
        <p:spPr>
          <a:xfrm>
            <a:off x="438912" y="256032"/>
            <a:ext cx="11751901" cy="430887"/>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2800">
                <a:solidFill>
                  <a:srgbClr val="4D4D4D"/>
                </a:solidFill>
                <a:latin typeface="Lato Light"/>
                <a:ea typeface="Lato Light"/>
                <a:cs typeface="Lato Light"/>
                <a:sym typeface="Lato Light"/>
              </a:defRPr>
            </a:pPr>
            <a:r>
              <a:rPr kumimoji="0" lang="en-US" sz="2800" b="1" i="0" u="none" strike="noStrike" kern="1200" cap="none" spc="0" normalizeH="0" baseline="0" noProof="0">
                <a:ln>
                  <a:noFill/>
                </a:ln>
                <a:solidFill>
                  <a:srgbClr val="5410BF"/>
                </a:solidFill>
                <a:effectLst/>
                <a:uLnTx/>
                <a:uFillTx/>
                <a:latin typeface="Calibri" panose="020F0502020204030204" pitchFamily="34" charset="0"/>
                <a:ea typeface="Calibri" panose="020F0502020204030204" pitchFamily="34" charset="0"/>
                <a:cs typeface="Calibri" panose="020F0502020204030204" pitchFamily="34" charset="0"/>
                <a:sym typeface="Lato Light"/>
              </a:rPr>
              <a:t>Team Readiness</a:t>
            </a:r>
          </a:p>
        </p:txBody>
      </p:sp>
      <p:sp>
        <p:nvSpPr>
          <p:cNvPr id="3" name="TextBox 2">
            <a:extLst>
              <a:ext uri="{FF2B5EF4-FFF2-40B4-BE49-F238E27FC236}">
                <a16:creationId xmlns:a16="http://schemas.microsoft.com/office/drawing/2014/main" id="{CE2770A5-78D2-6380-9EE0-B6DAA4D08EBE}"/>
              </a:ext>
            </a:extLst>
          </p:cNvPr>
          <p:cNvSpPr txBox="1"/>
          <p:nvPr/>
        </p:nvSpPr>
        <p:spPr>
          <a:xfrm>
            <a:off x="438912" y="640080"/>
            <a:ext cx="5157216" cy="184666"/>
          </a:xfrm>
          <a:prstGeom prst="rect">
            <a:avLst/>
          </a:prstGeom>
          <a:ln w="12700">
            <a:miter lim="400000"/>
          </a:ln>
        </p:spPr>
        <p:txBody>
          <a:bodyPr wrap="square" lIns="0" tIns="0" rIns="0" bIns="0" anchor="t">
            <a:spAutoFit/>
          </a:bodyPr>
          <a:lstStyle>
            <a:defPPr>
              <a:defRPr lang="pt-PT"/>
            </a:defPPr>
            <a:lvl1pPr marR="0" lvl="0" indent="0">
              <a:lnSpc>
                <a:spcPct val="100000"/>
              </a:lnSpc>
              <a:spcBef>
                <a:spcPts val="0"/>
              </a:spcBef>
              <a:spcAft>
                <a:spcPts val="0"/>
              </a:spcAft>
              <a:buNone/>
              <a:tabLst/>
              <a:defRPr sz="1200" b="1" i="1">
                <a:latin typeface="Calibri" panose="020F0502020204030204" pitchFamily="34" charset="0"/>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1" u="none" strike="noStrike" kern="120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Ready team for Early Deployment</a:t>
            </a:r>
            <a:endParaRPr kumimoji="0" lang="en-IN" sz="1200" b="1" i="1" u="none" strike="noStrike" kern="1200" cap="none" spc="0" normalizeH="0" baseline="0" noProof="0">
              <a:ln>
                <a:noFill/>
              </a:ln>
              <a:solidFill>
                <a:srgbClr val="000000"/>
              </a:solidFill>
              <a:effectLst/>
              <a:uLnTx/>
              <a:uFillTx/>
              <a:latin typeface="Calibri" panose="020F0502020204030204" pitchFamily="34" charset="0"/>
              <a:cs typeface="Calibri" panose="020F0502020204030204" pitchFamily="34" charset="0"/>
            </a:endParaRPr>
          </a:p>
        </p:txBody>
      </p:sp>
      <p:sp>
        <p:nvSpPr>
          <p:cNvPr id="20" name="Rectangle 19">
            <a:extLst>
              <a:ext uri="{FF2B5EF4-FFF2-40B4-BE49-F238E27FC236}">
                <a16:creationId xmlns:a16="http://schemas.microsoft.com/office/drawing/2014/main" id="{1DF3DC84-D1E5-C996-44C8-D99E94137672}"/>
              </a:ext>
            </a:extLst>
          </p:cNvPr>
          <p:cNvSpPr/>
          <p:nvPr/>
        </p:nvSpPr>
        <p:spPr>
          <a:xfrm>
            <a:off x="8735616" y="107237"/>
            <a:ext cx="3456384" cy="360040"/>
          </a:xfrm>
          <a:prstGeom prst="rect">
            <a:avLst/>
          </a:prstGeom>
          <a:solidFill>
            <a:schemeClr val="bg1">
              <a:alpha val="74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A8016D54-E029-5DE8-DC7A-E1577BD6AD2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0639" y="2713585"/>
            <a:ext cx="914400" cy="914400"/>
          </a:xfrm>
          <a:prstGeom prst="ellipse">
            <a:avLst/>
          </a:prstGeom>
          <a:ln>
            <a:noFill/>
          </a:ln>
        </p:spPr>
      </p:pic>
      <p:pic>
        <p:nvPicPr>
          <p:cNvPr id="10" name="Picture 9">
            <a:extLst>
              <a:ext uri="{FF2B5EF4-FFF2-40B4-BE49-F238E27FC236}">
                <a16:creationId xmlns:a16="http://schemas.microsoft.com/office/drawing/2014/main" id="{5271D10B-9845-5B06-FF3B-50C516B599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639" y="5364841"/>
            <a:ext cx="853079" cy="853079"/>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graphicFrame>
        <p:nvGraphicFramePr>
          <p:cNvPr id="13" name="Diagram 12">
            <a:extLst>
              <a:ext uri="{FF2B5EF4-FFF2-40B4-BE49-F238E27FC236}">
                <a16:creationId xmlns:a16="http://schemas.microsoft.com/office/drawing/2014/main" id="{49C0DEA1-75CD-D2BF-B699-F43FD982F642}"/>
              </a:ext>
            </a:extLst>
          </p:cNvPr>
          <p:cNvGraphicFramePr/>
          <p:nvPr/>
        </p:nvGraphicFramePr>
        <p:xfrm>
          <a:off x="534730" y="4040495"/>
          <a:ext cx="1084895" cy="130350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5" name="Table 4">
            <a:extLst>
              <a:ext uri="{FF2B5EF4-FFF2-40B4-BE49-F238E27FC236}">
                <a16:creationId xmlns:a16="http://schemas.microsoft.com/office/drawing/2014/main" id="{3EABA2A8-92C7-475B-AB74-963C8F89B762}"/>
              </a:ext>
            </a:extLst>
          </p:cNvPr>
          <p:cNvGraphicFramePr>
            <a:graphicFrameLocks noGrp="1"/>
          </p:cNvGraphicFramePr>
          <p:nvPr/>
        </p:nvGraphicFramePr>
        <p:xfrm>
          <a:off x="1959003" y="912411"/>
          <a:ext cx="10013817" cy="5448272"/>
        </p:xfrm>
        <a:graphic>
          <a:graphicData uri="http://schemas.openxmlformats.org/drawingml/2006/table">
            <a:tbl>
              <a:tblPr firstRow="1" bandRow="1">
                <a:tableStyleId>{5C22544A-7EE6-4342-B048-85BDC9FD1C3A}</a:tableStyleId>
              </a:tblPr>
              <a:tblGrid>
                <a:gridCol w="1370996">
                  <a:extLst>
                    <a:ext uri="{9D8B030D-6E8A-4147-A177-3AD203B41FA5}">
                      <a16:colId xmlns:a16="http://schemas.microsoft.com/office/drawing/2014/main" val="1641527555"/>
                    </a:ext>
                  </a:extLst>
                </a:gridCol>
                <a:gridCol w="1949258">
                  <a:extLst>
                    <a:ext uri="{9D8B030D-6E8A-4147-A177-3AD203B41FA5}">
                      <a16:colId xmlns:a16="http://schemas.microsoft.com/office/drawing/2014/main" val="2093280283"/>
                    </a:ext>
                  </a:extLst>
                </a:gridCol>
                <a:gridCol w="1176743">
                  <a:extLst>
                    <a:ext uri="{9D8B030D-6E8A-4147-A177-3AD203B41FA5}">
                      <a16:colId xmlns:a16="http://schemas.microsoft.com/office/drawing/2014/main" val="2397797172"/>
                    </a:ext>
                  </a:extLst>
                </a:gridCol>
                <a:gridCol w="5516820">
                  <a:extLst>
                    <a:ext uri="{9D8B030D-6E8A-4147-A177-3AD203B41FA5}">
                      <a16:colId xmlns:a16="http://schemas.microsoft.com/office/drawing/2014/main" val="3915940799"/>
                    </a:ext>
                  </a:extLst>
                </a:gridCol>
              </a:tblGrid>
              <a:tr h="239151">
                <a:tc>
                  <a:txBody>
                    <a:bodyPr/>
                    <a:lstStyle/>
                    <a:p>
                      <a:pPr algn="ctr" rtl="0" fontAlgn="ctr"/>
                      <a:r>
                        <a:rPr lang="en-US" sz="1050" u="none" strike="noStrike">
                          <a:effectLst/>
                        </a:rPr>
                        <a:t>Name</a:t>
                      </a:r>
                      <a:endParaRPr lang="en-US" sz="1050" b="1" i="0" u="none" strike="noStrike">
                        <a:solidFill>
                          <a:srgbClr val="FFFFFF"/>
                        </a:solidFill>
                        <a:effectLst/>
                        <a:latin typeface="Calibri" panose="020F0502020204030204" pitchFamily="34" charset="0"/>
                      </a:endParaRPr>
                    </a:p>
                  </a:txBody>
                  <a:tcPr marL="256" marR="256" marT="256" marB="0" anchor="ctr"/>
                </a:tc>
                <a:tc>
                  <a:txBody>
                    <a:bodyPr/>
                    <a:lstStyle/>
                    <a:p>
                      <a:pPr algn="ctr" rtl="0" fontAlgn="ctr"/>
                      <a:r>
                        <a:rPr lang="en-US" sz="1050" u="none" strike="noStrike">
                          <a:effectLst/>
                        </a:rPr>
                        <a:t>Role</a:t>
                      </a:r>
                      <a:endParaRPr lang="en-US" sz="1050" b="1" i="0" u="none" strike="noStrike">
                        <a:solidFill>
                          <a:srgbClr val="FFFFFF"/>
                        </a:solidFill>
                        <a:effectLst/>
                        <a:latin typeface="Calibri" panose="020F0502020204030204" pitchFamily="34" charset="0"/>
                      </a:endParaRPr>
                    </a:p>
                  </a:txBody>
                  <a:tcPr marL="256" marR="256" marT="256" marB="0" anchor="ctr"/>
                </a:tc>
                <a:tc>
                  <a:txBody>
                    <a:bodyPr/>
                    <a:lstStyle/>
                    <a:p>
                      <a:pPr algn="ctr" rtl="0" fontAlgn="ctr"/>
                      <a:r>
                        <a:rPr lang="en-US" sz="1050" u="none" strike="noStrike">
                          <a:effectLst/>
                        </a:rPr>
                        <a:t>Experience</a:t>
                      </a:r>
                      <a:endParaRPr lang="en-US" sz="1050" b="1" i="0" u="none" strike="noStrike">
                        <a:solidFill>
                          <a:srgbClr val="FFFFFF"/>
                        </a:solidFill>
                        <a:effectLst/>
                        <a:latin typeface="Calibri" panose="020F0502020204030204" pitchFamily="34" charset="0"/>
                      </a:endParaRPr>
                    </a:p>
                  </a:txBody>
                  <a:tcPr marL="256" marR="256" marT="256" marB="0" anchor="ctr"/>
                </a:tc>
                <a:tc>
                  <a:txBody>
                    <a:bodyPr/>
                    <a:lstStyle/>
                    <a:p>
                      <a:pPr algn="l" rtl="0" fontAlgn="ctr"/>
                      <a:r>
                        <a:rPr lang="en-US" sz="1050" u="none" strike="noStrike">
                          <a:effectLst/>
                        </a:rPr>
                        <a:t>Experience Summary</a:t>
                      </a:r>
                      <a:endParaRPr lang="en-US" sz="1050" b="1" i="0" u="none" strike="noStrike">
                        <a:solidFill>
                          <a:srgbClr val="FFFFFF"/>
                        </a:solidFill>
                        <a:effectLst/>
                        <a:latin typeface="Calibri" panose="020F0502020204030204" pitchFamily="34" charset="0"/>
                      </a:endParaRPr>
                    </a:p>
                  </a:txBody>
                  <a:tcPr marL="256" marR="256" marT="256" marB="0" anchor="ctr"/>
                </a:tc>
                <a:extLst>
                  <a:ext uri="{0D108BD9-81ED-4DB2-BD59-A6C34878D82A}">
                    <a16:rowId xmlns:a16="http://schemas.microsoft.com/office/drawing/2014/main" val="1760936171"/>
                  </a:ext>
                </a:extLst>
              </a:tr>
              <a:tr h="589482">
                <a:tc rowSpan="3">
                  <a:txBody>
                    <a:bodyPr/>
                    <a:lstStyle/>
                    <a:p>
                      <a:pPr algn="l" rtl="0" fontAlgn="ctr"/>
                      <a:r>
                        <a:rPr lang="en-US" sz="1050" u="none" strike="noStrike">
                          <a:effectLst/>
                        </a:rPr>
                        <a:t>  Rinki Sehgal</a:t>
                      </a:r>
                      <a:endParaRPr lang="en-US" sz="1050" b="0" i="0" u="none" strike="noStrike">
                        <a:solidFill>
                          <a:srgbClr val="000000"/>
                        </a:solidFill>
                        <a:effectLst/>
                        <a:latin typeface="Calibri" panose="020F0502020204030204" pitchFamily="34" charset="0"/>
                      </a:endParaRPr>
                    </a:p>
                  </a:txBody>
                  <a:tcPr marL="256" marR="256" marT="256" marB="0" anchor="ctr"/>
                </a:tc>
                <a:tc rowSpan="3">
                  <a:txBody>
                    <a:bodyPr/>
                    <a:lstStyle/>
                    <a:p>
                      <a:pPr algn="ctr" rtl="0" fontAlgn="ctr"/>
                      <a:r>
                        <a:rPr lang="en-US" sz="1050" u="none" strike="noStrike">
                          <a:effectLst/>
                        </a:rPr>
                        <a:t>On-Site Project Manger</a:t>
                      </a:r>
                      <a:endParaRPr lang="en-US" sz="1050" b="0" i="0" u="none" strike="noStrike">
                        <a:solidFill>
                          <a:srgbClr val="000000"/>
                        </a:solidFill>
                        <a:effectLst/>
                        <a:latin typeface="Calibri" panose="020F0502020204030204" pitchFamily="34" charset="0"/>
                      </a:endParaRPr>
                    </a:p>
                  </a:txBody>
                  <a:tcPr marL="256" marR="256" marT="256" marB="0" anchor="ctr"/>
                </a:tc>
                <a:tc rowSpan="3">
                  <a:txBody>
                    <a:bodyPr/>
                    <a:lstStyle/>
                    <a:p>
                      <a:pPr algn="ctr" rtl="0" fontAlgn="ctr"/>
                      <a:r>
                        <a:rPr lang="en-US" sz="1050" u="none" strike="noStrike">
                          <a:effectLst/>
                        </a:rPr>
                        <a:t>16 Yrs</a:t>
                      </a:r>
                      <a:endParaRPr lang="en-US" sz="1050" b="0" i="0" u="none" strike="noStrike">
                        <a:solidFill>
                          <a:srgbClr val="000000"/>
                        </a:solidFill>
                        <a:effectLst/>
                        <a:latin typeface="Calibri" panose="020F0502020204030204" pitchFamily="34" charset="0"/>
                      </a:endParaRPr>
                    </a:p>
                  </a:txBody>
                  <a:tcPr marL="256" marR="256" marT="256" marB="0" anchor="ctr"/>
                </a:tc>
                <a:tc>
                  <a:txBody>
                    <a:bodyPr/>
                    <a:lstStyle/>
                    <a:p>
                      <a:pPr algn="l" rtl="0" fontAlgn="ctr">
                        <a:buClr>
                          <a:srgbClr val="000000"/>
                        </a:buClr>
                        <a:buSzPts val="1200"/>
                        <a:buFont typeface="Arial" panose="020B0604020202020204" pitchFamily="34" charset="0"/>
                        <a:buChar char="•"/>
                      </a:pPr>
                      <a:r>
                        <a:rPr lang="en-US" sz="1050" u="none" strike="noStrike">
                          <a:effectLst/>
                        </a:rPr>
                        <a:t>Supply chain expert with 16 years of experience delivering data-driven solutions across ERP platforms such as SAP, Oracle, and Infor to optimize performance and efficiency.</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1645511423"/>
                  </a:ext>
                </a:extLst>
              </a:tr>
              <a:tr h="48721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Proficient in Power BI, Tableau, and end-to-end BI lifecycles—from data modeling to dashboard delivery—to support strategic decision-making.</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3821324165"/>
                  </a:ext>
                </a:extLst>
              </a:tr>
              <a:tr h="41051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Trusted by Fortune 500 clients to automate reporting, implement cloud analytics, and turn complex data into actionable business insights.</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753827113"/>
                  </a:ext>
                </a:extLst>
              </a:tr>
              <a:tr h="410518">
                <a:tc rowSpan="4">
                  <a:txBody>
                    <a:bodyPr/>
                    <a:lstStyle/>
                    <a:p>
                      <a:pPr algn="l" rtl="0" fontAlgn="ctr"/>
                      <a:r>
                        <a:rPr lang="en-US" sz="1050" u="none" strike="noStrike">
                          <a:effectLst/>
                        </a:rPr>
                        <a:t>  Vengateshwaran</a:t>
                      </a:r>
                      <a:endParaRPr lang="en-US" sz="1050" b="0" i="0" u="none" strike="noStrike">
                        <a:solidFill>
                          <a:srgbClr val="000000"/>
                        </a:solidFill>
                        <a:effectLst/>
                        <a:latin typeface="Calibri" panose="020F0502020204030204" pitchFamily="34" charset="0"/>
                      </a:endParaRPr>
                    </a:p>
                  </a:txBody>
                  <a:tcPr marL="256" marR="256" marT="256" marB="0" anchor="ctr"/>
                </a:tc>
                <a:tc rowSpan="4">
                  <a:txBody>
                    <a:bodyPr/>
                    <a:lstStyle/>
                    <a:p>
                      <a:pPr algn="ctr" rtl="0" fontAlgn="ctr"/>
                      <a:r>
                        <a:rPr lang="en-US" sz="1050" u="none" strike="noStrike">
                          <a:effectLst/>
                        </a:rPr>
                        <a:t>Project Lead</a:t>
                      </a:r>
                      <a:endParaRPr lang="en-US" sz="1050" b="0" i="0" u="none" strike="noStrike">
                        <a:solidFill>
                          <a:srgbClr val="000000"/>
                        </a:solidFill>
                        <a:effectLst/>
                        <a:latin typeface="Calibri" panose="020F0502020204030204" pitchFamily="34" charset="0"/>
                      </a:endParaRPr>
                    </a:p>
                  </a:txBody>
                  <a:tcPr marL="256" marR="256" marT="256" marB="0" anchor="ctr"/>
                </a:tc>
                <a:tc rowSpan="4">
                  <a:txBody>
                    <a:bodyPr/>
                    <a:lstStyle/>
                    <a:p>
                      <a:pPr algn="ctr" rtl="0" fontAlgn="ctr"/>
                      <a:r>
                        <a:rPr lang="en-US" sz="1050" u="none" strike="noStrike">
                          <a:effectLst/>
                        </a:rPr>
                        <a:t>11 </a:t>
                      </a:r>
                      <a:r>
                        <a:rPr lang="en-US" sz="1050" u="none" strike="noStrike" err="1">
                          <a:effectLst/>
                        </a:rPr>
                        <a:t>Yrs</a:t>
                      </a:r>
                      <a:endParaRPr lang="en-US" sz="1050" b="0" i="0" u="none" strike="noStrike">
                        <a:solidFill>
                          <a:srgbClr val="000000"/>
                        </a:solidFill>
                        <a:effectLst/>
                        <a:latin typeface="Calibri" panose="020F0502020204030204" pitchFamily="34" charset="0"/>
                      </a:endParaRPr>
                    </a:p>
                  </a:txBody>
                  <a:tcPr marL="256" marR="256" marT="256" marB="0" anchor="ctr"/>
                </a:tc>
                <a:tc>
                  <a:txBody>
                    <a:bodyPr/>
                    <a:lstStyle/>
                    <a:p>
                      <a:pPr algn="l" rtl="0" fontAlgn="ctr">
                        <a:buClr>
                          <a:srgbClr val="000000"/>
                        </a:buClr>
                        <a:buSzPts val="1200"/>
                        <a:buFont typeface="Arial" panose="020B0604020202020204" pitchFamily="34" charset="0"/>
                        <a:buChar char="•"/>
                      </a:pPr>
                      <a:r>
                        <a:rPr lang="en-US" sz="1050" u="none" strike="noStrike">
                          <a:effectLst/>
                        </a:rPr>
                        <a:t>BI Practice Lead Proven expertise in leading BI projects, delivering actionable insights, and supporting strategic decision-making</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1276841115"/>
                  </a:ext>
                </a:extLst>
              </a:tr>
              <a:tr h="28268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Proficient in  developing interactive reports and dashboards using various BI tools</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1760561479"/>
                  </a:ext>
                </a:extLst>
              </a:tr>
              <a:tr h="30824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Specialized in Tableau, </a:t>
                      </a:r>
                      <a:r>
                        <a:rPr lang="en-US" sz="1050" u="none" strike="noStrike" err="1">
                          <a:effectLst/>
                        </a:rPr>
                        <a:t>PowerBI</a:t>
                      </a:r>
                      <a:r>
                        <a:rPr lang="en-US" sz="1050" u="none" strike="noStrike">
                          <a:effectLst/>
                        </a:rPr>
                        <a:t>, Data Management, Alteryx, Tableau Pulse and Tableau Prep.</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3753170025"/>
                  </a:ext>
                </a:extLst>
              </a:tr>
              <a:tr h="14585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Certified Tableau Professional</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835180645"/>
                  </a:ext>
                </a:extLst>
              </a:tr>
              <a:tr h="359383">
                <a:tc rowSpan="4">
                  <a:txBody>
                    <a:bodyPr/>
                    <a:lstStyle/>
                    <a:p>
                      <a:pPr algn="l" rtl="0" fontAlgn="ctr"/>
                      <a:r>
                        <a:rPr lang="en-US" sz="1050" u="none" strike="noStrike">
                          <a:effectLst/>
                        </a:rPr>
                        <a:t>  Siva Kumar S</a:t>
                      </a:r>
                      <a:endParaRPr lang="en-US" sz="1050" b="0" i="0" u="none" strike="noStrike">
                        <a:solidFill>
                          <a:srgbClr val="000000"/>
                        </a:solidFill>
                        <a:effectLst/>
                        <a:latin typeface="Calibri" panose="020F0502020204030204" pitchFamily="34" charset="0"/>
                      </a:endParaRPr>
                    </a:p>
                  </a:txBody>
                  <a:tcPr marL="256" marR="256" marT="256" marB="0" anchor="ctr"/>
                </a:tc>
                <a:tc rowSpan="4">
                  <a:txBody>
                    <a:bodyPr/>
                    <a:lstStyle/>
                    <a:p>
                      <a:pPr algn="ctr" rtl="0" fontAlgn="ctr"/>
                      <a:r>
                        <a:rPr lang="en-US" sz="1050" u="none" strike="noStrike">
                          <a:effectLst/>
                        </a:rPr>
                        <a:t>Tableau Admin</a:t>
                      </a:r>
                      <a:endParaRPr lang="en-US" sz="1050" b="0" i="0" u="none" strike="noStrike">
                        <a:solidFill>
                          <a:srgbClr val="000000"/>
                        </a:solidFill>
                        <a:effectLst/>
                        <a:latin typeface="Calibri" panose="020F0502020204030204" pitchFamily="34" charset="0"/>
                      </a:endParaRPr>
                    </a:p>
                  </a:txBody>
                  <a:tcPr marL="256" marR="256" marT="256" marB="0" anchor="ctr"/>
                </a:tc>
                <a:tc rowSpan="4">
                  <a:txBody>
                    <a:bodyPr/>
                    <a:lstStyle/>
                    <a:p>
                      <a:pPr algn="ctr" rtl="0" fontAlgn="ctr"/>
                      <a:r>
                        <a:rPr lang="en-US" sz="1050" u="none" strike="noStrike">
                          <a:effectLst/>
                        </a:rPr>
                        <a:t>7 Yrs</a:t>
                      </a:r>
                      <a:endParaRPr lang="en-US" sz="1050" b="0" i="0" u="none" strike="noStrike">
                        <a:solidFill>
                          <a:srgbClr val="000000"/>
                        </a:solidFill>
                        <a:effectLst/>
                        <a:latin typeface="Calibri" panose="020F0502020204030204" pitchFamily="34" charset="0"/>
                      </a:endParaRPr>
                    </a:p>
                  </a:txBody>
                  <a:tcPr marL="256" marR="256" marT="256" marB="0" anchor="ctr"/>
                </a:tc>
                <a:tc>
                  <a:txBody>
                    <a:bodyPr/>
                    <a:lstStyle/>
                    <a:p>
                      <a:pPr algn="l" rtl="0" fontAlgn="ctr">
                        <a:buClr>
                          <a:srgbClr val="000000"/>
                        </a:buClr>
                        <a:buSzPts val="1200"/>
                        <a:buFont typeface="Arial" panose="020B0604020202020204" pitchFamily="34" charset="0"/>
                        <a:buChar char="•"/>
                      </a:pPr>
                      <a:r>
                        <a:rPr lang="en-US" sz="1050" u="none" strike="noStrike">
                          <a:effectLst/>
                        </a:rPr>
                        <a:t>Experience in Tableau Desktop, Tableau Server, in data analysis, reporting, and cloud data warehousing.</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3359373046"/>
                  </a:ext>
                </a:extLst>
              </a:tr>
              <a:tr h="41051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Proficient in  Building dashboards in Tableau, writing complex SQL queries, and integrating data from Snowflake.</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3281786174"/>
                  </a:ext>
                </a:extLst>
              </a:tr>
              <a:tr h="410518">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Expert in Data modeling, performance optimization, creating interactive visualizations, and managing Snowflake data pipelines.</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3643202541"/>
                  </a:ext>
                </a:extLst>
              </a:tr>
              <a:tr h="14585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Certified Tableau Desktop Specialist</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3458862014"/>
                  </a:ext>
                </a:extLst>
              </a:tr>
              <a:tr h="282684">
                <a:tc rowSpan="4">
                  <a:txBody>
                    <a:bodyPr/>
                    <a:lstStyle/>
                    <a:p>
                      <a:pPr algn="l" rtl="0" fontAlgn="ctr"/>
                      <a:r>
                        <a:rPr lang="en-US" sz="1050" u="none" strike="noStrike">
                          <a:effectLst/>
                        </a:rPr>
                        <a:t>  Kunal </a:t>
                      </a:r>
                      <a:r>
                        <a:rPr lang="en-US" sz="1050" u="none" strike="noStrike" err="1">
                          <a:effectLst/>
                        </a:rPr>
                        <a:t>Gajbe</a:t>
                      </a:r>
                      <a:endParaRPr lang="en-US" sz="1050" b="0" i="0" u="none" strike="noStrike" err="1">
                        <a:solidFill>
                          <a:srgbClr val="000000"/>
                        </a:solidFill>
                        <a:effectLst/>
                        <a:latin typeface="Calibri" panose="020F0502020204030204" pitchFamily="34" charset="0"/>
                      </a:endParaRPr>
                    </a:p>
                  </a:txBody>
                  <a:tcPr marL="256" marR="256" marT="256" marB="0" anchor="ctr"/>
                </a:tc>
                <a:tc rowSpan="4">
                  <a:txBody>
                    <a:bodyPr/>
                    <a:lstStyle/>
                    <a:p>
                      <a:pPr algn="ctr" rtl="0" fontAlgn="ctr"/>
                      <a:r>
                        <a:rPr lang="en-US" sz="1050" u="none" strike="noStrike">
                          <a:effectLst/>
                        </a:rPr>
                        <a:t>Tableau Specialist</a:t>
                      </a:r>
                      <a:endParaRPr lang="en-US" sz="1050" b="0" i="0" u="none" strike="noStrike">
                        <a:solidFill>
                          <a:srgbClr val="000000"/>
                        </a:solidFill>
                        <a:effectLst/>
                        <a:latin typeface="Calibri" panose="020F0502020204030204" pitchFamily="34" charset="0"/>
                      </a:endParaRPr>
                    </a:p>
                  </a:txBody>
                  <a:tcPr marL="256" marR="256" marT="256" marB="0" anchor="ctr"/>
                </a:tc>
                <a:tc rowSpan="4">
                  <a:txBody>
                    <a:bodyPr/>
                    <a:lstStyle/>
                    <a:p>
                      <a:pPr algn="ctr" rtl="0" fontAlgn="ctr"/>
                      <a:r>
                        <a:rPr lang="en-US" sz="1050" u="none" strike="noStrike">
                          <a:effectLst/>
                        </a:rPr>
                        <a:t>4 Yrs</a:t>
                      </a:r>
                      <a:endParaRPr lang="en-US" sz="1050" b="0" i="0" u="none" strike="noStrike">
                        <a:solidFill>
                          <a:srgbClr val="000000"/>
                        </a:solidFill>
                        <a:effectLst/>
                        <a:latin typeface="Calibri" panose="020F0502020204030204" pitchFamily="34" charset="0"/>
                      </a:endParaRPr>
                    </a:p>
                  </a:txBody>
                  <a:tcPr marL="256" marR="256" marT="256" marB="0" anchor="ctr"/>
                </a:tc>
                <a:tc>
                  <a:txBody>
                    <a:bodyPr/>
                    <a:lstStyle/>
                    <a:p>
                      <a:pPr algn="l" rtl="0" fontAlgn="ctr">
                        <a:buClr>
                          <a:srgbClr val="000000"/>
                        </a:buClr>
                        <a:buSzPts val="1200"/>
                        <a:buFont typeface="Arial" panose="020B0604020202020204" pitchFamily="34" charset="0"/>
                        <a:buChar char="•"/>
                      </a:pPr>
                      <a:r>
                        <a:rPr lang="en-US" sz="1050" u="none" strike="noStrike">
                          <a:effectLst/>
                        </a:rPr>
                        <a:t>Experience Salesforce, Tableau, and Power BI in CRM, reporting, and data visualization</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3996508412"/>
                  </a:ext>
                </a:extLst>
              </a:tr>
              <a:tr h="3593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Proficient in dashboard creation in Tableau/Power BI, Salesforce customization, and business process automation.</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3545908454"/>
                  </a:ext>
                </a:extLst>
              </a:tr>
              <a:tr h="359383">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Expert in building interactive, data-driven dashboards, Flow/Process Builder, and Salesforce admin tasks.</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1764070143"/>
                  </a:ext>
                </a:extLst>
              </a:tr>
              <a:tr h="20598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buClr>
                          <a:srgbClr val="000000"/>
                        </a:buClr>
                        <a:buSzPts val="1200"/>
                        <a:buFont typeface="Arial" panose="020B0604020202020204" pitchFamily="34" charset="0"/>
                        <a:buChar char="•"/>
                      </a:pPr>
                      <a:r>
                        <a:rPr lang="en-US" sz="1050" u="none" strike="noStrike">
                          <a:effectLst/>
                        </a:rPr>
                        <a:t>Certified Salesforce Administrator, Advanced Administrator, CPQ Specialist</a:t>
                      </a:r>
                      <a:endParaRPr lang="en-US" sz="1050" b="0" i="0" u="none" strike="noStrike">
                        <a:solidFill>
                          <a:srgbClr val="000000"/>
                        </a:solidFill>
                        <a:effectLst/>
                        <a:latin typeface="Arial" panose="020B0604020202020204" pitchFamily="34" charset="0"/>
                      </a:endParaRPr>
                    </a:p>
                  </a:txBody>
                  <a:tcPr marL="256" marR="256" marT="256" marB="0" anchor="ctr"/>
                </a:tc>
                <a:extLst>
                  <a:ext uri="{0D108BD9-81ED-4DB2-BD59-A6C34878D82A}">
                    <a16:rowId xmlns:a16="http://schemas.microsoft.com/office/drawing/2014/main" val="819798171"/>
                  </a:ext>
                </a:extLst>
              </a:tr>
            </a:tbl>
          </a:graphicData>
        </a:graphic>
      </p:graphicFrame>
      <p:pic>
        <p:nvPicPr>
          <p:cNvPr id="7" name="Picture 6">
            <a:extLst>
              <a:ext uri="{FF2B5EF4-FFF2-40B4-BE49-F238E27FC236}">
                <a16:creationId xmlns:a16="http://schemas.microsoft.com/office/drawing/2014/main" id="{03EAD678-81DB-4AEE-A228-482A5B987DA1}"/>
              </a:ext>
            </a:extLst>
          </p:cNvPr>
          <p:cNvPicPr>
            <a:picLocks noChangeAspect="1"/>
          </p:cNvPicPr>
          <p:nvPr/>
        </p:nvPicPr>
        <p:blipFill>
          <a:blip r:embed="rId10"/>
          <a:stretch>
            <a:fillRect/>
          </a:stretch>
        </p:blipFill>
        <p:spPr>
          <a:xfrm>
            <a:off x="534730" y="1312630"/>
            <a:ext cx="1084895" cy="1100320"/>
          </a:xfrm>
          <a:prstGeom prst="rect">
            <a:avLst/>
          </a:prstGeom>
        </p:spPr>
      </p:pic>
    </p:spTree>
    <p:extLst>
      <p:ext uri="{BB962C8B-B14F-4D97-AF65-F5344CB8AC3E}">
        <p14:creationId xmlns:p14="http://schemas.microsoft.com/office/powerpoint/2010/main" val="29149511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Invent">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vent" id="{765F15EC-ACEC-4925-B443-DBCE1BF2AFB8}" vid="{6D976DFF-99AB-43E8-88F7-3F649845171F}"/>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378392C-9FC1-43BB-AA10-7301D1C379E7}">
  <we:reference id="22ff87a5-132f-4d52-9e97-94d888e4dd91" version="3.8.0.0" store="EXCatalog" storeType="EXCatalog"/>
  <we:alternateReferences>
    <we:reference id="WA104380050" version="3.8.0.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83F8E3E7472614BAE4AA7A5CA638236" ma:contentTypeVersion="10" ma:contentTypeDescription="Create a new document." ma:contentTypeScope="" ma:versionID="7cec09f4f6e35e53ab7f706fe732ec60">
  <xsd:schema xmlns:xsd="http://www.w3.org/2001/XMLSchema" xmlns:xs="http://www.w3.org/2001/XMLSchema" xmlns:p="http://schemas.microsoft.com/office/2006/metadata/properties" xmlns:ns2="5042aa20-6492-49a1-96ba-fc043bc1364b" xmlns:ns3="d46d4ca9-0163-43ee-9bfb-4b891644ba89" targetNamespace="http://schemas.microsoft.com/office/2006/metadata/properties" ma:root="true" ma:fieldsID="99f76836a7d72c53e1e65881d0105899" ns2:_="" ns3:_="">
    <xsd:import namespace="5042aa20-6492-49a1-96ba-fc043bc1364b"/>
    <xsd:import namespace="d46d4ca9-0163-43ee-9bfb-4b891644ba8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LengthInSecond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42aa20-6492-49a1-96ba-fc043bc1364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46d4ca9-0163-43ee-9bfb-4b891644ba89"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DateTaken" ma:index="17"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BC82F4-784D-4F00-B482-E17C62CB1B76}">
  <ds:schemaRefs>
    <ds:schemaRef ds:uri="http://schemas.microsoft.com/sharepoint/v3/contenttype/forms"/>
  </ds:schemaRefs>
</ds:datastoreItem>
</file>

<file path=customXml/itemProps2.xml><?xml version="1.0" encoding="utf-8"?>
<ds:datastoreItem xmlns:ds="http://schemas.openxmlformats.org/officeDocument/2006/customXml" ds:itemID="{34E090F0-D860-4F52-B923-CC9F8E689BFA}">
  <ds:schemaRefs>
    <ds:schemaRef ds:uri="5042aa20-6492-49a1-96ba-fc043bc1364b"/>
    <ds:schemaRef ds:uri="d46d4ca9-0163-43ee-9bfb-4b891644ba8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9FC2B6B-242C-4C7F-B739-9C7CAB0E9A83}">
  <ds:schemaRefs>
    <ds:schemaRef ds:uri="5042aa20-6492-49a1-96ba-fc043bc1364b"/>
    <ds:schemaRef ds:uri="d46d4ca9-0163-43ee-9bfb-4b891644ba8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Capgemini Master</Template>
  <Application>Microsoft Office PowerPoint</Application>
  <PresentationFormat>Widescreen</PresentationFormat>
  <Slides>22</Slides>
  <Notes>13</Notes>
  <HiddenSlides>12</HiddenSlides>
  <ScaleCrop>false</ScaleCrop>
  <HeadingPairs>
    <vt:vector size="4" baseType="variant">
      <vt:variant>
        <vt:lpstr>Theme</vt:lpstr>
      </vt:variant>
      <vt:variant>
        <vt:i4>3</vt:i4>
      </vt:variant>
      <vt:variant>
        <vt:lpstr>Slide Titles</vt:lpstr>
      </vt:variant>
      <vt:variant>
        <vt:i4>22</vt:i4>
      </vt:variant>
    </vt:vector>
  </HeadingPairs>
  <TitlesOfParts>
    <vt:vector size="25" baseType="lpstr">
      <vt:lpstr>1_Invent</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Document</dc:title>
  <dc:subject>ppt template</dc:subject>
  <dc:creator>Saurabh Pandey</dc:creator>
  <cp:revision>12</cp:revision>
  <dcterms:created xsi:type="dcterms:W3CDTF">2019-11-27T16:33:48Z</dcterms:created>
  <dcterms:modified xsi:type="dcterms:W3CDTF">2025-10-22T10:28:02Z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0x010100583F8E3E7472614BAE4AA7A5CA638236</vt:lpwstr>
  </property>
  <property fmtid="{D5CDD505-2E9C-101B-9397-08002B2CF9AE}" pid="3" name="MediaServiceImageTags">
    <vt:lpwstr/>
  </property>
</Properties>
</file>