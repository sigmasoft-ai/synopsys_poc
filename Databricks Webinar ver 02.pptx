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3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3.jpg" ContentType="image/pn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2" r:id="rId5"/>
    <p:sldId id="275" r:id="rId6"/>
    <p:sldId id="283" r:id="rId7"/>
    <p:sldId id="295" r:id="rId8"/>
    <p:sldId id="285" r:id="rId9"/>
    <p:sldId id="293" r:id="rId10"/>
    <p:sldId id="296" r:id="rId11"/>
    <p:sldId id="288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6992"/>
    <a:srgbClr val="AEC2D8"/>
    <a:srgbClr val="98432A"/>
    <a:srgbClr val="D84400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634"/>
  </p:normalViewPr>
  <p:slideViewPr>
    <p:cSldViewPr snapToGrid="0" showGuides="1">
      <p:cViewPr varScale="1">
        <p:scale>
          <a:sx n="78" d="100"/>
          <a:sy n="78" d="100"/>
        </p:scale>
        <p:origin x="878" y="91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-16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A894A48D-3417-BE20-3062-A366096904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AC9ED954-709D-51DC-3EA0-0E06FE1D7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F57F2FB-2942-7663-E6DB-E3A976549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D31FE42-8AA6-DC9C-5EE7-8737143C1D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D246-FB21-4ACB-9068-6447CC7872F8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F659C92-43C4-05C5-9170-5CF256AF9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4923A81-0599-8ECF-BDF0-A4898D468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F3159-94EB-4F6B-8273-09F1A6B01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12883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914374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820645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245785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889056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9302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077670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764" y="1986926"/>
            <a:ext cx="5257793" cy="2057441"/>
          </a:xfrm>
        </p:spPr>
        <p:txBody>
          <a:bodyPr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509005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01366" y="4172084"/>
            <a:ext cx="1570612" cy="760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title style 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3435545"/>
            <a:ext cx="4253399" cy="1740114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174533-8C0E-4E82-A582-891A0555FA1F}"/>
              </a:ext>
            </a:extLst>
          </p:cNvPr>
          <p:cNvSpPr/>
          <p:nvPr userDrawn="1"/>
        </p:nvSpPr>
        <p:spPr>
          <a:xfrm>
            <a:off x="7328126" y="231031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71E3938-A754-4D49-B509-249EE9BD83AB}"/>
              </a:ext>
            </a:extLst>
          </p:cNvPr>
          <p:cNvSpPr/>
          <p:nvPr userDrawn="1"/>
        </p:nvSpPr>
        <p:spPr>
          <a:xfrm>
            <a:off x="8375472" y="4095335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5414CF94-2913-4AE7-AAC3-3D61FE7428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74027" y="1076241"/>
            <a:ext cx="1913128" cy="105472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3CE3485A-395E-4C5F-A00F-D230FF7CFB9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75472" y="1076241"/>
            <a:ext cx="1904890" cy="105472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</a:t>
            </a:r>
            <a:r>
              <a:rPr lang="zh-CN" altLang="en-US" dirty="0"/>
              <a:t> </a:t>
            </a:r>
            <a:r>
              <a:rPr lang="en-US" altLang="zh-CN" dirty="0"/>
              <a:t>Master title style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6A8DFBFF-5B07-49C6-ADB8-341FCD1E753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21949" y="2844725"/>
            <a:ext cx="1914694" cy="108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 descr="Click icon to add picture">
            <a:extLst>
              <a:ext uri="{FF2B5EF4-FFF2-40B4-BE49-F238E27FC236}">
                <a16:creationId xmlns:a16="http://schemas.microsoft.com/office/drawing/2014/main" id="{1AC7F192-CFC3-470A-9467-330212C6F52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409651" y="2826795"/>
            <a:ext cx="1913128" cy="1107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A5D53FF3-B0CD-4D31-9128-2D2E0E89F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7234" y="4631270"/>
            <a:ext cx="1913128" cy="10756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0" i="0">
                <a:solidFill>
                  <a:schemeClr val="accent6"/>
                </a:solidFill>
                <a:latin typeface="Abadi" panose="020B0604020104020204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4D27EAE5-5D14-4E2B-9A4E-E1CE7C26F40F}"/>
              </a:ext>
            </a:extLst>
          </p:cNvPr>
          <p:cNvSpPr/>
          <p:nvPr userDrawn="1"/>
        </p:nvSpPr>
        <p:spPr>
          <a:xfrm>
            <a:off x="630971" y="606175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1796F5D-2CC8-44C2-B5B5-E61BEFFF5A72}"/>
              </a:ext>
            </a:extLst>
          </p:cNvPr>
          <p:cNvSpPr/>
          <p:nvPr userDrawn="1"/>
        </p:nvSpPr>
        <p:spPr>
          <a:xfrm>
            <a:off x="5252937" y="2290859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093633-6A91-42B5-961C-4B3A5DDF2146}"/>
              </a:ext>
            </a:extLst>
          </p:cNvPr>
          <p:cNvSpPr/>
          <p:nvPr userDrawn="1"/>
        </p:nvSpPr>
        <p:spPr>
          <a:xfrm>
            <a:off x="6310033" y="405642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>
          <a:xfrm>
            <a:off x="484632" y="6217920"/>
            <a:ext cx="4114800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194169" y="6217920"/>
            <a:ext cx="458592" cy="365125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62097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096892"/>
            <a:ext cx="5117162" cy="1325563"/>
          </a:xfr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47">
            <a:extLst>
              <a:ext uri="{FF2B5EF4-FFF2-40B4-BE49-F238E27FC236}">
                <a16:creationId xmlns:a16="http://schemas.microsoft.com/office/drawing/2014/main" id="{E61594E5-F661-407F-9B5E-62267D2E6AA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9574" y="3435546"/>
            <a:ext cx="4260180" cy="12945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88BDF24-3B67-5B77-0D48-319FA7FD0F6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745001" y="0"/>
            <a:ext cx="6446999" cy="6858000"/>
          </a:xfrm>
          <a:custGeom>
            <a:avLst/>
            <a:gdLst>
              <a:gd name="connsiteX0" fmla="*/ 2550369 w 6483642"/>
              <a:gd name="connsiteY0" fmla="*/ 0 h 6858000"/>
              <a:gd name="connsiteX1" fmla="*/ 4338592 w 6483642"/>
              <a:gd name="connsiteY1" fmla="*/ 0 h 6858000"/>
              <a:gd name="connsiteX2" fmla="*/ 6483642 w 6483642"/>
              <a:gd name="connsiteY2" fmla="*/ 1338386 h 6858000"/>
              <a:gd name="connsiteX3" fmla="*/ 6483642 w 6483642"/>
              <a:gd name="connsiteY3" fmla="*/ 5624376 h 6858000"/>
              <a:gd name="connsiteX4" fmla="*/ 4378767 w 6483642"/>
              <a:gd name="connsiteY4" fmla="*/ 6858000 h 6858000"/>
              <a:gd name="connsiteX5" fmla="*/ 2590564 w 6483642"/>
              <a:gd name="connsiteY5" fmla="*/ 6858000 h 6858000"/>
              <a:gd name="connsiteX6" fmla="*/ 133 w 6483642"/>
              <a:gd name="connsiteY6" fmla="*/ 5332429 h 6858000"/>
              <a:gd name="connsiteX7" fmla="*/ 20164 w 6483642"/>
              <a:gd name="connsiteY7" fmla="*/ 1404433 h 6858000"/>
              <a:gd name="connsiteX0" fmla="*/ 2530205 w 6463478"/>
              <a:gd name="connsiteY0" fmla="*/ 0 h 6858000"/>
              <a:gd name="connsiteX1" fmla="*/ 4318428 w 6463478"/>
              <a:gd name="connsiteY1" fmla="*/ 0 h 6858000"/>
              <a:gd name="connsiteX2" fmla="*/ 6463478 w 6463478"/>
              <a:gd name="connsiteY2" fmla="*/ 1338386 h 6858000"/>
              <a:gd name="connsiteX3" fmla="*/ 6463478 w 6463478"/>
              <a:gd name="connsiteY3" fmla="*/ 5624376 h 6858000"/>
              <a:gd name="connsiteX4" fmla="*/ 4358603 w 6463478"/>
              <a:gd name="connsiteY4" fmla="*/ 6858000 h 6858000"/>
              <a:gd name="connsiteX5" fmla="*/ 2570400 w 6463478"/>
              <a:gd name="connsiteY5" fmla="*/ 6858000 h 6858000"/>
              <a:gd name="connsiteX6" fmla="*/ 17140 w 6463478"/>
              <a:gd name="connsiteY6" fmla="*/ 5339864 h 6858000"/>
              <a:gd name="connsiteX7" fmla="*/ 0 w 6463478"/>
              <a:gd name="connsiteY7" fmla="*/ 1404433 h 6858000"/>
              <a:gd name="connsiteX8" fmla="*/ 2530205 w 6463478"/>
              <a:gd name="connsiteY8" fmla="*/ 0 h 6858000"/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  <a:gd name="connsiteX8" fmla="*/ 2513726 w 6446999"/>
              <a:gd name="connsiteY8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lnTo>
                  <a:pt x="2513726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dirty="0">
                <a:solidFill>
                  <a:schemeClr val="accent6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ADF8D8A3-175E-9A50-A98B-3766DAAB5EE2}"/>
              </a:ext>
            </a:extLst>
          </p:cNvPr>
          <p:cNvSpPr/>
          <p:nvPr userDrawn="1"/>
        </p:nvSpPr>
        <p:spPr>
          <a:xfrm rot="5400000">
            <a:off x="1308232" y="2004972"/>
            <a:ext cx="3593592" cy="2880360"/>
          </a:xfrm>
          <a:prstGeom prst="hexagon">
            <a:avLst>
              <a:gd name="adj" fmla="val 31211"/>
              <a:gd name="vf" fmla="val 11547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Text 47" descr="Click icon to add picture">
            <a:extLst>
              <a:ext uri="{FF2B5EF4-FFF2-40B4-BE49-F238E27FC236}">
                <a16:creationId xmlns:a16="http://schemas.microsoft.com/office/drawing/2014/main" id="{B264F104-ED4D-9A7F-E598-295893E05B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19235" y="2911781"/>
            <a:ext cx="1570612" cy="10708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3000"/>
              </a:lnSpc>
              <a:buNone/>
              <a:defRPr sz="1800" b="1" cap="all" baseline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084A88-6A62-9495-6CFE-1127D5CAAAB2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581710" y="555648"/>
            <a:ext cx="5045662" cy="5783096"/>
          </a:xfrm>
          <a:custGeom>
            <a:avLst/>
            <a:gdLst>
              <a:gd name="connsiteX0" fmla="*/ 2523318 w 5045662"/>
              <a:gd name="connsiteY0" fmla="*/ 1092708 h 5783096"/>
              <a:gd name="connsiteX1" fmla="*/ 1083139 w 5045662"/>
              <a:gd name="connsiteY1" fmla="*/ 1991697 h 5783096"/>
              <a:gd name="connsiteX2" fmla="*/ 1083139 w 5045662"/>
              <a:gd name="connsiteY2" fmla="*/ 3787311 h 5783096"/>
              <a:gd name="connsiteX3" fmla="*/ 2523318 w 5045662"/>
              <a:gd name="connsiteY3" fmla="*/ 4686300 h 5783096"/>
              <a:gd name="connsiteX4" fmla="*/ 3963497 w 5045662"/>
              <a:gd name="connsiteY4" fmla="*/ 3787311 h 5783096"/>
              <a:gd name="connsiteX5" fmla="*/ 3963497 w 5045662"/>
              <a:gd name="connsiteY5" fmla="*/ 1991697 h 5783096"/>
              <a:gd name="connsiteX6" fmla="*/ 2470122 w 5045662"/>
              <a:gd name="connsiteY6" fmla="*/ 0 h 5783096"/>
              <a:gd name="connsiteX7" fmla="*/ 5037208 w 5045662"/>
              <a:gd name="connsiteY7" fmla="*/ 1458369 h 5783096"/>
              <a:gd name="connsiteX8" fmla="*/ 5045662 w 5045662"/>
              <a:gd name="connsiteY8" fmla="*/ 4339769 h 5783096"/>
              <a:gd name="connsiteX9" fmla="*/ 2561576 w 5045662"/>
              <a:gd name="connsiteY9" fmla="*/ 5783096 h 5783096"/>
              <a:gd name="connsiteX10" fmla="*/ 24164 w 5045662"/>
              <a:gd name="connsiteY10" fmla="*/ 4354881 h 5783096"/>
              <a:gd name="connsiteX11" fmla="*/ 0 w 5045662"/>
              <a:gd name="connsiteY11" fmla="*/ 1453765 h 578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5662" h="5783096">
                <a:moveTo>
                  <a:pt x="2523318" y="1092708"/>
                </a:moveTo>
                <a:lnTo>
                  <a:pt x="1083139" y="1991697"/>
                </a:lnTo>
                <a:lnTo>
                  <a:pt x="1083139" y="3787311"/>
                </a:lnTo>
                <a:lnTo>
                  <a:pt x="2523318" y="4686300"/>
                </a:lnTo>
                <a:lnTo>
                  <a:pt x="3963497" y="3787311"/>
                </a:lnTo>
                <a:lnTo>
                  <a:pt x="3963497" y="1991697"/>
                </a:lnTo>
                <a:close/>
                <a:moveTo>
                  <a:pt x="2470122" y="0"/>
                </a:moveTo>
                <a:lnTo>
                  <a:pt x="5037208" y="1458369"/>
                </a:lnTo>
                <a:cubicBezTo>
                  <a:pt x="5040026" y="2418836"/>
                  <a:pt x="5042844" y="3379302"/>
                  <a:pt x="5045662" y="4339769"/>
                </a:cubicBezTo>
                <a:lnTo>
                  <a:pt x="2561576" y="5783096"/>
                </a:lnTo>
                <a:lnTo>
                  <a:pt x="24164" y="4354881"/>
                </a:lnTo>
                <a:lnTo>
                  <a:pt x="0" y="1453765"/>
                </a:lnTo>
                <a:close/>
              </a:path>
            </a:pathLst>
          </a:custGeom>
        </p:spPr>
        <p:txBody>
          <a:bodyPr wrap="square" tIns="457200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2BC57-1D8D-9F59-24F9-1E823227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29" y="507076"/>
            <a:ext cx="10515600" cy="111543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47">
            <a:extLst>
              <a:ext uri="{FF2B5EF4-FFF2-40B4-BE49-F238E27FC236}">
                <a16:creationId xmlns:a16="http://schemas.microsoft.com/office/drawing/2014/main" id="{561744A6-D3EA-42C3-8E71-3BB8BA1E6149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587829" y="1622510"/>
            <a:ext cx="10889796" cy="415575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82179-6F61-D1EC-D800-74B748B37F0E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03A51-0211-9F66-D20B-444BC94AA39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68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709" y="721538"/>
            <a:ext cx="10889796" cy="14189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able placeholder">
            <a:extLst>
              <a:ext uri="{FF2B5EF4-FFF2-40B4-BE49-F238E27FC236}">
                <a16:creationId xmlns:a16="http://schemas.microsoft.com/office/drawing/2014/main" id="{CFC5FF09-DE50-4155-81A0-5DD9B700F205}"/>
              </a:ext>
            </a:extLst>
          </p:cNvPr>
          <p:cNvSpPr>
            <a:spLocks noGrp="1"/>
          </p:cNvSpPr>
          <p:nvPr>
            <p:ph type="tbl" sz="quarter" idx="27" hasCustomPrompt="1"/>
          </p:nvPr>
        </p:nvSpPr>
        <p:spPr>
          <a:xfrm>
            <a:off x="581709" y="1614198"/>
            <a:ext cx="10889796" cy="43178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 dirty="0"/>
              <a:t>Click to edit master text style</a:t>
            </a:r>
            <a:endParaRPr lang="zh-CN" altLang="en-US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F58E95-E9E1-28E6-FB2F-DE80889223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079" y="1856195"/>
            <a:ext cx="4518122" cy="1688906"/>
          </a:xfrm>
        </p:spPr>
        <p:txBody>
          <a:bodyPr anchor="b">
            <a:noAutofit/>
          </a:bodyPr>
          <a:lstStyle>
            <a:lvl1pPr>
              <a:defRPr sz="2700">
                <a:latin typeface="+mn-lt"/>
              </a:defRPr>
            </a:lvl1pPr>
          </a:lstStyle>
          <a:p>
            <a:r>
              <a:rPr lang="en-US" dirty="0"/>
              <a:t>Click to edit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r>
              <a:rPr lang="en-US" dirty="0"/>
              <a:t>style</a:t>
            </a:r>
          </a:p>
        </p:txBody>
      </p:sp>
      <p:sp>
        <p:nvSpPr>
          <p:cNvPr id="11" name="subtitle 47">
            <a:extLst>
              <a:ext uri="{FF2B5EF4-FFF2-40B4-BE49-F238E27FC236}">
                <a16:creationId xmlns:a16="http://schemas.microsoft.com/office/drawing/2014/main" id="{3B45AD65-2B81-A368-E5F0-5C61D0B1DF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5999" y="3695015"/>
            <a:ext cx="4672693" cy="16889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4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4" name="Freeform: Shape 5">
            <a:extLst>
              <a:ext uri="{FF2B5EF4-FFF2-40B4-BE49-F238E27FC236}">
                <a16:creationId xmlns:a16="http://schemas.microsoft.com/office/drawing/2014/main" id="{0CA4AA19-0D07-46AB-AC12-64054BBBB499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DF781D9E-0DF5-4DDA-84E6-35DFB054158C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dirty="0"/>
          </a:p>
        </p:txBody>
      </p:sp>
      <p:sp>
        <p:nvSpPr>
          <p:cNvPr id="6" name="Freeform: Shape 7">
            <a:extLst>
              <a:ext uri="{FF2B5EF4-FFF2-40B4-BE49-F238E27FC236}">
                <a16:creationId xmlns:a16="http://schemas.microsoft.com/office/drawing/2014/main" id="{86BA1075-E23C-4BC9-8F67-B2E408F864D2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B2A4CA75-D17E-243B-9C56-A63C75AF6D56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4077E-956B-EA3A-700F-A833D82341FE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D455D4-27F3-B6AD-2A20-7475F307E5E4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564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4">
            <a:extLst>
              <a:ext uri="{FF2B5EF4-FFF2-40B4-BE49-F238E27FC236}">
                <a16:creationId xmlns:a16="http://schemas.microsoft.com/office/drawing/2014/main" id="{DCA6F28B-ACF1-D3CB-8968-4F64BEA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E2F72F6F-0172-47B0-8D9E-0EED383332E2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114798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52" name="Content placeholder 47" descr="Click icon to add picture">
            <a:extLst>
              <a:ext uri="{FF2B5EF4-FFF2-40B4-BE49-F238E27FC236}">
                <a16:creationId xmlns:a16="http://schemas.microsoft.com/office/drawing/2014/main" id="{2369DDD8-CFC2-4980-A0DB-411AA173B4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4003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3" name="Content placeholder 47">
            <a:extLst>
              <a:ext uri="{FF2B5EF4-FFF2-40B4-BE49-F238E27FC236}">
                <a16:creationId xmlns:a16="http://schemas.microsoft.com/office/drawing/2014/main" id="{B66AC261-5929-40D2-A646-8F16675DE3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4003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B33A9FB2-1610-4389-B352-D99255F77BE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623536" y="1840730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DEE851A8-3FB7-B319-A053-BE08A45763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204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Content placeholder 47">
            <a:extLst>
              <a:ext uri="{FF2B5EF4-FFF2-40B4-BE49-F238E27FC236}">
                <a16:creationId xmlns:a16="http://schemas.microsoft.com/office/drawing/2014/main" id="{5743B59B-3EAA-B249-07CE-9C9C5B0B6A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7204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0AC60B87-71AC-4AA8-9AE7-B3B427BACB1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13401" y="2560353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19" name="Content placeholder 47" descr="Click icon to add picture">
            <a:extLst>
              <a:ext uri="{FF2B5EF4-FFF2-40B4-BE49-F238E27FC236}">
                <a16:creationId xmlns:a16="http://schemas.microsoft.com/office/drawing/2014/main" id="{110FBA5D-2CEB-4D44-16CA-0F24099B14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8710" y="476428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2108E774-D145-FA07-58F1-7DB37A30A59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8710" y="5295180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05B25D7D-82BA-4FF5-9C92-4AD181847515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500328" y="1836331"/>
            <a:ext cx="2368061" cy="2102177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5" name="Content placeholder 47" descr="Click icon to add picture">
            <a:extLst>
              <a:ext uri="{FF2B5EF4-FFF2-40B4-BE49-F238E27FC236}">
                <a16:creationId xmlns:a16="http://schemas.microsoft.com/office/drawing/2014/main" id="{A9C2624B-E6E6-C673-E8FF-F4BF909C3AC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635340" y="4045832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A003837A-CCD7-3699-D86F-CB884CA4C6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635340" y="4576723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028585-56FF-7B3D-783D-D06964F7C099}"/>
              </a:ext>
            </a:extLst>
          </p:cNvPr>
          <p:cNvSpPr>
            <a:spLocks noGrp="1"/>
          </p:cNvSpPr>
          <p:nvPr>
            <p:ph type="ftr" sz="quarter" idx="58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90978-DDC9-0FA2-2CFD-733C8B854F3C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63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Team Me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92FA2A-46BA-2A19-C3CE-EC698586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74" y="2367293"/>
            <a:ext cx="3909993" cy="362970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BF9EDF7D-3BB1-43C0-92BB-091CCC520477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26979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15896C2C-7C25-4BC0-AF9B-DF590A2909A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20210" y="522515"/>
            <a:ext cx="2289842" cy="62655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CAC554EF-FF8F-4055-A716-E82F461413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20211" y="1165881"/>
            <a:ext cx="2289842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0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56" name="Content placeholder 47">
            <a:extLst>
              <a:ext uri="{FF2B5EF4-FFF2-40B4-BE49-F238E27FC236}">
                <a16:creationId xmlns:a16="http://schemas.microsoft.com/office/drawing/2014/main" id="{4F0742C0-A9F2-4886-B17E-6915399483C3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8059916" y="436455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1" name="Content placeholder 47" descr="Click icon to add picture">
            <a:extLst>
              <a:ext uri="{FF2B5EF4-FFF2-40B4-BE49-F238E27FC236}">
                <a16:creationId xmlns:a16="http://schemas.microsoft.com/office/drawing/2014/main" id="{CE3DC674-39AB-43B9-AC30-97A68D2215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309889" y="642667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F12189CA-0E22-41A5-91FD-03761860993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09891" y="1165881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8" name="Content placeholder 47">
            <a:extLst>
              <a:ext uri="{FF2B5EF4-FFF2-40B4-BE49-F238E27FC236}">
                <a16:creationId xmlns:a16="http://schemas.microsoft.com/office/drawing/2014/main" id="{A962C62E-F92F-445A-9243-8B433747A548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26979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 descr="Click icon to add picture">
            <a:extLst>
              <a:ext uri="{FF2B5EF4-FFF2-40B4-BE49-F238E27FC236}">
                <a16:creationId xmlns:a16="http://schemas.microsoft.com/office/drawing/2014/main" id="{DE6F9463-BB2D-43FC-BE8F-21D3F9A2539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20210" y="2105171"/>
            <a:ext cx="2193021" cy="6174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7DF27694-08A2-4530-B763-5A9B9D4DC6E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520212" y="2739721"/>
            <a:ext cx="2193021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1" name="Content placeholder 47">
            <a:extLst>
              <a:ext uri="{FF2B5EF4-FFF2-40B4-BE49-F238E27FC236}">
                <a16:creationId xmlns:a16="http://schemas.microsoft.com/office/drawing/2014/main" id="{2EA753B3-D0BB-4484-85D1-E28345D99F4C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059916" y="2004222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 dirty="0"/>
          </a:p>
        </p:txBody>
      </p:sp>
      <p:sp>
        <p:nvSpPr>
          <p:cNvPr id="45" name="Content placeholder 47" descr="Click icon to add picture">
            <a:extLst>
              <a:ext uri="{FF2B5EF4-FFF2-40B4-BE49-F238E27FC236}">
                <a16:creationId xmlns:a16="http://schemas.microsoft.com/office/drawing/2014/main" id="{20398AA4-3D68-487D-BE7C-9F1D45E3F5F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09890" y="2032203"/>
            <a:ext cx="2098039" cy="70114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6" name="Content placeholder 47">
            <a:extLst>
              <a:ext uri="{FF2B5EF4-FFF2-40B4-BE49-F238E27FC236}">
                <a16:creationId xmlns:a16="http://schemas.microsoft.com/office/drawing/2014/main" id="{6B623D7A-5E96-42AB-9B1F-14E445503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09890" y="274640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9" name="Content placeholder 47">
            <a:extLst>
              <a:ext uri="{FF2B5EF4-FFF2-40B4-BE49-F238E27FC236}">
                <a16:creationId xmlns:a16="http://schemas.microsoft.com/office/drawing/2014/main" id="{EAA5B0EA-1F3B-4D8B-9BB9-F9037A393705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26979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7" name="Content placeholder 47" descr="Click icon to add picture">
            <a:extLst>
              <a:ext uri="{FF2B5EF4-FFF2-40B4-BE49-F238E27FC236}">
                <a16:creationId xmlns:a16="http://schemas.microsoft.com/office/drawing/2014/main" id="{2C93687D-1E42-4B01-9F16-9FA098CE115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520210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0" name="Content placeholder 47">
            <a:extLst>
              <a:ext uri="{FF2B5EF4-FFF2-40B4-BE49-F238E27FC236}">
                <a16:creationId xmlns:a16="http://schemas.microsoft.com/office/drawing/2014/main" id="{7AB91474-458B-45F7-9773-FA375C2CF7F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552021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2" name="Content placeholder 47">
            <a:extLst>
              <a:ext uri="{FF2B5EF4-FFF2-40B4-BE49-F238E27FC236}">
                <a16:creationId xmlns:a16="http://schemas.microsoft.com/office/drawing/2014/main" id="{52E587E7-A09A-4FB2-8774-8073E737F10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8059916" y="3571991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1" name="Content placeholder 47" descr="Click icon to add picture">
            <a:extLst>
              <a:ext uri="{FF2B5EF4-FFF2-40B4-BE49-F238E27FC236}">
                <a16:creationId xmlns:a16="http://schemas.microsoft.com/office/drawing/2014/main" id="{FBF01DC7-D684-4484-B2AA-B50F7B1A00D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309889" y="3775516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2" name="Content placeholder 47">
            <a:extLst>
              <a:ext uri="{FF2B5EF4-FFF2-40B4-BE49-F238E27FC236}">
                <a16:creationId xmlns:a16="http://schemas.microsoft.com/office/drawing/2014/main" id="{6046C90F-8A25-4E70-9BC9-4496C6B94EB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309891" y="4312077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5" name="Content placeholder 47">
            <a:extLst>
              <a:ext uri="{FF2B5EF4-FFF2-40B4-BE49-F238E27FC236}">
                <a16:creationId xmlns:a16="http://schemas.microsoft.com/office/drawing/2014/main" id="{D05B9A22-6B21-40BB-BBC1-9586C432A97B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426979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3" name="Content placeholder 47" descr="Click icon to add picture">
            <a:extLst>
              <a:ext uri="{FF2B5EF4-FFF2-40B4-BE49-F238E27FC236}">
                <a16:creationId xmlns:a16="http://schemas.microsoft.com/office/drawing/2014/main" id="{F5E2B418-8D0E-4995-A3ED-4348C6F4A1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20210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58" name="Content placeholder 47">
            <a:extLst>
              <a:ext uri="{FF2B5EF4-FFF2-40B4-BE49-F238E27FC236}">
                <a16:creationId xmlns:a16="http://schemas.microsoft.com/office/drawing/2014/main" id="{90A2A6E4-4D11-4F28-9D68-BC28580EBC0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52021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63" name="Content placeholder 47">
            <a:extLst>
              <a:ext uri="{FF2B5EF4-FFF2-40B4-BE49-F238E27FC236}">
                <a16:creationId xmlns:a16="http://schemas.microsoft.com/office/drawing/2014/main" id="{A74DEBE4-2F74-4EB7-9501-8D37A3151B2A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8059916" y="5153614"/>
            <a:ext cx="1173264" cy="1357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9" name="Content placeholder 47" descr="Click icon to add picture">
            <a:extLst>
              <a:ext uri="{FF2B5EF4-FFF2-40B4-BE49-F238E27FC236}">
                <a16:creationId xmlns:a16="http://schemas.microsoft.com/office/drawing/2014/main" id="{070D69EE-1032-4604-B201-FD13AE846E9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13612" y="5369449"/>
            <a:ext cx="2098039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60" name="Content placeholder 47">
            <a:extLst>
              <a:ext uri="{FF2B5EF4-FFF2-40B4-BE49-F238E27FC236}">
                <a16:creationId xmlns:a16="http://schemas.microsoft.com/office/drawing/2014/main" id="{B65187B8-CD7A-46B0-A851-E2456586E758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09891" y="5901594"/>
            <a:ext cx="2098038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64988-2386-5A15-B085-00BD5D58E53C}"/>
              </a:ext>
            </a:extLst>
          </p:cNvPr>
          <p:cNvSpPr>
            <a:spLocks noGrp="1"/>
          </p:cNvSpPr>
          <p:nvPr>
            <p:ph type="ftr" sz="quarter" idx="7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CC095-C330-BF75-42CE-50A46EAD82C5}"/>
              </a:ext>
            </a:extLst>
          </p:cNvPr>
          <p:cNvSpPr>
            <a:spLocks noGrp="1"/>
          </p:cNvSpPr>
          <p:nvPr>
            <p:ph type="sldNum" sz="quarter" idx="77"/>
          </p:nvPr>
        </p:nvSpPr>
        <p:spPr/>
        <p:txBody>
          <a:bodyPr>
            <a:noAutofit/>
          </a:bodyPr>
          <a:lstStyle>
            <a:lvl1pPr>
              <a:defRPr b="0"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311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A533F602-EEC9-45F6-8223-8C8F4914919D}"/>
              </a:ext>
            </a:extLst>
          </p:cNvPr>
          <p:cNvSpPr/>
          <p:nvPr userDrawn="1"/>
        </p:nvSpPr>
        <p:spPr>
          <a:xfrm>
            <a:off x="2121636" y="2070606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08F73F8C-5CF8-4470-AE2B-8E6D7952FF3E}"/>
              </a:ext>
            </a:extLst>
          </p:cNvPr>
          <p:cNvSpPr/>
          <p:nvPr userDrawn="1"/>
        </p:nvSpPr>
        <p:spPr>
          <a:xfrm>
            <a:off x="4174867" y="207344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reeform: Shape 8">
            <a:extLst>
              <a:ext uri="{FF2B5EF4-FFF2-40B4-BE49-F238E27FC236}">
                <a16:creationId xmlns:a16="http://schemas.microsoft.com/office/drawing/2014/main" id="{1299AD72-44AB-4D37-ABBB-9E295508DDB5}"/>
              </a:ext>
            </a:extLst>
          </p:cNvPr>
          <p:cNvSpPr/>
          <p:nvPr userDrawn="1"/>
        </p:nvSpPr>
        <p:spPr>
          <a:xfrm>
            <a:off x="6308379" y="206452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834981F1-A16D-4CA2-8001-0D2A65539268}"/>
              </a:ext>
            </a:extLst>
          </p:cNvPr>
          <p:cNvSpPr/>
          <p:nvPr userDrawn="1"/>
        </p:nvSpPr>
        <p:spPr>
          <a:xfrm>
            <a:off x="8407152" y="2068980"/>
            <a:ext cx="1583013" cy="184155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1" name="Content placeholder 47" descr="Click icon to add picture">
            <a:extLst>
              <a:ext uri="{FF2B5EF4-FFF2-40B4-BE49-F238E27FC236}">
                <a16:creationId xmlns:a16="http://schemas.microsoft.com/office/drawing/2014/main" id="{7AA46292-B7E4-4DB5-85D0-C4F19D66F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1770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382E7D57-1A1A-432F-AEA9-9730DEE157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2627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 descr="Click icon to add picture">
            <a:extLst>
              <a:ext uri="{FF2B5EF4-FFF2-40B4-BE49-F238E27FC236}">
                <a16:creationId xmlns:a16="http://schemas.microsoft.com/office/drawing/2014/main" id="{E51F0384-440E-45B9-91E7-78CA13DE0B9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888314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4" name="Content placeholder 47">
            <a:extLst>
              <a:ext uri="{FF2B5EF4-FFF2-40B4-BE49-F238E27FC236}">
                <a16:creationId xmlns:a16="http://schemas.microsoft.com/office/drawing/2014/main" id="{35EAE525-3692-40E8-894E-B19171FF64F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979171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5" name="Content placeholder 47" descr="Click icon to add picture">
            <a:extLst>
              <a:ext uri="{FF2B5EF4-FFF2-40B4-BE49-F238E27FC236}">
                <a16:creationId xmlns:a16="http://schemas.microsoft.com/office/drawing/2014/main" id="{847DC539-F391-4470-96EB-486AB02DADB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73898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6" name="Content placeholder 47">
            <a:extLst>
              <a:ext uri="{FF2B5EF4-FFF2-40B4-BE49-F238E27FC236}">
                <a16:creationId xmlns:a16="http://schemas.microsoft.com/office/drawing/2014/main" id="{50988645-D146-4AFE-B87D-27927957717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64755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 descr="Click icon to add picture">
            <a:extLst>
              <a:ext uri="{FF2B5EF4-FFF2-40B4-BE49-F238E27FC236}">
                <a16:creationId xmlns:a16="http://schemas.microsoft.com/office/drawing/2014/main" id="{6712E8AC-14E0-42CC-8037-7C1D0E044B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59482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38" name="Content placeholder 47">
            <a:extLst>
              <a:ext uri="{FF2B5EF4-FFF2-40B4-BE49-F238E27FC236}">
                <a16:creationId xmlns:a16="http://schemas.microsoft.com/office/drawing/2014/main" id="{C68DF822-6F14-4839-BD33-6874C8136EE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350339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39" name="Content placeholder 47" descr="Click icon to add picture">
            <a:extLst>
              <a:ext uri="{FF2B5EF4-FFF2-40B4-BE49-F238E27FC236}">
                <a16:creationId xmlns:a16="http://schemas.microsoft.com/office/drawing/2014/main" id="{2D1F75C7-DA21-4400-B066-F38190B4F5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5066" y="4416565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40" name="Content placeholder 47">
            <a:extLst>
              <a:ext uri="{FF2B5EF4-FFF2-40B4-BE49-F238E27FC236}">
                <a16:creationId xmlns:a16="http://schemas.microsoft.com/office/drawing/2014/main" id="{F7CF6BF0-A40D-4F18-B9DF-D9C4106065D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35923" y="5007731"/>
            <a:ext cx="1691687" cy="8111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altLang="zh-CN" sz="1400" b="0" i="0" kern="1200" dirty="0">
                <a:solidFill>
                  <a:schemeClr val="accent6"/>
                </a:solidFill>
                <a:latin typeface="+mn-lt"/>
                <a:ea typeface="+mj-ea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41" name="Content placeholder 47">
            <a:extLst>
              <a:ext uri="{FF2B5EF4-FFF2-40B4-BE49-F238E27FC236}">
                <a16:creationId xmlns:a16="http://schemas.microsoft.com/office/drawing/2014/main" id="{95C6B2A2-937E-4C7D-92E3-8A105DD43A98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3282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2" name="Content placeholder 47">
            <a:extLst>
              <a:ext uri="{FF2B5EF4-FFF2-40B4-BE49-F238E27FC236}">
                <a16:creationId xmlns:a16="http://schemas.microsoft.com/office/drawing/2014/main" id="{A9ECEF10-95EB-4F03-B3B1-8FC0E421618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10934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3" name="Content placeholder 47">
            <a:extLst>
              <a:ext uri="{FF2B5EF4-FFF2-40B4-BE49-F238E27FC236}">
                <a16:creationId xmlns:a16="http://schemas.microsoft.com/office/drawing/2014/main" id="{12D92FE1-9874-49B8-8FDC-F903A484301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235410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4" name="Content placeholder 47">
            <a:extLst>
              <a:ext uri="{FF2B5EF4-FFF2-40B4-BE49-F238E27FC236}">
                <a16:creationId xmlns:a16="http://schemas.microsoft.com/office/drawing/2014/main" id="{12070F52-AB91-476E-9FE0-5403568A11D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361474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5" name="Content placeholder 47">
            <a:extLst>
              <a:ext uri="{FF2B5EF4-FFF2-40B4-BE49-F238E27FC236}">
                <a16:creationId xmlns:a16="http://schemas.microsoft.com/office/drawing/2014/main" id="{13AE459B-26D7-43FC-BE0B-EF7B119D7D4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9487536" y="2073439"/>
            <a:ext cx="1621032" cy="1841551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5" name="Title Placeholder 4">
            <a:extLst>
              <a:ext uri="{FF2B5EF4-FFF2-40B4-BE49-F238E27FC236}">
                <a16:creationId xmlns:a16="http://schemas.microsoft.com/office/drawing/2014/main" id="{C8ECEE37-7B17-4FD7-2612-FBD357E1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2CD23-FF0B-8184-9F40-957043412F1C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76D293-58F2-B8E9-6576-2676F210D7CF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331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ontent placeholder 47">
            <a:extLst>
              <a:ext uri="{FF2B5EF4-FFF2-40B4-BE49-F238E27FC236}">
                <a16:creationId xmlns:a16="http://schemas.microsoft.com/office/drawing/2014/main" id="{67FF6BA4-2B1B-4B51-9FE3-A67E3DCC31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88E2377A-ED6B-4D69-A9DC-647CB22A520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00303" y="2929823"/>
            <a:ext cx="1867186" cy="2471878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ECC27D7D-FA65-E93F-3C7E-AADBF7E0CC2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64216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3" name="Content placeholder 47">
            <a:extLst>
              <a:ext uri="{FF2B5EF4-FFF2-40B4-BE49-F238E27FC236}">
                <a16:creationId xmlns:a16="http://schemas.microsoft.com/office/drawing/2014/main" id="{DF5280E4-E86B-9E17-04A1-072A8148C3B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319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Content placeholder 47">
            <a:extLst>
              <a:ext uri="{FF2B5EF4-FFF2-40B4-BE49-F238E27FC236}">
                <a16:creationId xmlns:a16="http://schemas.microsoft.com/office/drawing/2014/main" id="{42F4F0D3-AF64-7F92-FF1C-F5D1DC62A38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488424" y="2929823"/>
            <a:ext cx="1865376" cy="2464293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tIns="219456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Content placeholder 47">
            <a:extLst>
              <a:ext uri="{FF2B5EF4-FFF2-40B4-BE49-F238E27FC236}">
                <a16:creationId xmlns:a16="http://schemas.microsoft.com/office/drawing/2014/main" id="{43D089D6-48B5-43AB-A887-EEF910BA91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8200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4" name="Title Placeholder 4">
            <a:extLst>
              <a:ext uri="{FF2B5EF4-FFF2-40B4-BE49-F238E27FC236}">
                <a16:creationId xmlns:a16="http://schemas.microsoft.com/office/drawing/2014/main" id="{69ABDED2-7EB3-3ABE-90D0-E6C00F806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Content placeholder 47">
            <a:extLst>
              <a:ext uri="{FF2B5EF4-FFF2-40B4-BE49-F238E27FC236}">
                <a16:creationId xmlns:a16="http://schemas.microsoft.com/office/drawing/2014/main" id="{476A31DC-7395-007C-8BA1-C38E5B289C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00756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6" name="Content placeholder 47">
            <a:extLst>
              <a:ext uri="{FF2B5EF4-FFF2-40B4-BE49-F238E27FC236}">
                <a16:creationId xmlns:a16="http://schemas.microsoft.com/office/drawing/2014/main" id="{35CE0786-D87B-DD89-C418-C53C1B7E610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63312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7C7F2E6C-1DCD-3C6A-4830-5BF230A3AAB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25868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56A87F6E-D6C5-8903-BC20-31381004603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88424" y="2067143"/>
            <a:ext cx="1865376" cy="866219"/>
          </a:xfrm>
          <a:prstGeom prst="rect">
            <a:avLst/>
          </a:prstGeom>
          <a:ln w="1905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Click to edit Master title style</a:t>
            </a:r>
            <a:endParaRPr lang="zh-CN" alt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218367E-FDD8-A1F8-8E0F-A365771B85F7}"/>
              </a:ext>
            </a:extLst>
          </p:cNvPr>
          <p:cNvSpPr>
            <a:spLocks noGrp="1"/>
          </p:cNvSpPr>
          <p:nvPr>
            <p:ph type="ftr" sz="quarter" idx="54"/>
          </p:nvPr>
        </p:nvSpPr>
        <p:spPr/>
        <p:txBody>
          <a:bodyPr>
            <a:noAutofit/>
          </a:bodyPr>
          <a:lstStyle/>
          <a:p>
            <a:r>
              <a:rPr lang="en-US" noProof="0"/>
              <a:t>Presentation title</a:t>
            </a:r>
            <a:endParaRPr lang="en-US" noProof="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ECE300-0AB8-85A0-D4D3-B948DDA7B00F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64985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25">
            <a:extLst>
              <a:ext uri="{FF2B5EF4-FFF2-40B4-BE49-F238E27FC236}">
                <a16:creationId xmlns:a16="http://schemas.microsoft.com/office/drawing/2014/main" id="{D61EE2E4-C5DD-4944-B70C-8F0A3F741A59}"/>
              </a:ext>
            </a:extLst>
          </p:cNvPr>
          <p:cNvSpPr/>
          <p:nvPr userDrawn="1"/>
        </p:nvSpPr>
        <p:spPr>
          <a:xfrm>
            <a:off x="1295508" y="3039919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7" name="Freeform: Shape 26">
            <a:extLst>
              <a:ext uri="{FF2B5EF4-FFF2-40B4-BE49-F238E27FC236}">
                <a16:creationId xmlns:a16="http://schemas.microsoft.com/office/drawing/2014/main" id="{91FA36A8-94E8-4069-B957-F7145D77BD5F}"/>
              </a:ext>
            </a:extLst>
          </p:cNvPr>
          <p:cNvSpPr/>
          <p:nvPr userDrawn="1"/>
        </p:nvSpPr>
        <p:spPr>
          <a:xfrm>
            <a:off x="3670763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8" name="Freeform: Shape 27">
            <a:extLst>
              <a:ext uri="{FF2B5EF4-FFF2-40B4-BE49-F238E27FC236}">
                <a16:creationId xmlns:a16="http://schemas.microsoft.com/office/drawing/2014/main" id="{7D38D67C-B6B8-4EB2-BC07-4A8128F44D16}"/>
              </a:ext>
            </a:extLst>
          </p:cNvPr>
          <p:cNvSpPr/>
          <p:nvPr userDrawn="1"/>
        </p:nvSpPr>
        <p:spPr>
          <a:xfrm>
            <a:off x="4865676" y="3722308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69" name="Freeform: Shape 28">
            <a:extLst>
              <a:ext uri="{FF2B5EF4-FFF2-40B4-BE49-F238E27FC236}">
                <a16:creationId xmlns:a16="http://schemas.microsoft.com/office/drawing/2014/main" id="{6B2E4C8C-D96E-4A66-A3D2-3580DACCF801}"/>
              </a:ext>
            </a:extLst>
          </p:cNvPr>
          <p:cNvSpPr/>
          <p:nvPr userDrawn="1"/>
        </p:nvSpPr>
        <p:spPr>
          <a:xfrm>
            <a:off x="7245668" y="3725411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0" name="Freeform: Shape 29">
            <a:extLst>
              <a:ext uri="{FF2B5EF4-FFF2-40B4-BE49-F238E27FC236}">
                <a16:creationId xmlns:a16="http://schemas.microsoft.com/office/drawing/2014/main" id="{74E0B8B0-45C7-4733-BBDC-B82F9307E431}"/>
              </a:ext>
            </a:extLst>
          </p:cNvPr>
          <p:cNvSpPr/>
          <p:nvPr userDrawn="1"/>
        </p:nvSpPr>
        <p:spPr>
          <a:xfrm>
            <a:off x="8440729" y="1677046"/>
            <a:ext cx="2375255" cy="273493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accent3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1" name="Freeform: Shape 30">
            <a:extLst>
              <a:ext uri="{FF2B5EF4-FFF2-40B4-BE49-F238E27FC236}">
                <a16:creationId xmlns:a16="http://schemas.microsoft.com/office/drawing/2014/main" id="{F0BBECC2-631C-4C53-A9E8-6C87D48A3B01}"/>
              </a:ext>
            </a:extLst>
          </p:cNvPr>
          <p:cNvSpPr/>
          <p:nvPr userDrawn="1"/>
        </p:nvSpPr>
        <p:spPr>
          <a:xfrm>
            <a:off x="1274779" y="1667026"/>
            <a:ext cx="7152768" cy="2736950"/>
          </a:xfrm>
          <a:custGeom>
            <a:avLst/>
            <a:gdLst>
              <a:gd name="connsiteX0" fmla="*/ 0 w 5958191"/>
              <a:gd name="connsiteY0" fmla="*/ 2052536 h 2733472"/>
              <a:gd name="connsiteX1" fmla="*/ 1186774 w 5958191"/>
              <a:gd name="connsiteY1" fmla="*/ 1361872 h 2733472"/>
              <a:gd name="connsiteX2" fmla="*/ 2368685 w 5958191"/>
              <a:gd name="connsiteY2" fmla="*/ 2057400 h 2733472"/>
              <a:gd name="connsiteX3" fmla="*/ 2378413 w 5958191"/>
              <a:gd name="connsiteY3" fmla="*/ 690664 h 2733472"/>
              <a:gd name="connsiteX4" fmla="*/ 3570051 w 5958191"/>
              <a:gd name="connsiteY4" fmla="*/ 0 h 2733472"/>
              <a:gd name="connsiteX5" fmla="*/ 4761689 w 5958191"/>
              <a:gd name="connsiteY5" fmla="*/ 680936 h 2733472"/>
              <a:gd name="connsiteX6" fmla="*/ 4756825 w 5958191"/>
              <a:gd name="connsiteY6" fmla="*/ 2052536 h 2733472"/>
              <a:gd name="connsiteX7" fmla="*/ 5958191 w 5958191"/>
              <a:gd name="connsiteY7" fmla="*/ 2733472 h 2733472"/>
              <a:gd name="connsiteX8" fmla="*/ 5958191 w 5958191"/>
              <a:gd name="connsiteY8" fmla="*/ 2733472 h 2733472"/>
              <a:gd name="connsiteX0" fmla="*/ 0 w 7159557"/>
              <a:gd name="connsiteY0" fmla="*/ 2052536 h 2733472"/>
              <a:gd name="connsiteX1" fmla="*/ 1186774 w 7159557"/>
              <a:gd name="connsiteY1" fmla="*/ 1361872 h 2733472"/>
              <a:gd name="connsiteX2" fmla="*/ 2368685 w 7159557"/>
              <a:gd name="connsiteY2" fmla="*/ 2057400 h 2733472"/>
              <a:gd name="connsiteX3" fmla="*/ 2378413 w 7159557"/>
              <a:gd name="connsiteY3" fmla="*/ 690664 h 2733472"/>
              <a:gd name="connsiteX4" fmla="*/ 3570051 w 7159557"/>
              <a:gd name="connsiteY4" fmla="*/ 0 h 2733472"/>
              <a:gd name="connsiteX5" fmla="*/ 4761689 w 7159557"/>
              <a:gd name="connsiteY5" fmla="*/ 680936 h 2733472"/>
              <a:gd name="connsiteX6" fmla="*/ 4756825 w 7159557"/>
              <a:gd name="connsiteY6" fmla="*/ 2052536 h 2733472"/>
              <a:gd name="connsiteX7" fmla="*/ 5958191 w 7159557"/>
              <a:gd name="connsiteY7" fmla="*/ 2733472 h 2733472"/>
              <a:gd name="connsiteX8" fmla="*/ 7159557 w 7159557"/>
              <a:gd name="connsiteY8" fmla="*/ 2067128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62264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7400 h 2733472"/>
              <a:gd name="connsiteX0" fmla="*/ 0 w 7164420"/>
              <a:gd name="connsiteY0" fmla="*/ 2052536 h 2733472"/>
              <a:gd name="connsiteX1" fmla="*/ 1186774 w 7164420"/>
              <a:gd name="connsiteY1" fmla="*/ 1361872 h 2733472"/>
              <a:gd name="connsiteX2" fmla="*/ 2368685 w 7164420"/>
              <a:gd name="connsiteY2" fmla="*/ 2057400 h 2733472"/>
              <a:gd name="connsiteX3" fmla="*/ 2378413 w 7164420"/>
              <a:gd name="connsiteY3" fmla="*/ 690664 h 2733472"/>
              <a:gd name="connsiteX4" fmla="*/ 3570051 w 7164420"/>
              <a:gd name="connsiteY4" fmla="*/ 0 h 2733472"/>
              <a:gd name="connsiteX5" fmla="*/ 4761689 w 7164420"/>
              <a:gd name="connsiteY5" fmla="*/ 680936 h 2733472"/>
              <a:gd name="connsiteX6" fmla="*/ 4756825 w 7164420"/>
              <a:gd name="connsiteY6" fmla="*/ 2052536 h 2733472"/>
              <a:gd name="connsiteX7" fmla="*/ 5958191 w 7164420"/>
              <a:gd name="connsiteY7" fmla="*/ 2733472 h 2733472"/>
              <a:gd name="connsiteX8" fmla="*/ 7164420 w 7164420"/>
              <a:gd name="connsiteY8" fmla="*/ 2052536 h 2733472"/>
              <a:gd name="connsiteX0" fmla="*/ 0 w 7159556"/>
              <a:gd name="connsiteY0" fmla="*/ 2052536 h 2733472"/>
              <a:gd name="connsiteX1" fmla="*/ 1186774 w 7159556"/>
              <a:gd name="connsiteY1" fmla="*/ 1361872 h 2733472"/>
              <a:gd name="connsiteX2" fmla="*/ 2368685 w 7159556"/>
              <a:gd name="connsiteY2" fmla="*/ 2057400 h 2733472"/>
              <a:gd name="connsiteX3" fmla="*/ 2378413 w 7159556"/>
              <a:gd name="connsiteY3" fmla="*/ 690664 h 2733472"/>
              <a:gd name="connsiteX4" fmla="*/ 3570051 w 7159556"/>
              <a:gd name="connsiteY4" fmla="*/ 0 h 2733472"/>
              <a:gd name="connsiteX5" fmla="*/ 4761689 w 7159556"/>
              <a:gd name="connsiteY5" fmla="*/ 680936 h 2733472"/>
              <a:gd name="connsiteX6" fmla="*/ 4756825 w 7159556"/>
              <a:gd name="connsiteY6" fmla="*/ 2052536 h 2733472"/>
              <a:gd name="connsiteX7" fmla="*/ 5958191 w 7159556"/>
              <a:gd name="connsiteY7" fmla="*/ 2733472 h 2733472"/>
              <a:gd name="connsiteX8" fmla="*/ 7159556 w 7159556"/>
              <a:gd name="connsiteY8" fmla="*/ 2052536 h 2733472"/>
              <a:gd name="connsiteX0" fmla="*/ 0 w 7145649"/>
              <a:gd name="connsiteY0" fmla="*/ 2049060 h 2733472"/>
              <a:gd name="connsiteX1" fmla="*/ 1172867 w 7145649"/>
              <a:gd name="connsiteY1" fmla="*/ 1361872 h 2733472"/>
              <a:gd name="connsiteX2" fmla="*/ 2354778 w 7145649"/>
              <a:gd name="connsiteY2" fmla="*/ 2057400 h 2733472"/>
              <a:gd name="connsiteX3" fmla="*/ 2364506 w 7145649"/>
              <a:gd name="connsiteY3" fmla="*/ 690664 h 2733472"/>
              <a:gd name="connsiteX4" fmla="*/ 3556144 w 7145649"/>
              <a:gd name="connsiteY4" fmla="*/ 0 h 2733472"/>
              <a:gd name="connsiteX5" fmla="*/ 4747782 w 7145649"/>
              <a:gd name="connsiteY5" fmla="*/ 680936 h 2733472"/>
              <a:gd name="connsiteX6" fmla="*/ 4742918 w 7145649"/>
              <a:gd name="connsiteY6" fmla="*/ 2052536 h 2733472"/>
              <a:gd name="connsiteX7" fmla="*/ 5944284 w 7145649"/>
              <a:gd name="connsiteY7" fmla="*/ 2733472 h 2733472"/>
              <a:gd name="connsiteX8" fmla="*/ 7145649 w 714564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61872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5208 w 7156079"/>
              <a:gd name="connsiteY2" fmla="*/ 205740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61731 w 7156079"/>
              <a:gd name="connsiteY2" fmla="*/ 2029586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82592 w 7156079"/>
              <a:gd name="connsiteY2" fmla="*/ 2033063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4936 w 7156079"/>
              <a:gd name="connsiteY3" fmla="*/ 690664 h 2733472"/>
              <a:gd name="connsiteX4" fmla="*/ 3566574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4936 w 7156079"/>
              <a:gd name="connsiteY3" fmla="*/ 71847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62966 h 2761286"/>
              <a:gd name="connsiteX1" fmla="*/ 1183297 w 7156079"/>
              <a:gd name="connsiteY1" fmla="*/ 1372302 h 2761286"/>
              <a:gd name="connsiteX2" fmla="*/ 2372162 w 7156079"/>
              <a:gd name="connsiteY2" fmla="*/ 2053924 h 2761286"/>
              <a:gd name="connsiteX3" fmla="*/ 2371460 w 7156079"/>
              <a:gd name="connsiteY3" fmla="*/ 708048 h 2761286"/>
              <a:gd name="connsiteX4" fmla="*/ 3577004 w 7156079"/>
              <a:gd name="connsiteY4" fmla="*/ 0 h 2761286"/>
              <a:gd name="connsiteX5" fmla="*/ 4758212 w 7156079"/>
              <a:gd name="connsiteY5" fmla="*/ 708750 h 2761286"/>
              <a:gd name="connsiteX6" fmla="*/ 4753348 w 7156079"/>
              <a:gd name="connsiteY6" fmla="*/ 2080350 h 2761286"/>
              <a:gd name="connsiteX7" fmla="*/ 5954714 w 7156079"/>
              <a:gd name="connsiteY7" fmla="*/ 2761286 h 2761286"/>
              <a:gd name="connsiteX8" fmla="*/ 7156079 w 7156079"/>
              <a:gd name="connsiteY8" fmla="*/ 2080350 h 2761286"/>
              <a:gd name="connsiteX0" fmla="*/ 0 w 7156079"/>
              <a:gd name="connsiteY0" fmla="*/ 2035152 h 2733472"/>
              <a:gd name="connsiteX1" fmla="*/ 1183297 w 7156079"/>
              <a:gd name="connsiteY1" fmla="*/ 1344488 h 2733472"/>
              <a:gd name="connsiteX2" fmla="*/ 2372162 w 7156079"/>
              <a:gd name="connsiteY2" fmla="*/ 2026110 h 2733472"/>
              <a:gd name="connsiteX3" fmla="*/ 2371460 w 7156079"/>
              <a:gd name="connsiteY3" fmla="*/ 680234 h 2733472"/>
              <a:gd name="connsiteX4" fmla="*/ 3573527 w 7156079"/>
              <a:gd name="connsiteY4" fmla="*/ 0 h 2733472"/>
              <a:gd name="connsiteX5" fmla="*/ 4758212 w 7156079"/>
              <a:gd name="connsiteY5" fmla="*/ 680936 h 2733472"/>
              <a:gd name="connsiteX6" fmla="*/ 4753348 w 7156079"/>
              <a:gd name="connsiteY6" fmla="*/ 2052536 h 2733472"/>
              <a:gd name="connsiteX7" fmla="*/ 5954714 w 7156079"/>
              <a:gd name="connsiteY7" fmla="*/ 2733472 h 2733472"/>
              <a:gd name="connsiteX8" fmla="*/ 7156079 w 7156079"/>
              <a:gd name="connsiteY8" fmla="*/ 2052536 h 2733472"/>
              <a:gd name="connsiteX0" fmla="*/ 0 w 7156079"/>
              <a:gd name="connsiteY0" fmla="*/ 2062967 h 2761287"/>
              <a:gd name="connsiteX1" fmla="*/ 1183297 w 7156079"/>
              <a:gd name="connsiteY1" fmla="*/ 1372303 h 2761287"/>
              <a:gd name="connsiteX2" fmla="*/ 2372162 w 7156079"/>
              <a:gd name="connsiteY2" fmla="*/ 2053925 h 2761287"/>
              <a:gd name="connsiteX3" fmla="*/ 2371460 w 7156079"/>
              <a:gd name="connsiteY3" fmla="*/ 708049 h 2761287"/>
              <a:gd name="connsiteX4" fmla="*/ 3563096 w 7156079"/>
              <a:gd name="connsiteY4" fmla="*/ 0 h 2761287"/>
              <a:gd name="connsiteX5" fmla="*/ 4758212 w 7156079"/>
              <a:gd name="connsiteY5" fmla="*/ 708751 h 2761287"/>
              <a:gd name="connsiteX6" fmla="*/ 4753348 w 7156079"/>
              <a:gd name="connsiteY6" fmla="*/ 2080351 h 2761287"/>
              <a:gd name="connsiteX7" fmla="*/ 5954714 w 7156079"/>
              <a:gd name="connsiteY7" fmla="*/ 2761287 h 2761287"/>
              <a:gd name="connsiteX8" fmla="*/ 7156079 w 7156079"/>
              <a:gd name="connsiteY8" fmla="*/ 2080351 h 2761287"/>
              <a:gd name="connsiteX0" fmla="*/ 0 w 7156079"/>
              <a:gd name="connsiteY0" fmla="*/ 2045583 h 2743903"/>
              <a:gd name="connsiteX1" fmla="*/ 1183297 w 7156079"/>
              <a:gd name="connsiteY1" fmla="*/ 1354919 h 2743903"/>
              <a:gd name="connsiteX2" fmla="*/ 2372162 w 7156079"/>
              <a:gd name="connsiteY2" fmla="*/ 2036541 h 2743903"/>
              <a:gd name="connsiteX3" fmla="*/ 2371460 w 7156079"/>
              <a:gd name="connsiteY3" fmla="*/ 690665 h 2743903"/>
              <a:gd name="connsiteX4" fmla="*/ 3563096 w 7156079"/>
              <a:gd name="connsiteY4" fmla="*/ 0 h 2743903"/>
              <a:gd name="connsiteX5" fmla="*/ 4758212 w 7156079"/>
              <a:gd name="connsiteY5" fmla="*/ 691367 h 2743903"/>
              <a:gd name="connsiteX6" fmla="*/ 4753348 w 7156079"/>
              <a:gd name="connsiteY6" fmla="*/ 2062967 h 2743903"/>
              <a:gd name="connsiteX7" fmla="*/ 5954714 w 7156079"/>
              <a:gd name="connsiteY7" fmla="*/ 2743903 h 2743903"/>
              <a:gd name="connsiteX8" fmla="*/ 7156079 w 7156079"/>
              <a:gd name="connsiteY8" fmla="*/ 2062967 h 2743903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8212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53348 w 7156079"/>
              <a:gd name="connsiteY6" fmla="*/ 2069921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50857"/>
              <a:gd name="connsiteX1" fmla="*/ 1183297 w 7156079"/>
              <a:gd name="connsiteY1" fmla="*/ 1361873 h 2750857"/>
              <a:gd name="connsiteX2" fmla="*/ 2372162 w 7156079"/>
              <a:gd name="connsiteY2" fmla="*/ 2043495 h 2750857"/>
              <a:gd name="connsiteX3" fmla="*/ 2371460 w 7156079"/>
              <a:gd name="connsiteY3" fmla="*/ 697619 h 2750857"/>
              <a:gd name="connsiteX4" fmla="*/ 3559620 w 7156079"/>
              <a:gd name="connsiteY4" fmla="*/ 0 h 2750857"/>
              <a:gd name="connsiteX5" fmla="*/ 4751259 w 7156079"/>
              <a:gd name="connsiteY5" fmla="*/ 698321 h 2750857"/>
              <a:gd name="connsiteX6" fmla="*/ 4742917 w 7156079"/>
              <a:gd name="connsiteY6" fmla="*/ 2062967 h 2750857"/>
              <a:gd name="connsiteX7" fmla="*/ 5954714 w 7156079"/>
              <a:gd name="connsiteY7" fmla="*/ 2750857 h 2750857"/>
              <a:gd name="connsiteX8" fmla="*/ 7156079 w 7156079"/>
              <a:gd name="connsiteY8" fmla="*/ 2069921 h 2750857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62967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60301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56079"/>
              <a:gd name="connsiteY0" fmla="*/ 2052537 h 2736950"/>
              <a:gd name="connsiteX1" fmla="*/ 1183297 w 7156079"/>
              <a:gd name="connsiteY1" fmla="*/ 1361873 h 2736950"/>
              <a:gd name="connsiteX2" fmla="*/ 2372162 w 7156079"/>
              <a:gd name="connsiteY2" fmla="*/ 2043495 h 2736950"/>
              <a:gd name="connsiteX3" fmla="*/ 2371460 w 7156079"/>
              <a:gd name="connsiteY3" fmla="*/ 697619 h 2736950"/>
              <a:gd name="connsiteX4" fmla="*/ 3559620 w 7156079"/>
              <a:gd name="connsiteY4" fmla="*/ 0 h 2736950"/>
              <a:gd name="connsiteX5" fmla="*/ 4751259 w 7156079"/>
              <a:gd name="connsiteY5" fmla="*/ 698321 h 2736950"/>
              <a:gd name="connsiteX6" fmla="*/ 4742917 w 7156079"/>
              <a:gd name="connsiteY6" fmla="*/ 2052536 h 2736950"/>
              <a:gd name="connsiteX7" fmla="*/ 5954714 w 7156079"/>
              <a:gd name="connsiteY7" fmla="*/ 2736950 h 2736950"/>
              <a:gd name="connsiteX8" fmla="*/ 7156079 w 7156079"/>
              <a:gd name="connsiteY8" fmla="*/ 2069921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6014 h 2736950"/>
              <a:gd name="connsiteX0" fmla="*/ 0 w 7124788"/>
              <a:gd name="connsiteY0" fmla="*/ 2052537 h 2736950"/>
              <a:gd name="connsiteX1" fmla="*/ 1183297 w 7124788"/>
              <a:gd name="connsiteY1" fmla="*/ 1361873 h 2736950"/>
              <a:gd name="connsiteX2" fmla="*/ 2372162 w 7124788"/>
              <a:gd name="connsiteY2" fmla="*/ 2043495 h 2736950"/>
              <a:gd name="connsiteX3" fmla="*/ 2371460 w 7124788"/>
              <a:gd name="connsiteY3" fmla="*/ 697619 h 2736950"/>
              <a:gd name="connsiteX4" fmla="*/ 3559620 w 7124788"/>
              <a:gd name="connsiteY4" fmla="*/ 0 h 2736950"/>
              <a:gd name="connsiteX5" fmla="*/ 4751259 w 7124788"/>
              <a:gd name="connsiteY5" fmla="*/ 698321 h 2736950"/>
              <a:gd name="connsiteX6" fmla="*/ 4742917 w 7124788"/>
              <a:gd name="connsiteY6" fmla="*/ 2052536 h 2736950"/>
              <a:gd name="connsiteX7" fmla="*/ 5954714 w 7124788"/>
              <a:gd name="connsiteY7" fmla="*/ 2736950 h 2736950"/>
              <a:gd name="connsiteX8" fmla="*/ 7124788 w 7124788"/>
              <a:gd name="connsiteY8" fmla="*/ 2045583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2162 w 7135218"/>
              <a:gd name="connsiteY2" fmla="*/ 2043495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52537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35218"/>
              <a:gd name="connsiteY0" fmla="*/ 2067128 h 2736950"/>
              <a:gd name="connsiteX1" fmla="*/ 1183297 w 7135218"/>
              <a:gd name="connsiteY1" fmla="*/ 1361873 h 2736950"/>
              <a:gd name="connsiteX2" fmla="*/ 2376070 w 7135218"/>
              <a:gd name="connsiteY2" fmla="*/ 2055218 h 2736950"/>
              <a:gd name="connsiteX3" fmla="*/ 2371460 w 7135218"/>
              <a:gd name="connsiteY3" fmla="*/ 697619 h 2736950"/>
              <a:gd name="connsiteX4" fmla="*/ 3559620 w 7135218"/>
              <a:gd name="connsiteY4" fmla="*/ 0 h 2736950"/>
              <a:gd name="connsiteX5" fmla="*/ 4751259 w 7135218"/>
              <a:gd name="connsiteY5" fmla="*/ 698321 h 2736950"/>
              <a:gd name="connsiteX6" fmla="*/ 4742917 w 7135218"/>
              <a:gd name="connsiteY6" fmla="*/ 2052536 h 2736950"/>
              <a:gd name="connsiteX7" fmla="*/ 5954714 w 7135218"/>
              <a:gd name="connsiteY7" fmla="*/ 2736950 h 2736950"/>
              <a:gd name="connsiteX8" fmla="*/ 7135218 w 7135218"/>
              <a:gd name="connsiteY8" fmla="*/ 2052536 h 2736950"/>
              <a:gd name="connsiteX0" fmla="*/ 0 w 7159537"/>
              <a:gd name="connsiteY0" fmla="*/ 2062264 h 2736950"/>
              <a:gd name="connsiteX1" fmla="*/ 1207616 w 7159537"/>
              <a:gd name="connsiteY1" fmla="*/ 1361873 h 2736950"/>
              <a:gd name="connsiteX2" fmla="*/ 2400389 w 7159537"/>
              <a:gd name="connsiteY2" fmla="*/ 2055218 h 2736950"/>
              <a:gd name="connsiteX3" fmla="*/ 2395779 w 7159537"/>
              <a:gd name="connsiteY3" fmla="*/ 697619 h 2736950"/>
              <a:gd name="connsiteX4" fmla="*/ 3583939 w 7159537"/>
              <a:gd name="connsiteY4" fmla="*/ 0 h 2736950"/>
              <a:gd name="connsiteX5" fmla="*/ 4775578 w 7159537"/>
              <a:gd name="connsiteY5" fmla="*/ 698321 h 2736950"/>
              <a:gd name="connsiteX6" fmla="*/ 4767236 w 7159537"/>
              <a:gd name="connsiteY6" fmla="*/ 2052536 h 2736950"/>
              <a:gd name="connsiteX7" fmla="*/ 5979033 w 7159537"/>
              <a:gd name="connsiteY7" fmla="*/ 2736950 h 2736950"/>
              <a:gd name="connsiteX8" fmla="*/ 7159537 w 7159537"/>
              <a:gd name="connsiteY8" fmla="*/ 2052536 h 2736950"/>
              <a:gd name="connsiteX0" fmla="*/ 0 w 7149809"/>
              <a:gd name="connsiteY0" fmla="*/ 2071991 h 2736950"/>
              <a:gd name="connsiteX1" fmla="*/ 1197888 w 7149809"/>
              <a:gd name="connsiteY1" fmla="*/ 1361873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22208 w 7149809"/>
              <a:gd name="connsiteY1" fmla="*/ 1357009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7344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212480 w 7149809"/>
              <a:gd name="connsiteY1" fmla="*/ 137646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6585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582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5253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49809"/>
              <a:gd name="connsiteY0" fmla="*/ 2071991 h 2736950"/>
              <a:gd name="connsiteX1" fmla="*/ 1194700 w 7149809"/>
              <a:gd name="connsiteY1" fmla="*/ 1371385 h 2736950"/>
              <a:gd name="connsiteX2" fmla="*/ 2390661 w 7149809"/>
              <a:gd name="connsiteY2" fmla="*/ 2055218 h 2736950"/>
              <a:gd name="connsiteX3" fmla="*/ 2386051 w 7149809"/>
              <a:gd name="connsiteY3" fmla="*/ 697619 h 2736950"/>
              <a:gd name="connsiteX4" fmla="*/ 3574211 w 7149809"/>
              <a:gd name="connsiteY4" fmla="*/ 0 h 2736950"/>
              <a:gd name="connsiteX5" fmla="*/ 4770930 w 7149809"/>
              <a:gd name="connsiteY5" fmla="*/ 698321 h 2736950"/>
              <a:gd name="connsiteX6" fmla="*/ 4757508 w 7149809"/>
              <a:gd name="connsiteY6" fmla="*/ 2047456 h 2736950"/>
              <a:gd name="connsiteX7" fmla="*/ 5969305 w 7149809"/>
              <a:gd name="connsiteY7" fmla="*/ 2736950 h 2736950"/>
              <a:gd name="connsiteX8" fmla="*/ 7149809 w 7149809"/>
              <a:gd name="connsiteY8" fmla="*/ 2052536 h 2736950"/>
              <a:gd name="connsiteX0" fmla="*/ 0 w 7152768"/>
              <a:gd name="connsiteY0" fmla="*/ 2063113 h 2736950"/>
              <a:gd name="connsiteX1" fmla="*/ 1197659 w 7152768"/>
              <a:gd name="connsiteY1" fmla="*/ 1371385 h 2736950"/>
              <a:gd name="connsiteX2" fmla="*/ 2393620 w 7152768"/>
              <a:gd name="connsiteY2" fmla="*/ 2055218 h 2736950"/>
              <a:gd name="connsiteX3" fmla="*/ 2389010 w 7152768"/>
              <a:gd name="connsiteY3" fmla="*/ 697619 h 2736950"/>
              <a:gd name="connsiteX4" fmla="*/ 3577170 w 7152768"/>
              <a:gd name="connsiteY4" fmla="*/ 0 h 2736950"/>
              <a:gd name="connsiteX5" fmla="*/ 4773889 w 7152768"/>
              <a:gd name="connsiteY5" fmla="*/ 698321 h 2736950"/>
              <a:gd name="connsiteX6" fmla="*/ 4760467 w 7152768"/>
              <a:gd name="connsiteY6" fmla="*/ 2047456 h 2736950"/>
              <a:gd name="connsiteX7" fmla="*/ 5972264 w 7152768"/>
              <a:gd name="connsiteY7" fmla="*/ 2736950 h 2736950"/>
              <a:gd name="connsiteX8" fmla="*/ 7152768 w 7152768"/>
              <a:gd name="connsiteY8" fmla="*/ 2052536 h 273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52768" h="2736950">
                <a:moveTo>
                  <a:pt x="0" y="2063113"/>
                </a:moveTo>
                <a:cubicBezTo>
                  <a:pt x="405781" y="1831271"/>
                  <a:pt x="752967" y="1616359"/>
                  <a:pt x="1197659" y="1371385"/>
                </a:cubicBezTo>
                <a:lnTo>
                  <a:pt x="2393620" y="2055218"/>
                </a:lnTo>
                <a:cubicBezTo>
                  <a:pt x="2396863" y="1599639"/>
                  <a:pt x="2385767" y="1153198"/>
                  <a:pt x="2389010" y="697619"/>
                </a:cubicBezTo>
                <a:lnTo>
                  <a:pt x="3577170" y="0"/>
                </a:lnTo>
                <a:lnTo>
                  <a:pt x="4773889" y="698321"/>
                </a:lnTo>
                <a:cubicBezTo>
                  <a:pt x="4772268" y="1155521"/>
                  <a:pt x="4762088" y="1590256"/>
                  <a:pt x="4760467" y="2047456"/>
                </a:cubicBezTo>
                <a:lnTo>
                  <a:pt x="5972264" y="2736950"/>
                </a:lnTo>
                <a:lnTo>
                  <a:pt x="7152768" y="2052536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2" name="Freeform: Shape 31">
            <a:extLst>
              <a:ext uri="{FF2B5EF4-FFF2-40B4-BE49-F238E27FC236}">
                <a16:creationId xmlns:a16="http://schemas.microsoft.com/office/drawing/2014/main" id="{274DD645-8640-45D5-9B60-F31EC01D3CC0}"/>
              </a:ext>
            </a:extLst>
          </p:cNvPr>
          <p:cNvSpPr/>
          <p:nvPr userDrawn="1"/>
        </p:nvSpPr>
        <p:spPr>
          <a:xfrm>
            <a:off x="8440979" y="1677475"/>
            <a:ext cx="2373549" cy="2062264"/>
          </a:xfrm>
          <a:custGeom>
            <a:avLst/>
            <a:gdLst>
              <a:gd name="connsiteX0" fmla="*/ 2373549 w 2373549"/>
              <a:gd name="connsiteY0" fmla="*/ 680936 h 2062264"/>
              <a:gd name="connsiteX1" fmla="*/ 1186774 w 2373549"/>
              <a:gd name="connsiteY1" fmla="*/ 0 h 2062264"/>
              <a:gd name="connsiteX2" fmla="*/ 0 w 2373549"/>
              <a:gd name="connsiteY2" fmla="*/ 690664 h 2062264"/>
              <a:gd name="connsiteX3" fmla="*/ 0 w 2373549"/>
              <a:gd name="connsiteY3" fmla="*/ 2062264 h 2062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3549" h="2062264">
                <a:moveTo>
                  <a:pt x="2373549" y="680936"/>
                </a:moveTo>
                <a:lnTo>
                  <a:pt x="1186774" y="0"/>
                </a:lnTo>
                <a:lnTo>
                  <a:pt x="0" y="690664"/>
                </a:lnTo>
                <a:lnTo>
                  <a:pt x="0" y="2062264"/>
                </a:lnTo>
              </a:path>
            </a:pathLst>
          </a:custGeom>
          <a:noFill/>
          <a:ln w="38100" cap="flat" cmpd="sng" algn="ctr">
            <a:solidFill>
              <a:schemeClr val="accent6">
                <a:lumMod val="10000"/>
                <a:lumOff val="90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3" name="Freeform: Shape 34">
            <a:extLst>
              <a:ext uri="{FF2B5EF4-FFF2-40B4-BE49-F238E27FC236}">
                <a16:creationId xmlns:a16="http://schemas.microsoft.com/office/drawing/2014/main" id="{71C09F09-7119-47FD-8E60-E4A92C9A3119}"/>
              </a:ext>
            </a:extLst>
          </p:cNvPr>
          <p:cNvSpPr/>
          <p:nvPr userDrawn="1"/>
        </p:nvSpPr>
        <p:spPr>
          <a:xfrm flipH="1">
            <a:off x="10715501" y="2243467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4" name="Freeform: Shape 45">
            <a:extLst>
              <a:ext uri="{FF2B5EF4-FFF2-40B4-BE49-F238E27FC236}">
                <a16:creationId xmlns:a16="http://schemas.microsoft.com/office/drawing/2014/main" id="{E99BCE04-19B9-4541-925F-AC59CF760E7F}"/>
              </a:ext>
            </a:extLst>
          </p:cNvPr>
          <p:cNvSpPr/>
          <p:nvPr userDrawn="1"/>
        </p:nvSpPr>
        <p:spPr>
          <a:xfrm flipH="1">
            <a:off x="9534557" y="1571099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5" name="Freeform: Shape 46">
            <a:extLst>
              <a:ext uri="{FF2B5EF4-FFF2-40B4-BE49-F238E27FC236}">
                <a16:creationId xmlns:a16="http://schemas.microsoft.com/office/drawing/2014/main" id="{F2B610BB-26F6-44A5-B7DB-CEEDCAE916ED}"/>
              </a:ext>
            </a:extLst>
          </p:cNvPr>
          <p:cNvSpPr/>
          <p:nvPr userDrawn="1"/>
        </p:nvSpPr>
        <p:spPr>
          <a:xfrm flipH="1">
            <a:off x="8328171" y="2258376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6" name="Freeform: Shape 47">
            <a:extLst>
              <a:ext uri="{FF2B5EF4-FFF2-40B4-BE49-F238E27FC236}">
                <a16:creationId xmlns:a16="http://schemas.microsoft.com/office/drawing/2014/main" id="{C979636C-DE09-47B7-8972-BAE28DFA91DF}"/>
              </a:ext>
            </a:extLst>
          </p:cNvPr>
          <p:cNvSpPr/>
          <p:nvPr userDrawn="1"/>
        </p:nvSpPr>
        <p:spPr>
          <a:xfrm flipH="1">
            <a:off x="8333460" y="361085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7" name="Freeform: Shape 48">
            <a:extLst>
              <a:ext uri="{FF2B5EF4-FFF2-40B4-BE49-F238E27FC236}">
                <a16:creationId xmlns:a16="http://schemas.microsoft.com/office/drawing/2014/main" id="{01B12467-C508-4D89-94B3-6D23C6199703}"/>
              </a:ext>
            </a:extLst>
          </p:cNvPr>
          <p:cNvSpPr/>
          <p:nvPr userDrawn="1"/>
        </p:nvSpPr>
        <p:spPr>
          <a:xfrm flipH="1">
            <a:off x="7146016" y="429086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8" name="Freeform: Shape 49">
            <a:extLst>
              <a:ext uri="{FF2B5EF4-FFF2-40B4-BE49-F238E27FC236}">
                <a16:creationId xmlns:a16="http://schemas.microsoft.com/office/drawing/2014/main" id="{9EA72422-90A8-454F-8133-112CD2B85BEA}"/>
              </a:ext>
            </a:extLst>
          </p:cNvPr>
          <p:cNvSpPr/>
          <p:nvPr userDrawn="1"/>
        </p:nvSpPr>
        <p:spPr>
          <a:xfrm flipH="1">
            <a:off x="5937847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79" name="Freeform: Shape 50">
            <a:extLst>
              <a:ext uri="{FF2B5EF4-FFF2-40B4-BE49-F238E27FC236}">
                <a16:creationId xmlns:a16="http://schemas.microsoft.com/office/drawing/2014/main" id="{3C67727D-D0D9-4CA6-99EE-0B89D465A706}"/>
              </a:ext>
            </a:extLst>
          </p:cNvPr>
          <p:cNvSpPr/>
          <p:nvPr userDrawn="1"/>
        </p:nvSpPr>
        <p:spPr>
          <a:xfrm flipH="1">
            <a:off x="5951993" y="225130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0" name="Freeform: Shape 51">
            <a:extLst>
              <a:ext uri="{FF2B5EF4-FFF2-40B4-BE49-F238E27FC236}">
                <a16:creationId xmlns:a16="http://schemas.microsoft.com/office/drawing/2014/main" id="{C88A67D0-B01F-4CC8-B248-2CF85911F456}"/>
              </a:ext>
            </a:extLst>
          </p:cNvPr>
          <p:cNvSpPr/>
          <p:nvPr userDrawn="1"/>
        </p:nvSpPr>
        <p:spPr>
          <a:xfrm flipH="1">
            <a:off x="4778156" y="1565771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1" name="Freeform: Shape 52">
            <a:extLst>
              <a:ext uri="{FF2B5EF4-FFF2-40B4-BE49-F238E27FC236}">
                <a16:creationId xmlns:a16="http://schemas.microsoft.com/office/drawing/2014/main" id="{DBF6CA39-E979-4287-833E-20A9B455F7D6}"/>
              </a:ext>
            </a:extLst>
          </p:cNvPr>
          <p:cNvSpPr/>
          <p:nvPr userDrawn="1"/>
        </p:nvSpPr>
        <p:spPr>
          <a:xfrm flipH="1">
            <a:off x="3565843" y="2247823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2" name="Freeform: Shape 53">
            <a:extLst>
              <a:ext uri="{FF2B5EF4-FFF2-40B4-BE49-F238E27FC236}">
                <a16:creationId xmlns:a16="http://schemas.microsoft.com/office/drawing/2014/main" id="{9EAA4E60-7510-4920-A426-5630491CFAC2}"/>
              </a:ext>
            </a:extLst>
          </p:cNvPr>
          <p:cNvSpPr/>
          <p:nvPr userDrawn="1"/>
        </p:nvSpPr>
        <p:spPr>
          <a:xfrm flipH="1">
            <a:off x="3565952" y="361339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3" name="Freeform: Shape 54">
            <a:extLst>
              <a:ext uri="{FF2B5EF4-FFF2-40B4-BE49-F238E27FC236}">
                <a16:creationId xmlns:a16="http://schemas.microsoft.com/office/drawing/2014/main" id="{322F7ECD-1942-42EE-B5E0-FC1E0206BFFD}"/>
              </a:ext>
            </a:extLst>
          </p:cNvPr>
          <p:cNvSpPr/>
          <p:nvPr userDrawn="1"/>
        </p:nvSpPr>
        <p:spPr>
          <a:xfrm flipH="1">
            <a:off x="2386318" y="2962784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4" name="Freeform: Shape 55">
            <a:extLst>
              <a:ext uri="{FF2B5EF4-FFF2-40B4-BE49-F238E27FC236}">
                <a16:creationId xmlns:a16="http://schemas.microsoft.com/office/drawing/2014/main" id="{2465D6BD-72DA-4C13-97C2-7CF8D7F2F0C4}"/>
              </a:ext>
            </a:extLst>
          </p:cNvPr>
          <p:cNvSpPr/>
          <p:nvPr userDrawn="1"/>
        </p:nvSpPr>
        <p:spPr>
          <a:xfrm flipH="1">
            <a:off x="1190302" y="3612210"/>
            <a:ext cx="204312" cy="23646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85" name="Content placeholder 47" descr="Click icon to add picture">
            <a:extLst>
              <a:ext uri="{FF2B5EF4-FFF2-40B4-BE49-F238E27FC236}">
                <a16:creationId xmlns:a16="http://schemas.microsoft.com/office/drawing/2014/main" id="{E7C6BEEA-1766-44A1-A28D-2E817DBF22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136" y="386500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6" name="Content placeholder 47">
            <a:extLst>
              <a:ext uri="{FF2B5EF4-FFF2-40B4-BE49-F238E27FC236}">
                <a16:creationId xmlns:a16="http://schemas.microsoft.com/office/drawing/2014/main" id="{597D4D7A-8D7E-492C-8795-D491CF53B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07136" y="444707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7" name="Content placeholder 47" descr="Click icon to add picture">
            <a:extLst>
              <a:ext uri="{FF2B5EF4-FFF2-40B4-BE49-F238E27FC236}">
                <a16:creationId xmlns:a16="http://schemas.microsoft.com/office/drawing/2014/main" id="{A7396594-2DE7-4DB9-B6B4-92F63F06EFC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89942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88" name="Content placeholder 47">
            <a:extLst>
              <a:ext uri="{FF2B5EF4-FFF2-40B4-BE49-F238E27FC236}">
                <a16:creationId xmlns:a16="http://schemas.microsoft.com/office/drawing/2014/main" id="{CC680CF7-ED60-4FFF-B04E-B24ECDDD35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89942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89" name="Content placeholder 47" descr="Click icon to add picture">
            <a:extLst>
              <a:ext uri="{FF2B5EF4-FFF2-40B4-BE49-F238E27FC236}">
                <a16:creationId xmlns:a16="http://schemas.microsoft.com/office/drawing/2014/main" id="{042E6E66-3835-45DF-80D9-C4AFDF3401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07230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0" name="Content placeholder 47">
            <a:extLst>
              <a:ext uri="{FF2B5EF4-FFF2-40B4-BE49-F238E27FC236}">
                <a16:creationId xmlns:a16="http://schemas.microsoft.com/office/drawing/2014/main" id="{A6E85C70-1784-4A0C-8897-EDE98D39BC0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07230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1" name="Content placeholder 47" descr="Click icon to add picture">
            <a:extLst>
              <a:ext uri="{FF2B5EF4-FFF2-40B4-BE49-F238E27FC236}">
                <a16:creationId xmlns:a16="http://schemas.microsoft.com/office/drawing/2014/main" id="{4CD55BC2-05D0-49CB-B0A5-C96ACB411B5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501941" y="4469081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2" name="Content placeholder 47">
            <a:extLst>
              <a:ext uri="{FF2B5EF4-FFF2-40B4-BE49-F238E27FC236}">
                <a16:creationId xmlns:a16="http://schemas.microsoft.com/office/drawing/2014/main" id="{49DB7120-2F2C-4F89-AA8C-ABC4F3FF25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01941" y="5051157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93" name="Content placeholder 47" descr="Click icon to add picture">
            <a:extLst>
              <a:ext uri="{FF2B5EF4-FFF2-40B4-BE49-F238E27FC236}">
                <a16:creationId xmlns:a16="http://schemas.microsoft.com/office/drawing/2014/main" id="{AEB1F7BA-7D83-4C23-A72B-82DF9377E9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4718" y="2355643"/>
            <a:ext cx="1877575" cy="506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94" name="Content placeholder 47">
            <a:extLst>
              <a:ext uri="{FF2B5EF4-FFF2-40B4-BE49-F238E27FC236}">
                <a16:creationId xmlns:a16="http://schemas.microsoft.com/office/drawing/2014/main" id="{7C32F3EB-1AC3-40E9-B66D-ADB19CC74F0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734718" y="2937719"/>
            <a:ext cx="1877575" cy="506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altLang="zh-CN" sz="1400" b="0" kern="1200" dirty="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altLang="zh-CN" dirty="0"/>
              <a:t>Click to edit Master text styles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7569-B8BF-39D0-D742-EF98B83E4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914" y="726705"/>
            <a:ext cx="10515600" cy="1205058"/>
          </a:xfrm>
        </p:spPr>
        <p:txBody>
          <a:bodyPr anchor="t">
            <a:noAutofit/>
          </a:bodyPr>
          <a:lstStyle>
            <a:lvl1pPr algn="l"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159C7-D006-5B5F-1FEA-689C432B8C8C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BABD-E264-2C96-1139-289A712F35B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880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 flipH="1">
            <a:off x="769290" y="491100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 flipH="1">
            <a:off x="783145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 flipH="1">
            <a:off x="0" y="3709992"/>
            <a:ext cx="115794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Subtitle 47" descr="Click icon to add picture">
            <a:extLst>
              <a:ext uri="{FF2B5EF4-FFF2-40B4-BE49-F238E27FC236}">
                <a16:creationId xmlns:a16="http://schemas.microsoft.com/office/drawing/2014/main" id="{0C7786BA-5E56-47AA-AE47-4EC07A0D4FA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50705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80214CF-87DD-476A-9B2E-A58DB313A6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50705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37" name="Picture placeholder">
            <a:extLst>
              <a:ext uri="{FF2B5EF4-FFF2-40B4-BE49-F238E27FC236}">
                <a16:creationId xmlns:a16="http://schemas.microsoft.com/office/drawing/2014/main" id="{264CF63C-079E-41AA-AA9A-762A765E699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1788170" y="2296125"/>
            <a:ext cx="1886360" cy="214466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04" y="1690878"/>
            <a:ext cx="6599429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47" descr="Click icon to add picture">
            <a:extLst>
              <a:ext uri="{FF2B5EF4-FFF2-40B4-BE49-F238E27FC236}">
                <a16:creationId xmlns:a16="http://schemas.microsoft.com/office/drawing/2014/main" id="{3C2C4001-E56F-4174-01AA-4630360BFF4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11506" y="3625598"/>
            <a:ext cx="2653545" cy="58796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02DFC856-C546-62E9-220F-7A668D34905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11506" y="4246516"/>
            <a:ext cx="2653545" cy="172710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946AB17-3782-8412-C51A-DE10A0637453}"/>
              </a:ext>
            </a:extLst>
          </p:cNvPr>
          <p:cNvSpPr/>
          <p:nvPr userDrawn="1"/>
        </p:nvSpPr>
        <p:spPr>
          <a:xfrm>
            <a:off x="0" y="2860787"/>
            <a:ext cx="2361029" cy="3676532"/>
          </a:xfrm>
          <a:custGeom>
            <a:avLst/>
            <a:gdLst>
              <a:gd name="connsiteX0" fmla="*/ 773997 w 2361029"/>
              <a:gd name="connsiteY0" fmla="*/ 0 h 3676532"/>
              <a:gd name="connsiteX1" fmla="*/ 2361029 w 2361029"/>
              <a:gd name="connsiteY1" fmla="*/ 925683 h 3676532"/>
              <a:gd name="connsiteX2" fmla="*/ 2361029 w 2361029"/>
              <a:gd name="connsiteY2" fmla="*/ 2763949 h 3676532"/>
              <a:gd name="connsiteX3" fmla="*/ 769661 w 2361029"/>
              <a:gd name="connsiteY3" fmla="*/ 3676532 h 3676532"/>
              <a:gd name="connsiteX4" fmla="*/ 0 w 2361029"/>
              <a:gd name="connsiteY4" fmla="*/ 3234717 h 3676532"/>
              <a:gd name="connsiteX5" fmla="*/ 0 w 2361029"/>
              <a:gd name="connsiteY5" fmla="*/ 44688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1029" h="3676532">
                <a:moveTo>
                  <a:pt x="773997" y="0"/>
                </a:moveTo>
                <a:lnTo>
                  <a:pt x="2361029" y="925683"/>
                </a:lnTo>
                <a:lnTo>
                  <a:pt x="2361029" y="2763949"/>
                </a:lnTo>
                <a:lnTo>
                  <a:pt x="769661" y="3676532"/>
                </a:lnTo>
                <a:lnTo>
                  <a:pt x="0" y="3234717"/>
                </a:lnTo>
                <a:lnTo>
                  <a:pt x="0" y="446885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1014233" y="5253270"/>
            <a:ext cx="1710765" cy="1593273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2" name="Content Placeholder 47" descr="Click icon to add picture">
            <a:extLst>
              <a:ext uri="{FF2B5EF4-FFF2-40B4-BE49-F238E27FC236}">
                <a16:creationId xmlns:a16="http://schemas.microsoft.com/office/drawing/2014/main" id="{95ADF367-2619-4E00-AB82-8FFF41D0E5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71609" y="1025236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3" name="Content Placeholder 47">
            <a:extLst>
              <a:ext uri="{FF2B5EF4-FFF2-40B4-BE49-F238E27FC236}">
                <a16:creationId xmlns:a16="http://schemas.microsoft.com/office/drawing/2014/main" id="{8CEB04CE-793E-47B4-8D80-9B82864F2CD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71608" y="1469069"/>
            <a:ext cx="5162709" cy="1506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4" name="Content Placeholder 47" descr="Click icon to add picture">
            <a:extLst>
              <a:ext uri="{FF2B5EF4-FFF2-40B4-BE49-F238E27FC236}">
                <a16:creationId xmlns:a16="http://schemas.microsoft.com/office/drawing/2014/main" id="{067BF8FD-2643-4122-BE3E-63F413244E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1609" y="2984685"/>
            <a:ext cx="5162709" cy="42068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6" name="Content Placeholder 47" descr="Click icon to add picture">
            <a:extLst>
              <a:ext uri="{FF2B5EF4-FFF2-40B4-BE49-F238E27FC236}">
                <a16:creationId xmlns:a16="http://schemas.microsoft.com/office/drawing/2014/main" id="{02260D10-FEA1-48A7-B544-FAEEAECF5DE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71607" y="4597473"/>
            <a:ext cx="5162709" cy="42139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accent6"/>
                </a:solidFill>
                <a:latin typeface="+mn-lt"/>
                <a:cs typeface="Posterama" panose="020B0504020200020000" pitchFamily="34" charset="0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0" name="Content Placeholder 47">
            <a:extLst>
              <a:ext uri="{FF2B5EF4-FFF2-40B4-BE49-F238E27FC236}">
                <a16:creationId xmlns:a16="http://schemas.microsoft.com/office/drawing/2014/main" id="{64584B30-8BCF-4D75-8A6C-FD82347CC7B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71608" y="3419684"/>
            <a:ext cx="5162709" cy="117778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A4A25056-27FA-4039-ACFA-6624F778712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71608" y="5041922"/>
            <a:ext cx="5162709" cy="16359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631891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65" y="707105"/>
            <a:ext cx="3994173" cy="2277580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E53E8C9F-CD73-30CD-1F24-20F2E6149D5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734172" y="1141669"/>
            <a:ext cx="507778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CE61E189-349E-0076-EA43-7BCB6E24CE8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24705" y="3105650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68B04572-5D47-C3DF-CDEA-15EC646EA8F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14069" y="4716041"/>
            <a:ext cx="536270" cy="565882"/>
          </a:xfrm>
        </p:spPr>
        <p:txBody>
          <a:bodyPr lIns="0" rIns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accent6"/>
                </a:solidFill>
                <a:latin typeface="Abadi" panose="020B0604020104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47">
            <a:extLst>
              <a:ext uri="{FF2B5EF4-FFF2-40B4-BE49-F238E27FC236}">
                <a16:creationId xmlns:a16="http://schemas.microsoft.com/office/drawing/2014/main" id="{3EDD8D3E-653B-4A9E-9868-3B013A65FE9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8" name="Content Placeholder 47">
            <a:extLst>
              <a:ext uri="{FF2B5EF4-FFF2-40B4-BE49-F238E27FC236}">
                <a16:creationId xmlns:a16="http://schemas.microsoft.com/office/drawing/2014/main" id="{DD4E6A9F-7400-917B-6A6B-6BAB445E85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7427" y="3253120"/>
            <a:ext cx="4959822" cy="20071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500" b="0">
                <a:solidFill>
                  <a:schemeClr val="accent6"/>
                </a:solidFill>
                <a:latin typeface="+mn-lt"/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text styles </a:t>
            </a:r>
          </a:p>
        </p:txBody>
      </p:sp>
      <p:sp>
        <p:nvSpPr>
          <p:cNvPr id="19" name="Freeform: Shape 25">
            <a:extLst>
              <a:ext uri="{FF2B5EF4-FFF2-40B4-BE49-F238E27FC236}">
                <a16:creationId xmlns:a16="http://schemas.microsoft.com/office/drawing/2014/main" id="{D7BBD3E8-D5DD-C21F-3792-4880373CCDCC}"/>
              </a:ext>
            </a:extLst>
          </p:cNvPr>
          <p:cNvSpPr/>
          <p:nvPr userDrawn="1"/>
        </p:nvSpPr>
        <p:spPr>
          <a:xfrm flipH="1">
            <a:off x="7400972" y="4508725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Freeform: Shape 11">
            <a:extLst>
              <a:ext uri="{FF2B5EF4-FFF2-40B4-BE49-F238E27FC236}">
                <a16:creationId xmlns:a16="http://schemas.microsoft.com/office/drawing/2014/main" id="{FC461D80-0CAC-62E5-726A-63B48BEF3F25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944167-AFE9-AE61-AF44-B9AEE24D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427" y="2497488"/>
            <a:ext cx="9823998" cy="1325563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268D53-92DA-7335-4DAB-83485CAF3FE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FCB16-3643-AB04-D20E-A14FFE07F67C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3276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solidFill>
            <a:schemeClr val="accent6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8" name="Content Placeholder 47">
            <a:extLst>
              <a:ext uri="{FF2B5EF4-FFF2-40B4-BE49-F238E27FC236}">
                <a16:creationId xmlns:a16="http://schemas.microsoft.com/office/drawing/2014/main" id="{073CD90F-1E45-47EC-B558-D5F638F5FE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54948" y="250209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9" name="Content Placeholder 47">
            <a:extLst>
              <a:ext uri="{FF2B5EF4-FFF2-40B4-BE49-F238E27FC236}">
                <a16:creationId xmlns:a16="http://schemas.microsoft.com/office/drawing/2014/main" id="{9A501203-35D0-41A5-A2A4-9F05FAB495C4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91110" y="2493385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0" name="Content Placeholder 47">
            <a:extLst>
              <a:ext uri="{FF2B5EF4-FFF2-40B4-BE49-F238E27FC236}">
                <a16:creationId xmlns:a16="http://schemas.microsoft.com/office/drawing/2014/main" id="{1FA62038-8BB7-45FD-896E-34738A5578BD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151412" y="5238680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31" name="Content Placeholder 47">
            <a:extLst>
              <a:ext uri="{FF2B5EF4-FFF2-40B4-BE49-F238E27FC236}">
                <a16:creationId xmlns:a16="http://schemas.microsoft.com/office/drawing/2014/main" id="{9A7E0EE6-5885-489B-81A9-65DBC001693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3948599" y="3194928"/>
            <a:ext cx="1465840" cy="1289394"/>
          </a:xfrm>
          <a:prstGeom prst="hexagon">
            <a:avLst>
              <a:gd name="adj" fmla="val 28349"/>
              <a:gd name="vf" fmla="val 115470"/>
            </a:avLst>
          </a:prstGeom>
          <a:ln w="12700">
            <a:noFill/>
          </a:ln>
        </p:spPr>
        <p:txBody>
          <a:bodyPr>
            <a:noAutofit/>
          </a:bodyPr>
          <a:lstStyle>
            <a:lvl1pPr marL="0" indent="0" algn="l">
              <a:buFontTx/>
              <a:buNone/>
              <a:defRPr sz="1050">
                <a:solidFill>
                  <a:schemeClr val="accent6"/>
                </a:solidFill>
              </a:defRPr>
            </a:lvl1pPr>
          </a:lstStyle>
          <a:p>
            <a:r>
              <a:rPr lang="en-US" altLang="zh-CN"/>
              <a:t>Click icon to add picture</a:t>
            </a:r>
            <a:endParaRPr lang="en-US" altLang="zh-CN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093990"/>
            <a:ext cx="3034145" cy="187979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6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dirty="0"/>
              <a:t>Click to edit Master title style 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03538"/>
            <a:ext cx="5055698" cy="1325563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2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8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hyperlink" Target="https://addo.ai/case-studies/your-dock-space-at-shipping-is-bleeding-money-and-you-dont-even-know-i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olvcoll.ac.uk/courses/ai-acceleration-programme/" TargetMode="External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pixabay.com/ko/illustrations/%EC%A0%95%EB%B3%B4-%EC%A7%88%EB%AC%B8-%EB%8F%84%EC%9B%80%EB%A7%90-%EC%9A%94%EC%B2%AD-1028789/" TargetMode="External"/><Relationship Id="rId11" Type="http://schemas.openxmlformats.org/officeDocument/2006/relationships/image" Target="../media/image2.jpeg"/><Relationship Id="rId5" Type="http://schemas.openxmlformats.org/officeDocument/2006/relationships/image" Target="../media/image4.jpg"/><Relationship Id="rId10" Type="http://schemas.openxmlformats.org/officeDocument/2006/relationships/hyperlink" Target="https://researchleap.com/evaluation-corporate-governance-disclosure-ghanaian-nigerian-banks/" TargetMode="External"/><Relationship Id="rId4" Type="http://schemas.openxmlformats.org/officeDocument/2006/relationships/hyperlink" Target="https://www.security-insider.de/defizite-bei-cloud-sicherheit-und-compliance-a-675374/" TargetMode="External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eg"/><Relationship Id="rId4" Type="http://schemas.openxmlformats.org/officeDocument/2006/relationships/hyperlink" Target="https://www.internetgovernance.org/2023/12/01/the-narrative-december-1-2023/humanusesmartphonewithonlinebankingdigitaltechnologymobilebanking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hyperlink" Target="https://www.goodfreephotos.com/people/girl-with-kittens.jpg.php" TargetMode="External"/><Relationship Id="rId7" Type="http://schemas.openxmlformats.org/officeDocument/2006/relationships/hyperlink" Target="https://pixnio.com/de/landschaften/nacht/aurora-borealis-nacht-himme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jpg"/><Relationship Id="rId5" Type="http://schemas.openxmlformats.org/officeDocument/2006/relationships/hyperlink" Target="https://wealthalchemies.com/2026/04/06/unleash-hidden-knowledge-20-ways-to-master-insights-2025/" TargetMode="Externa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jpeg"/><Relationship Id="rId5" Type="http://schemas.openxmlformats.org/officeDocument/2006/relationships/image" Target="../media/image16.png"/><Relationship Id="rId4" Type="http://schemas.openxmlformats.org/officeDocument/2006/relationships/hyperlink" Target="https://pixabay.com/en/concert-stage-event-live-light-601537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17.jpe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www.sigmasoft.ai/" TargetMode="Externa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90734" y="4004426"/>
            <a:ext cx="2084226" cy="418577"/>
          </a:xfrm>
        </p:spPr>
        <p:txBody>
          <a:bodyPr/>
          <a:lstStyle/>
          <a:p>
            <a:r>
              <a:rPr lang="en-US" dirty="0"/>
              <a:t>Prabhat Swain</a:t>
            </a:r>
          </a:p>
          <a:p>
            <a:r>
              <a:rPr lang="en-US" dirty="0"/>
              <a:t>Sr Data Architect</a:t>
            </a:r>
          </a:p>
          <a:p>
            <a:r>
              <a:rPr lang="en-US" dirty="0"/>
              <a:t>Sigmasoft</a:t>
            </a:r>
          </a:p>
        </p:txBody>
      </p:sp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18C88B4D-F554-49C2-A23C-DFE94D4C835B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0788" r="20788"/>
          <a:stretch/>
        </p:blipFill>
        <p:spPr>
          <a:xfrm>
            <a:off x="6742557" y="821836"/>
            <a:ext cx="4405503" cy="5066346"/>
          </a:xfrm>
        </p:spPr>
      </p:pic>
      <p:sp>
        <p:nvSpPr>
          <p:cNvPr id="10" name="Freeform: Shape 11">
            <a:extLst>
              <a:ext uri="{FF2B5EF4-FFF2-40B4-BE49-F238E27FC236}">
                <a16:creationId xmlns:a16="http://schemas.microsoft.com/office/drawing/2014/main" id="{01A79B69-242C-3AEB-4A42-7A606A54C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7505" y="838985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tx2"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14" name="Freeform: Shape 11">
            <a:extLst>
              <a:ext uri="{FF2B5EF4-FFF2-40B4-BE49-F238E27FC236}">
                <a16:creationId xmlns:a16="http://schemas.microsoft.com/office/drawing/2014/main" id="{E5D4DE6D-89C8-6FFF-287D-3F3BAD416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74436" y="3694919"/>
            <a:ext cx="1637958" cy="187385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196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BE6A6-BD7A-C7B5-67B8-91D60628694C}"/>
              </a:ext>
            </a:extLst>
          </p:cNvPr>
          <p:cNvSpPr txBox="1"/>
          <p:nvPr/>
        </p:nvSpPr>
        <p:spPr>
          <a:xfrm>
            <a:off x="350144" y="1775280"/>
            <a:ext cx="5713493" cy="192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Unleashing Genie AI: The Future of BI on Databricks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97017B-2643-B6C9-3D3A-B30D1FD42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54006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5DF64211-DCD8-B458-DBD2-EBDA7AE3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Agenda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FEA3BB9-F064-CFBE-C0BE-BB7A22A4DC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73983" y="1074717"/>
            <a:ext cx="1913128" cy="1054727"/>
          </a:xfrm>
        </p:spPr>
        <p:txBody>
          <a:bodyPr/>
          <a:lstStyle/>
          <a:p>
            <a:r>
              <a:rPr lang="en-US" dirty="0"/>
              <a:t>2. What Genie Actually 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024C77-A2F8-1ABA-5412-E6BB88B5FA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184877" y="1092646"/>
            <a:ext cx="2094419" cy="1054728"/>
          </a:xfrm>
        </p:spPr>
        <p:txBody>
          <a:bodyPr/>
          <a:lstStyle/>
          <a:p>
            <a:r>
              <a:rPr lang="en-US" dirty="0"/>
              <a:t>1. Why Databricks Why Now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41202DB-E499-EB19-8A48-A3301DA59ED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/>
              <a:t>3. What Genie Can do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5402852-C1AD-6A4E-DAA7-0AE582A74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dirty="0"/>
              <a:t>4. Why Governance matters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BF1D337-2A3C-A0FB-A6CD-5E4B9D6DFD9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5. Engage with Live session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BE681AB-301C-4DC8-7FBD-FAA2CC6606A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165D8FE-0845-7DA4-A9CD-77D4B6607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5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66D3A5E9-F687-402F-8477-EE4CD418CA67}"/>
              </a:ext>
            </a:extLst>
          </p:cNvPr>
          <p:cNvPicPr>
            <a:picLocks noGrp="1" noChangeAspect="1"/>
          </p:cNvPicPr>
          <p:nvPr>
            <p:ph type="pic" sz="quarter" idx="57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841767" y="2036647"/>
            <a:ext cx="1621032" cy="1841551"/>
          </a:xfrm>
        </p:spPr>
      </p:pic>
      <p:sp>
        <p:nvSpPr>
          <p:cNvPr id="29" name="Text Placeholder">
            <a:extLst>
              <a:ext uri="{FF2B5EF4-FFF2-40B4-BE49-F238E27FC236}">
                <a16:creationId xmlns:a16="http://schemas.microsoft.com/office/drawing/2014/main" id="{0490F6D4-84D0-42DF-A807-E56706B577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80255" y="4379773"/>
            <a:ext cx="1877575" cy="506399"/>
          </a:xfrm>
        </p:spPr>
        <p:txBody>
          <a:bodyPr/>
          <a:lstStyle/>
          <a:p>
            <a:r>
              <a:rPr lang="en-US" dirty="0"/>
              <a:t>Unified platform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99E3B6AA-5679-428D-B466-0173CBC557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71112" y="4970938"/>
            <a:ext cx="1691687" cy="1077383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altLang="zh-CN" dirty="0"/>
              <a:t>One place for Lakehouse data, BI, AI, and governance.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249D9CF-86A2-4E7B-8B6F-D02EE968C997}"/>
              </a:ext>
            </a:extLst>
          </p:cNvPr>
          <p:cNvPicPr>
            <a:picLocks noGrp="1" noChangeAspect="1"/>
          </p:cNvPicPr>
          <p:nvPr>
            <p:ph type="pic" sz="quarter" idx="58"/>
          </p:nvPr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/>
        </p:blipFill>
        <p:spPr>
          <a:xfrm>
            <a:off x="2967831" y="2036647"/>
            <a:ext cx="1621032" cy="1841551"/>
          </a:xfrm>
        </p:spPr>
      </p:pic>
      <p:sp>
        <p:nvSpPr>
          <p:cNvPr id="37" name="Text Placeholder">
            <a:extLst>
              <a:ext uri="{FF2B5EF4-FFF2-40B4-BE49-F238E27FC236}">
                <a16:creationId xmlns:a16="http://schemas.microsoft.com/office/drawing/2014/main" id="{3A30B02E-FBE1-41C5-AF6E-E1013275E8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746799" y="4379773"/>
            <a:ext cx="2021143" cy="506399"/>
          </a:xfrm>
        </p:spPr>
        <p:txBody>
          <a:bodyPr/>
          <a:lstStyle/>
          <a:p>
            <a:r>
              <a:rPr lang="en-US" dirty="0"/>
              <a:t>Data intelligence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8" name="Text Placeholder">
            <a:extLst>
              <a:ext uri="{FF2B5EF4-FFF2-40B4-BE49-F238E27FC236}">
                <a16:creationId xmlns:a16="http://schemas.microsoft.com/office/drawing/2014/main" id="{6BEF3457-28AE-41BA-B285-C77561919C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837656" y="4970939"/>
            <a:ext cx="1751207" cy="979412"/>
          </a:xfrm>
        </p:spPr>
        <p:txBody>
          <a:bodyPr/>
          <a:lstStyle/>
          <a:p>
            <a:r>
              <a:rPr lang="en-US" altLang="zh-CN" dirty="0"/>
              <a:t>Understands metadata, structure, and business context.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D51D04D-653C-45AE-9DDF-BE96BA267A6B}"/>
              </a:ext>
            </a:extLst>
          </p:cNvPr>
          <p:cNvPicPr>
            <a:picLocks noGrp="1" noChangeAspect="1"/>
          </p:cNvPicPr>
          <p:nvPr>
            <p:ph type="pic" sz="quarter" idx="59"/>
          </p:nvPr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/>
          <a:stretch/>
        </p:blipFill>
        <p:spPr>
          <a:xfrm>
            <a:off x="5093895" y="2036647"/>
            <a:ext cx="1621032" cy="1841551"/>
          </a:xfrm>
        </p:spPr>
      </p:pic>
      <p:sp>
        <p:nvSpPr>
          <p:cNvPr id="39" name="Text Placeholder">
            <a:extLst>
              <a:ext uri="{FF2B5EF4-FFF2-40B4-BE49-F238E27FC236}">
                <a16:creationId xmlns:a16="http://schemas.microsoft.com/office/drawing/2014/main" id="{1B558BFC-AA9F-4991-A6BB-D56BEC07C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932383" y="4379773"/>
            <a:ext cx="1877575" cy="506399"/>
          </a:xfrm>
        </p:spPr>
        <p:txBody>
          <a:bodyPr/>
          <a:lstStyle/>
          <a:p>
            <a:r>
              <a:rPr lang="en-US" dirty="0"/>
              <a:t>Built-in AI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0" name="Text Placeholder">
            <a:extLst>
              <a:ext uri="{FF2B5EF4-FFF2-40B4-BE49-F238E27FC236}">
                <a16:creationId xmlns:a16="http://schemas.microsoft.com/office/drawing/2014/main" id="{17095E6E-F279-4342-B53E-E53B820336B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023240" y="4970939"/>
            <a:ext cx="1691687" cy="811178"/>
          </a:xfrm>
        </p:spPr>
        <p:txBody>
          <a:bodyPr/>
          <a:lstStyle/>
          <a:p>
            <a:r>
              <a:rPr lang="en-US" altLang="zh-CN" dirty="0"/>
              <a:t>Brings analytics and GenAI closer to business users.</a:t>
            </a: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33C59A08-3A06-4556-AC83-C1337E73D0B3}"/>
              </a:ext>
            </a:extLst>
          </p:cNvPr>
          <p:cNvPicPr>
            <a:picLocks noGrp="1" noChangeAspect="1"/>
          </p:cNvPicPr>
          <p:nvPr>
            <p:ph type="pic" sz="quarter" idx="60"/>
          </p:nvPr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/>
          <a:stretch/>
        </p:blipFill>
        <p:spPr>
          <a:xfrm>
            <a:off x="7219957" y="2036647"/>
            <a:ext cx="1621032" cy="1841551"/>
          </a:xfrm>
        </p:spPr>
      </p:pic>
      <p:sp>
        <p:nvSpPr>
          <p:cNvPr id="41" name="Text Placeholder">
            <a:extLst>
              <a:ext uri="{FF2B5EF4-FFF2-40B4-BE49-F238E27FC236}">
                <a16:creationId xmlns:a16="http://schemas.microsoft.com/office/drawing/2014/main" id="{DBA8686B-D3EF-40DF-939C-F875885DD598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117967" y="4379773"/>
            <a:ext cx="1877575" cy="506399"/>
          </a:xfrm>
        </p:spPr>
        <p:txBody>
          <a:bodyPr/>
          <a:lstStyle/>
          <a:p>
            <a:r>
              <a:rPr lang="en-US" dirty="0"/>
              <a:t>Governed core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2" name="Text Placeholder">
            <a:extLst>
              <a:ext uri="{FF2B5EF4-FFF2-40B4-BE49-F238E27FC236}">
                <a16:creationId xmlns:a16="http://schemas.microsoft.com/office/drawing/2014/main" id="{6BF979FF-A4F0-4625-889A-AB985F98B2D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208824" y="4970938"/>
            <a:ext cx="1691687" cy="1077383"/>
          </a:xfrm>
        </p:spPr>
        <p:txBody>
          <a:bodyPr/>
          <a:lstStyle/>
          <a:p>
            <a:r>
              <a:rPr lang="en-US" altLang="zh-CN" dirty="0"/>
              <a:t>Trust, permissions, and lineage stay built into the workflow.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8D9DED-0D81-19D6-DF40-E6B4B5BFEF9E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E4E10-F8CC-61DF-B47B-322C7666347E}"/>
              </a:ext>
            </a:extLst>
          </p:cNvPr>
          <p:cNvSpPr txBox="1"/>
          <p:nvPr/>
        </p:nvSpPr>
        <p:spPr>
          <a:xfrm>
            <a:off x="34990" y="205918"/>
            <a:ext cx="12122019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Why Databricks Why Now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D612B8-DC6C-1349-C38D-D4C24B481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09DA557F-25D2-A0FC-C06F-E0269C748BC6}"/>
              </a:ext>
            </a:extLst>
          </p:cNvPr>
          <p:cNvSpPr/>
          <p:nvPr/>
        </p:nvSpPr>
        <p:spPr>
          <a:xfrm>
            <a:off x="9489440" y="3993502"/>
            <a:ext cx="2537720" cy="1068528"/>
          </a:xfrm>
          <a:prstGeom prst="roundRect">
            <a:avLst>
              <a:gd name="adj" fmla="val 117824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102B4E"/>
            </a:solidFill>
          </a:ln>
          <a:effectLst>
            <a:outerShdw blurRad="285750" dist="95250" dir="5400000" algn="bl" rotWithShape="0">
              <a:srgbClr val="102B4E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9">
            <a:extLst>
              <a:ext uri="{FF2B5EF4-FFF2-40B4-BE49-F238E27FC236}">
                <a16:creationId xmlns:a16="http://schemas.microsoft.com/office/drawing/2014/main" id="{F81E70B7-14C6-F379-359E-195023BA8879}"/>
              </a:ext>
            </a:extLst>
          </p:cNvPr>
          <p:cNvSpPr/>
          <p:nvPr/>
        </p:nvSpPr>
        <p:spPr>
          <a:xfrm>
            <a:off x="9817808" y="4347663"/>
            <a:ext cx="2126064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1"/>
              </a:lnSpc>
              <a:buNone/>
            </a:pPr>
            <a:r>
              <a:rPr lang="en-US" altLang="zh-CN" sz="1100" dirty="0">
                <a:solidFill>
                  <a:schemeClr val="accent6"/>
                </a:solidFill>
                <a:ea typeface="+mj-ea"/>
                <a:cs typeface="Posterama" panose="020B0504020200020000" pitchFamily="34" charset="0"/>
              </a:rPr>
              <a:t>Named a Leader in unified AI governance for 2025–2026, with the highest Strategies placement.</a:t>
            </a: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31EE15AB-742C-A1C3-2137-02367246FD90}"/>
              </a:ext>
            </a:extLst>
          </p:cNvPr>
          <p:cNvSpPr/>
          <p:nvPr/>
        </p:nvSpPr>
        <p:spPr>
          <a:xfrm>
            <a:off x="10008155" y="4036873"/>
            <a:ext cx="14153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102B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IDC Leader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7140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96FE97-5E27-FC36-5E3A-511A31E6C7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47808" y="847035"/>
            <a:ext cx="5162709" cy="420683"/>
          </a:xfrm>
        </p:spPr>
        <p:txBody>
          <a:bodyPr/>
          <a:lstStyle/>
          <a:p>
            <a:r>
              <a:rPr lang="en-US" dirty="0"/>
              <a:t>Natural-language interface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E5DE1C-24E7-3841-9376-89E91B4A47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47808" y="1255758"/>
            <a:ext cx="6136621" cy="9366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AI/BI Genie is a no-code conversational analytics experience that allows business users to ask data questions in plain language.</a:t>
            </a:r>
          </a:p>
        </p:txBody>
      </p:sp>
      <p:pic>
        <p:nvPicPr>
          <p:cNvPr id="194" name="Picture Placeholder 193" descr="Gears with solid fill">
            <a:extLst>
              <a:ext uri="{FF2B5EF4-FFF2-40B4-BE49-F238E27FC236}">
                <a16:creationId xmlns:a16="http://schemas.microsoft.com/office/drawing/2014/main" id="{FAB9DE8A-4935-A3E0-0122-F76CDEAC29D1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6" r="2616"/>
          <a:stretch/>
        </p:blipFill>
        <p:spPr>
          <a:xfrm>
            <a:off x="4811538" y="2070884"/>
            <a:ext cx="536270" cy="565882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774673-50D8-2D6F-C339-6E4B0A126B0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250339" y="2097014"/>
            <a:ext cx="5162709" cy="420683"/>
          </a:xfrm>
        </p:spPr>
        <p:txBody>
          <a:bodyPr/>
          <a:lstStyle/>
          <a:p>
            <a:r>
              <a:rPr lang="en-US" dirty="0"/>
              <a:t>Configured by domain experts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B5763E-8BC0-F6C3-3814-6649A828C00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347808" y="2543658"/>
            <a:ext cx="5796601" cy="8253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Analysts and domain experts configure Genie spaces with datasets, guidelines, and example questions so Genie can translate business requests into analytical queries.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96" name="Picture Placeholder 195" descr="Link with solid fill">
            <a:extLst>
              <a:ext uri="{FF2B5EF4-FFF2-40B4-BE49-F238E27FC236}">
                <a16:creationId xmlns:a16="http://schemas.microsoft.com/office/drawing/2014/main" id="{B21D7164-3991-2960-0F80-CB302359CD8D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528" r="2528"/>
          <a:stretch>
            <a:fillRect/>
          </a:stretch>
        </p:blipFill>
        <p:spPr>
          <a:xfrm>
            <a:off x="4825784" y="4907122"/>
            <a:ext cx="536270" cy="565882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E02E0C-26E8-8160-D35F-2398015C05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97568" y="4854515"/>
            <a:ext cx="5162709" cy="421399"/>
          </a:xfrm>
        </p:spPr>
        <p:txBody>
          <a:bodyPr/>
          <a:lstStyle/>
          <a:p>
            <a:pPr>
              <a:lnSpc>
                <a:spcPts val="2400"/>
              </a:lnSpc>
            </a:pPr>
            <a:r>
              <a:rPr lang="en-US" dirty="0"/>
              <a:t>Continuously improves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78180D0-1AB6-8416-0EB1-10648E1A605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397568" y="5322082"/>
            <a:ext cx="5396393" cy="5603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Genie knowledge can evolve as data changes and as teams add more semantic guidance and usage context.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C503-BABC-632E-06CA-12C8474920E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07798-AFF4-D825-987E-13A16CC7734F}"/>
              </a:ext>
            </a:extLst>
          </p:cNvPr>
          <p:cNvSpPr txBox="1"/>
          <p:nvPr/>
        </p:nvSpPr>
        <p:spPr>
          <a:xfrm>
            <a:off x="172906" y="233108"/>
            <a:ext cx="4463143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What Actually Genie Is</a:t>
            </a:r>
            <a:endParaRPr lang="en-IN" sz="4400" b="1" dirty="0">
              <a:solidFill>
                <a:schemeClr val="accent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Placeholder 195" descr="Bug under magnifying glass with solid fill">
            <a:extLst>
              <a:ext uri="{FF2B5EF4-FFF2-40B4-BE49-F238E27FC236}">
                <a16:creationId xmlns:a16="http://schemas.microsoft.com/office/drawing/2014/main" id="{235FF153-0E20-B8E2-7A65-41E16F911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16" r="2616"/>
          <a:stretch/>
        </p:blipFill>
        <p:spPr>
          <a:xfrm>
            <a:off x="4811538" y="3489003"/>
            <a:ext cx="536270" cy="565882"/>
          </a:xfrm>
          <a:prstGeom prst="rect">
            <a:avLst/>
          </a:prstGeom>
        </p:spPr>
      </p:pic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5A31435-70B8-B704-2A8F-A3B516422E7F}"/>
              </a:ext>
            </a:extLst>
          </p:cNvPr>
          <p:cNvSpPr txBox="1">
            <a:spLocks/>
          </p:cNvSpPr>
          <p:nvPr/>
        </p:nvSpPr>
        <p:spPr>
          <a:xfrm>
            <a:off x="5397568" y="3466062"/>
            <a:ext cx="5162709" cy="4213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n-ea"/>
                <a:cs typeface="Posterama" panose="020B0504020200020000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</a:pPr>
            <a:r>
              <a:rPr lang="en-US" dirty="0"/>
              <a:t>Self-service exploration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3391F1DD-38F2-BC2E-2504-2D22C6A5A542}"/>
              </a:ext>
            </a:extLst>
          </p:cNvPr>
          <p:cNvSpPr txBox="1">
            <a:spLocks/>
          </p:cNvSpPr>
          <p:nvPr/>
        </p:nvSpPr>
        <p:spPr>
          <a:xfrm>
            <a:off x="5397568" y="3962307"/>
            <a:ext cx="5796601" cy="560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After setup, users can ask questions, inspect answers, and generate visualizations to understand operational or business data.</a:t>
            </a:r>
          </a:p>
        </p:txBody>
      </p:sp>
      <p:pic>
        <p:nvPicPr>
          <p:cNvPr id="21" name="Picture Placeholder 193" descr="Flowers in pot with solid fill">
            <a:extLst>
              <a:ext uri="{FF2B5EF4-FFF2-40B4-BE49-F238E27FC236}">
                <a16:creationId xmlns:a16="http://schemas.microsoft.com/office/drawing/2014/main" id="{F5DB693E-D365-B833-D144-B1EE26A7A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616" r="2616"/>
          <a:stretch/>
        </p:blipFill>
        <p:spPr>
          <a:xfrm>
            <a:off x="4811538" y="807588"/>
            <a:ext cx="536270" cy="565882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54C3C197-457D-7F90-7546-D94D6AC0E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C570D9-7019-6129-D1BE-9D1F7722C5ED}"/>
              </a:ext>
            </a:extLst>
          </p:cNvPr>
          <p:cNvSpPr txBox="1"/>
          <p:nvPr/>
        </p:nvSpPr>
        <p:spPr>
          <a:xfrm>
            <a:off x="172906" y="3630423"/>
            <a:ext cx="1567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Not magic. Well-governed conversation</a:t>
            </a:r>
            <a:endParaRPr lang="en-IN" sz="1600" b="1" dirty="0">
              <a:solidFill>
                <a:schemeClr val="accent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22D79EB2-B914-5355-4D75-3AC59F0DCCC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  <a:cs typeface="ui-sans-serif" pitchFamily="34" charset="-120"/>
              </a:rPr>
              <a:t>Ask in business language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BD10CEB-2241-4246-B0F4-96E0DB642C4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>
              <a:lnSpc>
                <a:spcPts val="18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  <a:cs typeface="ui-sans-serif" pitchFamily="34" charset="-120"/>
              </a:rPr>
              <a:t>Users ask questions the way they speak, without relying on SQL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0ECD9490-0BE0-6A65-01CD-D54CAB8395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3889942" y="2199570"/>
            <a:ext cx="1877575" cy="506399"/>
          </a:xfrm>
        </p:spPr>
        <p:txBody>
          <a:bodyPr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</a:rPr>
              <a:t>Understands data context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8038ACE-740A-4AE7-A0B3-BEEA90495B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pPr>
              <a:lnSpc>
                <a:spcPts val="1800"/>
              </a:lnSpc>
            </a:pPr>
            <a:r>
              <a:rPr lang="en-US" altLang="zh-CN" dirty="0">
                <a:solidFill>
                  <a:schemeClr val="tx1"/>
                </a:solidFill>
                <a:ea typeface="ui-sans-serif" pitchFamily="34" charset="-122"/>
              </a:rPr>
              <a:t>Uses annotated tables, columns, and semantic guidance to improve answer quality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CEEED1DD-BCBD-5246-2A2C-BCED87782D5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07231" y="4362195"/>
            <a:ext cx="1877575" cy="506399"/>
          </a:xfrm>
        </p:spPr>
        <p:txBody>
          <a:bodyPr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</a:rPr>
              <a:t>Generates visual insights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D441F7A-4624-45D2-AE88-EEBA65185E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920344" y="5051157"/>
            <a:ext cx="2064462" cy="506399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altLang="zh-CN" dirty="0">
                <a:solidFill>
                  <a:schemeClr val="tx1"/>
                </a:solidFill>
                <a:ea typeface="ui-sans-serif" pitchFamily="34" charset="-122"/>
              </a:rPr>
              <a:t>Can respond with results and visualizations to speed analytical understanding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868536F0-BECB-41C2-208F-CAAC89E244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501940" y="4353473"/>
            <a:ext cx="1877575" cy="506399"/>
          </a:xfrm>
        </p:spPr>
        <p:txBody>
          <a:bodyPr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</a:rPr>
              <a:t>Integrates across AI/BI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EF68FE0-ADE3-4AB5-AC04-6C029B601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501940" y="4953478"/>
            <a:ext cx="1877575" cy="506399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altLang="zh-CN" dirty="0">
                <a:solidFill>
                  <a:schemeClr val="tx1"/>
                </a:solidFill>
                <a:ea typeface="ui-sans-serif" pitchFamily="34" charset="-122"/>
              </a:rPr>
              <a:t>Works closely with dashboards, Genie spaces, Databricks SQL, and the broader platform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FAFB92ED-EE9E-1E13-228D-2A33EE0B2FC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612787" y="2337714"/>
            <a:ext cx="2121436" cy="506399"/>
          </a:xfrm>
        </p:spPr>
        <p:txBody>
          <a:bodyPr/>
          <a:lstStyle/>
          <a:p>
            <a:pPr>
              <a:lnSpc>
                <a:spcPts val="21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</a:rPr>
              <a:t>Expands business adoption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140B95D-A59E-4E6C-BF07-5DD5E0E818A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pPr>
              <a:lnSpc>
                <a:spcPts val="1800"/>
              </a:lnSpc>
            </a:pPr>
            <a:r>
              <a:rPr lang="en-US" altLang="zh-CN" dirty="0">
                <a:solidFill>
                  <a:schemeClr val="tx1"/>
                </a:solidFill>
                <a:ea typeface="ui-sans-serif" pitchFamily="34" charset="-122"/>
              </a:rPr>
              <a:t>Helps non-technical teams access trusted insights with less analyst dependency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D1EA-9A0C-9303-AD79-5DAF401390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6EC8E-ACE1-89D6-6A7B-861F3A7B49A0}"/>
              </a:ext>
            </a:extLst>
          </p:cNvPr>
          <p:cNvSpPr txBox="1"/>
          <p:nvPr/>
        </p:nvSpPr>
        <p:spPr>
          <a:xfrm>
            <a:off x="233756" y="285387"/>
            <a:ext cx="7936432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What Genie Can do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3E397FB-001F-83B4-7918-E5B380196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7">
            <a:extLst>
              <a:ext uri="{FF2B5EF4-FFF2-40B4-BE49-F238E27FC236}">
                <a16:creationId xmlns:a16="http://schemas.microsoft.com/office/drawing/2014/main" id="{8B84C59B-208D-631B-6F20-6868885A8C40}"/>
              </a:ext>
            </a:extLst>
          </p:cNvPr>
          <p:cNvSpPr/>
          <p:nvPr/>
        </p:nvSpPr>
        <p:spPr>
          <a:xfrm>
            <a:off x="8257592" y="429652"/>
            <a:ext cx="2476631" cy="1139059"/>
          </a:xfrm>
          <a:prstGeom prst="roundRect">
            <a:avLst>
              <a:gd name="adj" fmla="val 136921"/>
            </a:avLst>
          </a:prstGeom>
          <a:solidFill>
            <a:srgbClr val="FFFFFF">
              <a:alpha val="82000"/>
            </a:srgbClr>
          </a:solidFill>
          <a:ln w="9525">
            <a:solidFill>
              <a:srgbClr val="102B4E"/>
            </a:solidFill>
          </a:ln>
          <a:effectLst>
            <a:outerShdw blurRad="285750" dist="95250" dir="5400000" algn="bl" rotWithShape="0">
              <a:srgbClr val="102B4E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A5082362-3435-0B96-59C5-596345E2057C}"/>
              </a:ext>
            </a:extLst>
          </p:cNvPr>
          <p:cNvSpPr/>
          <p:nvPr/>
        </p:nvSpPr>
        <p:spPr>
          <a:xfrm>
            <a:off x="8944173" y="434736"/>
            <a:ext cx="1016065" cy="32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925"/>
              </a:lnSpc>
              <a:buNone/>
            </a:pPr>
            <a:r>
              <a:rPr lang="en-US" sz="1950" b="1" dirty="0">
                <a:solidFill>
                  <a:srgbClr val="102B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$1.4B+</a:t>
            </a:r>
            <a:endParaRPr lang="en-US" sz="1950" dirty="0"/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C9FBAB52-659A-6B3C-9AD2-A542F028AF54}"/>
              </a:ext>
            </a:extLst>
          </p:cNvPr>
          <p:cNvSpPr/>
          <p:nvPr/>
        </p:nvSpPr>
        <p:spPr>
          <a:xfrm>
            <a:off x="8440727" y="812370"/>
            <a:ext cx="2261055" cy="54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1"/>
              </a:lnSpc>
              <a:buNone/>
            </a:pPr>
            <a:r>
              <a:rPr lang="en-US" altLang="zh-CN" sz="1100" dirty="0">
                <a:ea typeface="ui-sans-serif" pitchFamily="34" charset="-122"/>
              </a:rPr>
              <a:t>Databricks AI products revenue run-rate, signaling enterprise momentum behind AI/BI </a:t>
            </a:r>
            <a:r>
              <a:rPr lang="en-US" sz="1100" dirty="0">
                <a:ea typeface="ui-sans-serif" pitchFamily="34" charset="-122"/>
              </a:rPr>
              <a:t>experiences.</a:t>
            </a:r>
          </a:p>
        </p:txBody>
      </p:sp>
    </p:spTree>
    <p:extLst>
      <p:ext uri="{BB962C8B-B14F-4D97-AF65-F5344CB8AC3E}">
        <p14:creationId xmlns:p14="http://schemas.microsoft.com/office/powerpoint/2010/main" val="376090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4CBFAFCC-A306-4EA1-BEE3-7557795635A8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6D3C8BC-FB28-3127-D29E-D4195120A3C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>
              <a:lnSpc>
                <a:spcPts val="2100"/>
              </a:lnSpc>
            </a:pPr>
            <a:r>
              <a:rPr lang="en-US"/>
              <a:t>Granular governance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550705" y="4246516"/>
            <a:ext cx="2653545" cy="1174570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dirty="0"/>
              <a:t>Unity Catalog helps govern access to data assets and align Genie use with enterprise security policies.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C8E94EA-2767-D144-C1BB-32AA2C99723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11506" y="3625598"/>
            <a:ext cx="3012438" cy="587964"/>
          </a:xfrm>
        </p:spPr>
        <p:txBody>
          <a:bodyPr/>
          <a:lstStyle/>
          <a:p>
            <a:pPr>
              <a:lnSpc>
                <a:spcPts val="2100"/>
              </a:lnSpc>
            </a:pPr>
            <a:r>
              <a:rPr lang="en-US"/>
              <a:t>Lineage and oversight</a:t>
            </a:r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11506" y="4246516"/>
            <a:ext cx="2653545" cy="921999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/>
              <a:t>Lineage, tags, and query context make answers more explainable and easier to trust.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43AAE-D428-CAAE-DCAF-0266FEEEAC7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58413-095F-6132-F993-A8E09021AE4F}"/>
              </a:ext>
            </a:extLst>
          </p:cNvPr>
          <p:cNvSpPr txBox="1"/>
          <p:nvPr/>
        </p:nvSpPr>
        <p:spPr>
          <a:xfrm>
            <a:off x="4255035" y="130718"/>
            <a:ext cx="716843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400"/>
              </a:lnSpc>
              <a:buNone/>
            </a:pPr>
            <a:r>
              <a:rPr lang="en-US" sz="4400" b="1" dirty="0">
                <a:latin typeface="+mj-lt"/>
                <a:ea typeface="+mj-ea"/>
                <a:cs typeface="+mj-cs"/>
              </a:rPr>
              <a:t>Why Governance Matters</a:t>
            </a:r>
          </a:p>
        </p:txBody>
      </p:sp>
      <p:sp>
        <p:nvSpPr>
          <p:cNvPr id="7" name="Text Placeholder 36">
            <a:extLst>
              <a:ext uri="{FF2B5EF4-FFF2-40B4-BE49-F238E27FC236}">
                <a16:creationId xmlns:a16="http://schemas.microsoft.com/office/drawing/2014/main" id="{4A3E6E5C-EC02-DB3B-51AE-FD76CE832111}"/>
              </a:ext>
            </a:extLst>
          </p:cNvPr>
          <p:cNvSpPr txBox="1">
            <a:spLocks/>
          </p:cNvSpPr>
          <p:nvPr/>
        </p:nvSpPr>
        <p:spPr>
          <a:xfrm>
            <a:off x="6371730" y="1290429"/>
            <a:ext cx="2653545" cy="5879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00"/>
              </a:lnSpc>
            </a:pPr>
            <a:r>
              <a:rPr lang="en-US" dirty="0"/>
              <a:t>Metadata foundation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6833F58D-BA81-2BF6-F9E5-796E5F58BE44}"/>
              </a:ext>
            </a:extLst>
          </p:cNvPr>
          <p:cNvSpPr txBox="1">
            <a:spLocks/>
          </p:cNvSpPr>
          <p:nvPr/>
        </p:nvSpPr>
        <p:spPr>
          <a:xfrm>
            <a:off x="6371730" y="1911348"/>
            <a:ext cx="2653545" cy="1315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800"/>
              </a:lnSpc>
            </a:pPr>
            <a:r>
              <a:rPr lang="en-US" dirty="0"/>
              <a:t>Genie uses Unity Catalog metadata, documentation, annotations, and relationships to better understand data semantics.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6B9F4D76-02EB-7BFE-4EDF-2B6BCF6EA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925FCA-5074-B4FD-D8E7-7F8D436E7E1A}"/>
              </a:ext>
            </a:extLst>
          </p:cNvPr>
          <p:cNvSpPr txBox="1"/>
          <p:nvPr/>
        </p:nvSpPr>
        <p:spPr>
          <a:xfrm>
            <a:off x="957745" y="1219528"/>
            <a:ext cx="16608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6"/>
                </a:solidFill>
              </a:rPr>
              <a:t>Because “AI said so” is not an audit strategy</a:t>
            </a: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CFA9D30D-F9E0-BBAB-BFCF-318CABF10DE5}"/>
              </a:ext>
            </a:extLst>
          </p:cNvPr>
          <p:cNvSpPr/>
          <p:nvPr/>
        </p:nvSpPr>
        <p:spPr>
          <a:xfrm>
            <a:off x="176599" y="1043288"/>
            <a:ext cx="2165386" cy="1261373"/>
          </a:xfrm>
          <a:prstGeom prst="flowChartMultidocumen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69087D1-EA3F-75B0-54FD-AD82CE20E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1724"/>
            <a:ext cx="10515600" cy="962354"/>
          </a:xfrm>
        </p:spPr>
        <p:txBody>
          <a:bodyPr/>
          <a:lstStyle/>
          <a:p>
            <a:r>
              <a:rPr lang="en-IN" dirty="0"/>
              <a:t>AI-Powered BI Dashboards</a:t>
            </a:r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2EB487E2-C62A-B077-54C3-9E374602EE37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257" r="18257"/>
          <a:stretch>
            <a:fillRect/>
          </a:stretch>
        </p:blipFill>
        <p:spPr>
          <a:xfrm>
            <a:off x="1997301" y="2696145"/>
            <a:ext cx="2368061" cy="2102177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153355-1FD3-4344-B8FC-50247618ED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096506" y="4900081"/>
            <a:ext cx="2098039" cy="506399"/>
          </a:xfrm>
        </p:spPr>
        <p:txBody>
          <a:bodyPr/>
          <a:lstStyle/>
          <a:p>
            <a:r>
              <a:rPr lang="en-IN" dirty="0"/>
              <a:t>Assisted Authoring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3B7731-62AB-BEEA-D5AA-826C2374BE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96506" y="5430972"/>
            <a:ext cx="2098038" cy="50639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ui-sans-serif" pitchFamily="34" charset="-122"/>
                <a:cs typeface="ui-sans-serif" pitchFamily="34" charset="-120"/>
              </a:rPr>
              <a:t>Users can describe a dashboard or chart in natural language and refine it visually.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66EB14E4-C9CD-421E-AA32-9DE395789643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5600" b="5600"/>
          <a:stretch>
            <a:fillRect/>
          </a:stretch>
        </p:blipFill>
        <p:spPr>
          <a:xfrm>
            <a:off x="4921904" y="1043288"/>
            <a:ext cx="2368061" cy="2102177"/>
          </a:xfr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17E789-A1F1-A683-3795-4296368ED83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18808" y="3248390"/>
            <a:ext cx="2098039" cy="506399"/>
          </a:xfrm>
        </p:spPr>
        <p:txBody>
          <a:bodyPr/>
          <a:lstStyle/>
          <a:p>
            <a:r>
              <a:rPr lang="en-IN" dirty="0"/>
              <a:t>Current Insights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1FB9B5CB-F87F-67E9-979D-23324DA1334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018808" y="3779281"/>
            <a:ext cx="2098038" cy="50639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ea typeface="ui-sans-serif" pitchFamily="34" charset="-122"/>
                <a:cs typeface="ui-sans-serif" pitchFamily="34" charset="-120"/>
              </a:rPr>
              <a:t>Dashboards support live data experiences and are built for current operational analytics.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4B817B2B-4E13-24CB-F494-C215CE4CEF50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12437" r="12437"/>
          <a:stretch>
            <a:fillRect/>
          </a:stretch>
        </p:blipFill>
        <p:spPr>
          <a:xfrm>
            <a:off x="7770292" y="2696145"/>
            <a:ext cx="2368061" cy="2102177"/>
          </a:xfr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3AEC78B-D7AC-F183-B6FF-FAFCA4DCE8D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75601" y="4900081"/>
            <a:ext cx="2098039" cy="506399"/>
          </a:xfrm>
        </p:spPr>
        <p:txBody>
          <a:bodyPr/>
          <a:lstStyle/>
          <a:p>
            <a:r>
              <a:rPr lang="en-IN" dirty="0"/>
              <a:t>Embedded Exploration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462C5A1-B1CA-1330-1581-4645040335C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75601" y="5430972"/>
            <a:ext cx="2098038" cy="506399"/>
          </a:xfrm>
        </p:spPr>
        <p:txBody>
          <a:bodyPr/>
          <a:lstStyle/>
          <a:p>
            <a:pPr>
              <a:lnSpc>
                <a:spcPts val="1800"/>
              </a:lnSpc>
            </a:pPr>
            <a:r>
              <a:rPr lang="en-US" dirty="0">
                <a:solidFill>
                  <a:schemeClr val="tx1"/>
                </a:solidFill>
                <a:ea typeface="ui-sans-serif" pitchFamily="34" charset="-122"/>
                <a:cs typeface="ui-sans-serif" pitchFamily="34" charset="-120"/>
              </a:rPr>
              <a:t>Dashboard-native Genie helps users move from KPI review to follow-up questioning quickly.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CF861BD-56E1-2478-6054-8E52A2809B02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>
          <a:xfrm>
            <a:off x="12501974" y="5962738"/>
            <a:ext cx="458592" cy="365125"/>
          </a:xfrm>
        </p:spPr>
        <p:txBody>
          <a:bodyPr/>
          <a:lstStyle/>
          <a:p>
            <a:fld id="{47FEACEE-25B4-4A2D-B147-27296E36371D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6908D2A0-89B7-D57B-849E-600688F12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0013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2FCCFE-9CF9-0ADC-5235-BF1D30BB6C8A}"/>
              </a:ext>
            </a:extLst>
          </p:cNvPr>
          <p:cNvSpPr txBox="1"/>
          <p:nvPr/>
        </p:nvSpPr>
        <p:spPr>
          <a:xfrm>
            <a:off x="176598" y="1435715"/>
            <a:ext cx="196354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ea typeface="ui-sans-serif" pitchFamily="34" charset="-122"/>
              </a:rPr>
              <a:t>From dashboard viewing to dashboard dialogue</a:t>
            </a:r>
          </a:p>
        </p:txBody>
      </p:sp>
    </p:spTree>
    <p:extLst>
      <p:ext uri="{BB962C8B-B14F-4D97-AF65-F5344CB8AC3E}">
        <p14:creationId xmlns:p14="http://schemas.microsoft.com/office/powerpoint/2010/main" val="1198908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6">
            <a:extLst>
              <a:ext uri="{FF2B5EF4-FFF2-40B4-BE49-F238E27FC236}">
                <a16:creationId xmlns:a16="http://schemas.microsoft.com/office/drawing/2014/main" id="{87068F4D-A447-D794-E1A2-C95D5196C3F7}"/>
              </a:ext>
            </a:extLst>
          </p:cNvPr>
          <p:cNvSpPr/>
          <p:nvPr/>
        </p:nvSpPr>
        <p:spPr>
          <a:xfrm>
            <a:off x="625761" y="4497355"/>
            <a:ext cx="2882549" cy="1558212"/>
          </a:xfrm>
          <a:prstGeom prst="cloud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4911ED-6CF8-C8BF-69B5-D6E835280B40}"/>
              </a:ext>
            </a:extLst>
          </p:cNvPr>
          <p:cNvSpPr txBox="1"/>
          <p:nvPr/>
        </p:nvSpPr>
        <p:spPr>
          <a:xfrm>
            <a:off x="1061534" y="4708888"/>
            <a:ext cx="2241503" cy="952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310"/>
              </a:lnSpc>
              <a:buNone/>
            </a:pPr>
            <a:r>
              <a:rPr lang="en-US" sz="1500" dirty="0">
                <a:solidFill>
                  <a:schemeClr val="accent6"/>
                </a:solidFill>
              </a:rPr>
              <a:t>Ask the question you’d normally send to the BI team.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FA9173-F892-5C7D-99AF-4C5FFB153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29" y="226534"/>
            <a:ext cx="7032593" cy="855817"/>
          </a:xfrm>
        </p:spPr>
        <p:txBody>
          <a:bodyPr/>
          <a:lstStyle/>
          <a:p>
            <a:r>
              <a:rPr lang="en-US" dirty="0"/>
              <a:t>Engage with Live session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2FD53DB-CD39-2575-F8BA-63488E8109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8624" y="1167469"/>
            <a:ext cx="4959822" cy="2276823"/>
          </a:xfrm>
        </p:spPr>
        <p:txBody>
          <a:bodyPr/>
          <a:lstStyle/>
          <a:p>
            <a:r>
              <a:rPr lang="en-US" altLang="zh-CN" dirty="0"/>
              <a:t>Now, </a:t>
            </a:r>
            <a:r>
              <a:rPr lang="en-US" dirty="0"/>
              <a:t>we move from concepts to experience and demonstrate how Genie works inside a governed Databricks environment with AI/BI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Environment Setup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Genie Interaction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Dashboard Walkthrough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Interactive session</a:t>
            </a:r>
          </a:p>
        </p:txBody>
      </p:sp>
      <p:pic>
        <p:nvPicPr>
          <p:cNvPr id="38" name="Picture Placeholder 37">
            <a:extLst>
              <a:ext uri="{FF2B5EF4-FFF2-40B4-BE49-F238E27FC236}">
                <a16:creationId xmlns:a16="http://schemas.microsoft.com/office/drawing/2014/main" id="{4162880A-4A88-ED9F-357E-65638ED8BB0C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/>
      </p:pic>
      <p:pic>
        <p:nvPicPr>
          <p:cNvPr id="39" name="Picture Placeholder 31">
            <a:extLst>
              <a:ext uri="{FF2B5EF4-FFF2-40B4-BE49-F238E27FC236}">
                <a16:creationId xmlns:a16="http://schemas.microsoft.com/office/drawing/2014/main" id="{6037332D-8714-C147-6E64-3654D8C57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30A6A-65C9-04FE-77CF-C95CC406DBD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47FEACEE-25B4-4A2D-B147-27296E36371D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2361550-1E1F-1097-248D-C9BD13759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533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4" name="Picture Placeholder 13" descr="People working in office">
            <a:extLst>
              <a:ext uri="{FF2B5EF4-FFF2-40B4-BE49-F238E27FC236}">
                <a16:creationId xmlns:a16="http://schemas.microsoft.com/office/drawing/2014/main" id="{496155F4-61B2-441D-9F16-788866450DA2}"/>
              </a:ext>
            </a:extLst>
          </p:cNvPr>
          <p:cNvPicPr>
            <a:picLocks noGrp="1" noChangeAspect="1"/>
          </p:cNvPicPr>
          <p:nvPr>
            <p:ph type="pic" sz="quarter" idx="49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6" name="Picture Placeholder 15" descr="People in an office discussing work over a laptop&#10;">
            <a:extLst>
              <a:ext uri="{FF2B5EF4-FFF2-40B4-BE49-F238E27FC236}">
                <a16:creationId xmlns:a16="http://schemas.microsoft.com/office/drawing/2014/main" id="{BCD5762E-DD49-42B3-9CA8-46A4AD7193E2}"/>
              </a:ext>
            </a:extLst>
          </p:cNvPr>
          <p:cNvPicPr>
            <a:picLocks noGrp="1" noChangeAspect="1"/>
          </p:cNvPicPr>
          <p:nvPr>
            <p:ph type="pic" sz="quarter" idx="48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8" name="Picture Placeholder 17" descr="Layout of website design sketches on white paper">
            <a:extLst>
              <a:ext uri="{FF2B5EF4-FFF2-40B4-BE49-F238E27FC236}">
                <a16:creationId xmlns:a16="http://schemas.microsoft.com/office/drawing/2014/main" id="{1051CD21-1408-4D13-BF0B-0D7013AD2D0C}"/>
              </a:ext>
            </a:extLst>
          </p:cNvPr>
          <p:cNvPicPr>
            <a:picLocks noGrp="1" noChangeAspect="1"/>
          </p:cNvPicPr>
          <p:nvPr>
            <p:ph type="pic" sz="quarter" idx="51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Prabhat Swain</a:t>
            </a:r>
          </a:p>
          <a:p>
            <a:r>
              <a:rPr lang="en-US" dirty="0"/>
              <a:t>Sr. Data Architect</a:t>
            </a:r>
          </a:p>
          <a:p>
            <a:r>
              <a:rPr lang="en-US" u="sng" dirty="0">
                <a:solidFill>
                  <a:schemeClr val="accent1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https://www.sigmasoft.ai/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28" name="Picture Placeholder 27" descr="Businesswoman reviewing sticky notes on a wall">
            <a:extLst>
              <a:ext uri="{FF2B5EF4-FFF2-40B4-BE49-F238E27FC236}">
                <a16:creationId xmlns:a16="http://schemas.microsoft.com/office/drawing/2014/main" id="{B746A775-E65C-70F6-9DB4-E51F7F2DAECE}"/>
              </a:ext>
            </a:extLst>
          </p:cNvPr>
          <p:cNvPicPr>
            <a:picLocks noGrp="1" noChangeAspect="1"/>
          </p:cNvPicPr>
          <p:nvPr>
            <p:ph type="pic" sz="quarter" idx="50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6F5B4F0-445F-C2E6-7226-4EE24AAE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83045"/>
            <a:ext cx="12192000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​​">
  <a:themeElements>
    <a:clrScheme name="Custom 9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803"/>
      </a:accent2>
      <a:accent3>
        <a:srgbClr val="DCD3CC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0">
      <a:majorFont>
        <a:latin typeface="Posterama Text Black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exagon Light Presentation_win32_v5" id="{045A9B2F-7300-4673-816B-F1EB3C673B2C}" vid="{27F8BD87-6984-44CA-8D4F-354B20CB0C1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654E67-B245-47C6-B176-3E9CC734E869}">
  <we:reference id="22ff87a5-132f-4d52-9e97-94d888e4dd91" version="3.8.0.0" store="EXCatalog" storeType="EXCatalog"/>
  <we:alternateReferences>
    <we:reference id="WA104380050" version="3.8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AD9BE2-6B3D-4616-B044-300A8177DEA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74CFA8B0-C7B8-4655-A378-2962C04794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515263-A3DE-4193-B6AA-5C449C94519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light</Template>
  <TotalTime>1524</TotalTime>
  <Words>530</Words>
  <Application>Microsoft Office PowerPoint</Application>
  <PresentationFormat>Widescreen</PresentationFormat>
  <Paragraphs>86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等线</vt:lpstr>
      <vt:lpstr>Abadi</vt:lpstr>
      <vt:lpstr>Arial</vt:lpstr>
      <vt:lpstr>Calibri</vt:lpstr>
      <vt:lpstr>Montserrat</vt:lpstr>
      <vt:lpstr>Posterama Text Black</vt:lpstr>
      <vt:lpstr>Posterama Text SemiBold</vt:lpstr>
      <vt:lpstr>ui-sans-serif</vt:lpstr>
      <vt:lpstr>Custom​​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AI-Powered BI Dashboards</vt:lpstr>
      <vt:lpstr>Engage with Live session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Swain</dc:creator>
  <cp:lastModifiedBy>Prabhat Swain</cp:lastModifiedBy>
  <cp:revision>7</cp:revision>
  <dcterms:created xsi:type="dcterms:W3CDTF">2026-04-06T19:18:50Z</dcterms:created>
  <dcterms:modified xsi:type="dcterms:W3CDTF">2026-04-16T11:15:07Z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