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2" r:id="rId4"/>
    <p:sldMasterId id="2147484004" r:id="rId5"/>
  </p:sldMasterIdLst>
  <p:notesMasterIdLst>
    <p:notesMasterId r:id="rId11"/>
  </p:notesMasterIdLst>
  <p:handoutMasterIdLst>
    <p:handoutMasterId r:id="rId12"/>
  </p:handoutMasterIdLst>
  <p:sldIdLst>
    <p:sldId id="2147483373" r:id="rId6"/>
    <p:sldId id="2147483383" r:id="rId7"/>
    <p:sldId id="2147483389" r:id="rId8"/>
    <p:sldId id="2147483388" r:id="rId9"/>
    <p:sldId id="2147483363" r:id="rId10"/>
  </p:sldIdLst>
  <p:sldSz cx="12192000" cy="6858000"/>
  <p:notesSz cx="6858000" cy="9144000"/>
  <p:custDataLst>
    <p:tags r:id="rId13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4200" userDrawn="1">
          <p15:clr>
            <a:srgbClr val="A4A3A4"/>
          </p15:clr>
        </p15:guide>
        <p15:guide id="7" pos="36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3CEC53-D7A5-332C-1949-FBAED60CB0CA}" name="Prabhat Swain" initials="PS" userId="S::prabhat.swain@sigmasoft.ai::807f03e4-6949-4ac6-b94b-e982470d84bd" providerId="AD"/>
  <p188:author id="{0A23C265-212C-757E-D84A-040BC582FC86}" name="Sujata Sar" initials="SS" userId="S::sujata.sar@sigmasoft.ai::8e1266b6-268f-468a-bfce-8d2fc8ec1b63" providerId="AD"/>
  <p188:author id="{24DC4573-058A-723F-B6D1-AD640D70EC9D}" name="Vengat Rajan" initials="VR" userId="S::vengat.rajan@sigmasoft.ai::56a4de21-f551-460d-b8a0-d7abd80e5b8e" providerId="AD"/>
  <p188:author id="{44615781-7909-BE92-1900-D94C0DB63936}" name="Prabhat Swain" initials="PS" userId="S::Prabhat.Swain@sigmasoft.ai::807f03e4-6949-4ac6-b94b-e982470d84b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ckmann, Ellen" initials="BE" lastIdx="23" clrIdx="0">
    <p:extLst>
      <p:ext uri="{19B8F6BF-5375-455C-9EA6-DF929625EA0E}">
        <p15:presenceInfo xmlns:p15="http://schemas.microsoft.com/office/powerpoint/2012/main" userId="S::ellen.beckmann@capgemini.com::cdc63798-75f6-4931-a160-f4abfedff669" providerId="AD"/>
      </p:ext>
    </p:extLst>
  </p:cmAuthor>
  <p:cmAuthor id="2" name="Naidu, Roneel" initials="NR" lastIdx="3" clrIdx="1">
    <p:extLst>
      <p:ext uri="{19B8F6BF-5375-455C-9EA6-DF929625EA0E}">
        <p15:presenceInfo xmlns:p15="http://schemas.microsoft.com/office/powerpoint/2012/main" userId="S::roneel.naidu@capgemini.com::65ede2e9-bc0a-48a2-8bd8-13ad10c03e8f" providerId="AD"/>
      </p:ext>
    </p:extLst>
  </p:cmAuthor>
  <p:cmAuthor id="3" name="King, Johnny" initials="KJ" lastIdx="44" clrIdx="2">
    <p:extLst>
      <p:ext uri="{19B8F6BF-5375-455C-9EA6-DF929625EA0E}">
        <p15:presenceInfo xmlns:p15="http://schemas.microsoft.com/office/powerpoint/2012/main" userId="S::johnny.king@capgemini.com::baf7caf8-7cbd-4377-89ba-67f9a751dd9a" providerId="AD"/>
      </p:ext>
    </p:extLst>
  </p:cmAuthor>
  <p:cmAuthor id="4" name="Patel, Shaileen G" initials="PSG" lastIdx="1" clrIdx="3">
    <p:extLst>
      <p:ext uri="{19B8F6BF-5375-455C-9EA6-DF929625EA0E}">
        <p15:presenceInfo xmlns:p15="http://schemas.microsoft.com/office/powerpoint/2012/main" userId="S::shaileen.patel@capgemini.com::f6363ded-702e-40e2-9344-39234087b829" providerId="AD"/>
      </p:ext>
    </p:extLst>
  </p:cmAuthor>
  <p:cmAuthor id="5" name="White, Jessica" initials="WJ" lastIdx="34" clrIdx="4">
    <p:extLst>
      <p:ext uri="{19B8F6BF-5375-455C-9EA6-DF929625EA0E}">
        <p15:presenceInfo xmlns:p15="http://schemas.microsoft.com/office/powerpoint/2012/main" userId="S::jessica.white@capgemini.com::e5dd17ea-f18b-484e-bffe-48143e57383f" providerId="AD"/>
      </p:ext>
    </p:extLst>
  </p:cmAuthor>
  <p:cmAuthor id="6" name="Brown, Alan S" initials="BS" lastIdx="1" clrIdx="5">
    <p:extLst>
      <p:ext uri="{19B8F6BF-5375-455C-9EA6-DF929625EA0E}">
        <p15:presenceInfo xmlns:p15="http://schemas.microsoft.com/office/powerpoint/2012/main" userId="S::alan.a.brown@capgemini.com::5bdf4489-02fa-4f6c-830c-4bab717bb8ab" providerId="AD"/>
      </p:ext>
    </p:extLst>
  </p:cmAuthor>
  <p:cmAuthor id="7" name="Francis, Matthew Landon" initials="FL" lastIdx="1" clrIdx="6">
    <p:extLst>
      <p:ext uri="{19B8F6BF-5375-455C-9EA6-DF929625EA0E}">
        <p15:presenceInfo xmlns:p15="http://schemas.microsoft.com/office/powerpoint/2012/main" userId="S::matthew.francis@capgemini.com::69c7b65e-47db-4723-93ab-d4f7201fc949" providerId="AD"/>
      </p:ext>
    </p:extLst>
  </p:cmAuthor>
  <p:cmAuthor id="8" name="Greaves, Robert W" initials="GW" lastIdx="2" clrIdx="7">
    <p:extLst>
      <p:ext uri="{19B8F6BF-5375-455C-9EA6-DF929625EA0E}">
        <p15:presenceInfo xmlns:p15="http://schemas.microsoft.com/office/powerpoint/2012/main" userId="S::robert.greaves@capgemini.com::2e21d736-c04d-47bb-8c0c-0f896675dc01" providerId="AD"/>
      </p:ext>
    </p:extLst>
  </p:cmAuthor>
  <p:cmAuthor id="9" name="Nagarajachar, Shashibhushan" initials="NS" lastIdx="28" clrIdx="8">
    <p:extLst>
      <p:ext uri="{19B8F6BF-5375-455C-9EA6-DF929625EA0E}">
        <p15:presenceInfo xmlns:p15="http://schemas.microsoft.com/office/powerpoint/2012/main" userId="S::shashibhushan.nagarajachar@capgemini.com::95e778db-3765-4395-99f6-38e540682a6b" providerId="AD"/>
      </p:ext>
    </p:extLst>
  </p:cmAuthor>
  <p:cmAuthor id="10" name="Donlan, Bill" initials="DB" lastIdx="17" clrIdx="9">
    <p:extLst>
      <p:ext uri="{19B8F6BF-5375-455C-9EA6-DF929625EA0E}">
        <p15:presenceInfo xmlns:p15="http://schemas.microsoft.com/office/powerpoint/2012/main" userId="S::bill.donlan@capgemini.com::90594d2b-975d-4dbc-87d2-ff85a3c02a2a" providerId="AD"/>
      </p:ext>
    </p:extLst>
  </p:cmAuthor>
  <p:cmAuthor id="11" name="George, Xavier" initials="GX" lastIdx="55" clrIdx="10">
    <p:extLst>
      <p:ext uri="{19B8F6BF-5375-455C-9EA6-DF929625EA0E}">
        <p15:presenceInfo xmlns:p15="http://schemas.microsoft.com/office/powerpoint/2012/main" userId="S::xavier.george@capgemini.com::5ae00e16-6bd0-4e04-8247-be134ed5a581" providerId="AD"/>
      </p:ext>
    </p:extLst>
  </p:cmAuthor>
  <p:cmAuthor id="12" name="Hariharan, Priya" initials="HP" lastIdx="11" clrIdx="11">
    <p:extLst>
      <p:ext uri="{19B8F6BF-5375-455C-9EA6-DF929625EA0E}">
        <p15:presenceInfo xmlns:p15="http://schemas.microsoft.com/office/powerpoint/2012/main" userId="S::priya.hariharan@capgemini.com::89941f4d-688f-4259-bcd0-905bd43b7d55" providerId="AD"/>
      </p:ext>
    </p:extLst>
  </p:cmAuthor>
  <p:cmAuthor id="13" name="Vengat Rajan" initials="VR" lastIdx="2" clrIdx="12">
    <p:extLst>
      <p:ext uri="{19B8F6BF-5375-455C-9EA6-DF929625EA0E}">
        <p15:presenceInfo xmlns:p15="http://schemas.microsoft.com/office/powerpoint/2012/main" userId="S::vengat.rajan@sigmasoft.ai::56a4de21-f551-460d-b8a0-d7abd80e5b8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01DD"/>
    <a:srgbClr val="86C7ED"/>
    <a:srgbClr val="FCF1C4"/>
    <a:srgbClr val="F5CA11"/>
    <a:srgbClr val="CCECFF"/>
    <a:srgbClr val="222C64"/>
    <a:srgbClr val="3886E1"/>
    <a:srgbClr val="7E39BA"/>
    <a:srgbClr val="6D64CC"/>
    <a:srgbClr val="CB29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4200"/>
        <p:guide pos="36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at Swain" userId="807f03e4-6949-4ac6-b94b-e982470d84bd" providerId="ADAL" clId="{84E1838F-09B7-42DE-94E4-51611A473398}"/>
    <pc:docChg chg="custSel addSld delSld modSld">
      <pc:chgData name="Prabhat Swain" userId="807f03e4-6949-4ac6-b94b-e982470d84bd" providerId="ADAL" clId="{84E1838F-09B7-42DE-94E4-51611A473398}" dt="2026-02-27T15:09:40.931" v="27" actId="478"/>
      <pc:docMkLst>
        <pc:docMk/>
      </pc:docMkLst>
      <pc:sldChg chg="del">
        <pc:chgData name="Prabhat Swain" userId="807f03e4-6949-4ac6-b94b-e982470d84bd" providerId="ADAL" clId="{84E1838F-09B7-42DE-94E4-51611A473398}" dt="2026-02-27T15:08:16.371" v="8" actId="2696"/>
        <pc:sldMkLst>
          <pc:docMk/>
          <pc:sldMk cId="2103149346" sldId="2147348984"/>
        </pc:sldMkLst>
      </pc:sldChg>
      <pc:sldChg chg="modSp mod">
        <pc:chgData name="Prabhat Swain" userId="807f03e4-6949-4ac6-b94b-e982470d84bd" providerId="ADAL" clId="{84E1838F-09B7-42DE-94E4-51611A473398}" dt="2026-02-27T15:08:33.570" v="25" actId="14100"/>
        <pc:sldMkLst>
          <pc:docMk/>
          <pc:sldMk cId="1093955660" sldId="2147483373"/>
        </pc:sldMkLst>
        <pc:spChg chg="mod">
          <ac:chgData name="Prabhat Swain" userId="807f03e4-6949-4ac6-b94b-e982470d84bd" providerId="ADAL" clId="{84E1838F-09B7-42DE-94E4-51611A473398}" dt="2026-02-27T15:08:33.570" v="25" actId="14100"/>
          <ac:spMkLst>
            <pc:docMk/>
            <pc:sldMk cId="1093955660" sldId="2147483373"/>
            <ac:spMk id="45" creationId="{725DF8D6-08D3-11CA-0118-7E07AFC2C21C}"/>
          </ac:spMkLst>
        </pc:spChg>
      </pc:sldChg>
      <pc:sldChg chg="delSp add mod">
        <pc:chgData name="Prabhat Swain" userId="807f03e4-6949-4ac6-b94b-e982470d84bd" providerId="ADAL" clId="{84E1838F-09B7-42DE-94E4-51611A473398}" dt="2026-02-27T15:09:40.931" v="27" actId="478"/>
        <pc:sldMkLst>
          <pc:docMk/>
          <pc:sldMk cId="3998442706" sldId="2147483389"/>
        </pc:sldMkLst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6" creationId="{8D603CFB-ABBA-66A8-68F5-81508C2D92F0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11" creationId="{3F3C7BA5-2EC2-A0AF-686E-3709B2B3D1EB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26" creationId="{C2BAC4EA-5A1C-FEF0-43E8-EB4041F41D64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30" creationId="{E7DA6561-4F90-6A6B-78C1-D452310D3003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32" creationId="{CAE0D027-FE3A-E6F0-CBCF-75580949030F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41" creationId="{EEE71D26-B2E5-1DCE-C47B-2A56173A239C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59" creationId="{A988CBA3-2910-4CCB-D99F-0DA2FBF9B4FA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102" creationId="{EF3F7B63-D451-3E3E-3A7F-63CA57B90D72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144" creationId="{402D7DFE-C1A7-D01E-6494-0D3F27B2DB20}"/>
          </ac:spMkLst>
        </pc:spChg>
        <pc:spChg chg="del">
          <ac:chgData name="Prabhat Swain" userId="807f03e4-6949-4ac6-b94b-e982470d84bd" providerId="ADAL" clId="{84E1838F-09B7-42DE-94E4-51611A473398}" dt="2026-02-27T15:09:40.931" v="27" actId="478"/>
          <ac:spMkLst>
            <pc:docMk/>
            <pc:sldMk cId="3998442706" sldId="2147483389"/>
            <ac:spMk id="148" creationId="{34E99281-9A5D-AAD8-50CB-BE2A138E9412}"/>
          </ac:spMkLst>
        </pc:spChg>
      </pc:sldChg>
      <pc:sldChg chg="del">
        <pc:chgData name="Prabhat Swain" userId="807f03e4-6949-4ac6-b94b-e982470d84bd" providerId="ADAL" clId="{84E1838F-09B7-42DE-94E4-51611A473398}" dt="2026-02-27T15:08:14.399" v="7" actId="2696"/>
        <pc:sldMkLst>
          <pc:docMk/>
          <pc:sldMk cId="2724072557" sldId="2147483390"/>
        </pc:sldMkLst>
      </pc:sldChg>
      <pc:sldChg chg="del">
        <pc:chgData name="Prabhat Swain" userId="807f03e4-6949-4ac6-b94b-e982470d84bd" providerId="ADAL" clId="{84E1838F-09B7-42DE-94E4-51611A473398}" dt="2026-02-27T15:08:11.545" v="6" actId="2696"/>
        <pc:sldMkLst>
          <pc:docMk/>
          <pc:sldMk cId="1084974360" sldId="2147483391"/>
        </pc:sldMkLst>
      </pc:sldChg>
      <pc:sldChg chg="modSp del mod">
        <pc:chgData name="Prabhat Swain" userId="807f03e4-6949-4ac6-b94b-e982470d84bd" providerId="ADAL" clId="{84E1838F-09B7-42DE-94E4-51611A473398}" dt="2026-02-27T15:07:45.531" v="4" actId="2696"/>
        <pc:sldMkLst>
          <pc:docMk/>
          <pc:sldMk cId="4240323781" sldId="2147483392"/>
        </pc:sldMkLst>
        <pc:graphicFrameChg chg="modGraphic">
          <ac:chgData name="Prabhat Swain" userId="807f03e4-6949-4ac6-b94b-e982470d84bd" providerId="ADAL" clId="{84E1838F-09B7-42DE-94E4-51611A473398}" dt="2026-02-27T15:07:18.572" v="3" actId="14734"/>
          <ac:graphicFrameMkLst>
            <pc:docMk/>
            <pc:sldMk cId="4240323781" sldId="2147483392"/>
            <ac:graphicFrameMk id="2" creationId="{AC7B0FAB-1934-B3B5-74C6-102A298CC4E4}"/>
          </ac:graphicFrameMkLst>
        </pc:graphicFrameChg>
      </pc:sldChg>
      <pc:sldChg chg="del">
        <pc:chgData name="Prabhat Swain" userId="807f03e4-6949-4ac6-b94b-e982470d84bd" providerId="ADAL" clId="{84E1838F-09B7-42DE-94E4-51611A473398}" dt="2026-02-27T15:07:01.254" v="0" actId="2696"/>
        <pc:sldMkLst>
          <pc:docMk/>
          <pc:sldMk cId="2293823070" sldId="2147483396"/>
        </pc:sldMkLst>
      </pc:sldChg>
      <pc:sldChg chg="del">
        <pc:chgData name="Prabhat Swain" userId="807f03e4-6949-4ac6-b94b-e982470d84bd" providerId="ADAL" clId="{84E1838F-09B7-42DE-94E4-51611A473398}" dt="2026-02-27T15:07:06.939" v="2" actId="2696"/>
        <pc:sldMkLst>
          <pc:docMk/>
          <pc:sldMk cId="198391362" sldId="2147483399"/>
        </pc:sldMkLst>
      </pc:sldChg>
      <pc:sldChg chg="del">
        <pc:chgData name="Prabhat Swain" userId="807f03e4-6949-4ac6-b94b-e982470d84bd" providerId="ADAL" clId="{84E1838F-09B7-42DE-94E4-51611A473398}" dt="2026-02-27T15:07:04.488" v="1" actId="2696"/>
        <pc:sldMkLst>
          <pc:docMk/>
          <pc:sldMk cId="1775140972" sldId="2147483400"/>
        </pc:sldMkLst>
      </pc:sldChg>
      <pc:sldChg chg="del">
        <pc:chgData name="Prabhat Swain" userId="807f03e4-6949-4ac6-b94b-e982470d84bd" providerId="ADAL" clId="{84E1838F-09B7-42DE-94E4-51611A473398}" dt="2026-02-27T15:07:57.040" v="5" actId="2696"/>
        <pc:sldMkLst>
          <pc:docMk/>
          <pc:sldMk cId="2966328901" sldId="214748340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80C0A0-8587-4C90-96DB-2A726860D0F4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311719D-879B-4A8F-8A4A-8C2D995F9685}">
      <dgm:prSet phldrT="[Text]" phldr="0" custT="1"/>
      <dgm:spPr>
        <a:solidFill>
          <a:srgbClr val="5F01DD"/>
        </a:solidFill>
      </dgm:spPr>
      <dgm:t>
        <a:bodyPr/>
        <a:lstStyle/>
        <a:p>
          <a:r>
            <a:rPr lang="en-US" sz="1050"/>
            <a:t>Week 3</a:t>
          </a:r>
          <a:endParaRPr lang="en-IN" sz="1050"/>
        </a:p>
      </dgm:t>
    </dgm:pt>
    <dgm:pt modelId="{83D11EEF-DAFF-46E1-A721-78350B4A6F68}" type="parTrans" cxnId="{DC0F607D-9F3E-4132-A07E-3090D1284F18}">
      <dgm:prSet/>
      <dgm:spPr/>
      <dgm:t>
        <a:bodyPr/>
        <a:lstStyle/>
        <a:p>
          <a:endParaRPr lang="en-IN"/>
        </a:p>
      </dgm:t>
    </dgm:pt>
    <dgm:pt modelId="{8321AB7E-15A3-4B58-9BBA-883AB5ABAFAA}" type="sibTrans" cxnId="{DC0F607D-9F3E-4132-A07E-3090D1284F18}">
      <dgm:prSet/>
      <dgm:spPr/>
      <dgm:t>
        <a:bodyPr/>
        <a:lstStyle/>
        <a:p>
          <a:endParaRPr lang="en-IN"/>
        </a:p>
      </dgm:t>
    </dgm:pt>
    <dgm:pt modelId="{8932C173-79DC-45DF-8FA2-0A9B3FFCF08E}">
      <dgm:prSet phldrT="[Text]" phldr="0" custT="1"/>
      <dgm:spPr>
        <a:solidFill>
          <a:srgbClr val="7E39BA"/>
        </a:solidFill>
      </dgm:spPr>
      <dgm:t>
        <a:bodyPr/>
        <a:lstStyle/>
        <a:p>
          <a:r>
            <a:rPr lang="en-US" sz="1050"/>
            <a:t>Week 4</a:t>
          </a:r>
          <a:endParaRPr lang="en-IN" sz="1050"/>
        </a:p>
      </dgm:t>
    </dgm:pt>
    <dgm:pt modelId="{8688FAC0-5424-43E9-8A51-25B746A0B4DD}" type="parTrans" cxnId="{CB62F67F-3EE6-4F14-A184-64D07B9262E9}">
      <dgm:prSet/>
      <dgm:spPr/>
      <dgm:t>
        <a:bodyPr/>
        <a:lstStyle/>
        <a:p>
          <a:endParaRPr lang="en-IN"/>
        </a:p>
      </dgm:t>
    </dgm:pt>
    <dgm:pt modelId="{7E83C268-5AAE-4573-9854-AE45020D0D60}" type="sibTrans" cxnId="{CB62F67F-3EE6-4F14-A184-64D07B9262E9}">
      <dgm:prSet/>
      <dgm:spPr/>
      <dgm:t>
        <a:bodyPr/>
        <a:lstStyle/>
        <a:p>
          <a:endParaRPr lang="en-IN"/>
        </a:p>
      </dgm:t>
    </dgm:pt>
    <dgm:pt modelId="{582090E4-DD9F-4F6C-91DE-F7AE009DB412}">
      <dgm:prSet phldrT="[Text]" phldr="0" custT="1"/>
      <dgm:spPr>
        <a:solidFill>
          <a:srgbClr val="5F01DD"/>
        </a:solidFill>
      </dgm:spPr>
      <dgm:t>
        <a:bodyPr/>
        <a:lstStyle/>
        <a:p>
          <a:r>
            <a:rPr lang="en-US" sz="1050"/>
            <a:t>Week 5</a:t>
          </a:r>
          <a:endParaRPr lang="en-IN" sz="1050"/>
        </a:p>
      </dgm:t>
    </dgm:pt>
    <dgm:pt modelId="{9B5067DA-1CD6-42B4-A5FD-4A669BBCD757}" type="parTrans" cxnId="{7CE8C146-13BF-4DF9-B443-9ED7FE1EC8EA}">
      <dgm:prSet/>
      <dgm:spPr/>
      <dgm:t>
        <a:bodyPr/>
        <a:lstStyle/>
        <a:p>
          <a:endParaRPr lang="en-IN"/>
        </a:p>
      </dgm:t>
    </dgm:pt>
    <dgm:pt modelId="{F84505C3-EAEB-4E56-BE56-41149C50EA8A}" type="sibTrans" cxnId="{7CE8C146-13BF-4DF9-B443-9ED7FE1EC8EA}">
      <dgm:prSet/>
      <dgm:spPr/>
      <dgm:t>
        <a:bodyPr/>
        <a:lstStyle/>
        <a:p>
          <a:endParaRPr lang="en-IN"/>
        </a:p>
      </dgm:t>
    </dgm:pt>
    <dgm:pt modelId="{FE3AE6FD-656C-49C2-B8B9-FE45054129EC}" type="pres">
      <dgm:prSet presAssocID="{B880C0A0-8587-4C90-96DB-2A726860D0F4}" presName="Name0" presStyleCnt="0">
        <dgm:presLayoutVars>
          <dgm:dir/>
          <dgm:resizeHandles val="exact"/>
        </dgm:presLayoutVars>
      </dgm:prSet>
      <dgm:spPr/>
    </dgm:pt>
    <dgm:pt modelId="{8A56FF43-4860-4358-9D6D-EF6E76451CC9}" type="pres">
      <dgm:prSet presAssocID="{5311719D-879B-4A8F-8A4A-8C2D995F9685}" presName="parTxOnly" presStyleLbl="node1" presStyleIdx="0" presStyleCnt="3" custLinFactNeighborX="49448" custLinFactNeighborY="-27995">
        <dgm:presLayoutVars>
          <dgm:bulletEnabled val="1"/>
        </dgm:presLayoutVars>
      </dgm:prSet>
      <dgm:spPr/>
    </dgm:pt>
    <dgm:pt modelId="{09952373-2492-4234-BAE8-BC560A2DA383}" type="pres">
      <dgm:prSet presAssocID="{8321AB7E-15A3-4B58-9BBA-883AB5ABAFAA}" presName="parSpace" presStyleCnt="0"/>
      <dgm:spPr/>
    </dgm:pt>
    <dgm:pt modelId="{9C812721-258B-4B34-A5BE-CA22556928D6}" type="pres">
      <dgm:prSet presAssocID="{8932C173-79DC-45DF-8FA2-0A9B3FFCF08E}" presName="parTxOnly" presStyleLbl="node1" presStyleIdx="1" presStyleCnt="3">
        <dgm:presLayoutVars>
          <dgm:bulletEnabled val="1"/>
        </dgm:presLayoutVars>
      </dgm:prSet>
      <dgm:spPr/>
    </dgm:pt>
    <dgm:pt modelId="{23D5BE9E-BB5A-4FF9-81C5-2FA23F221D23}" type="pres">
      <dgm:prSet presAssocID="{7E83C268-5AAE-4573-9854-AE45020D0D60}" presName="parSpace" presStyleCnt="0"/>
      <dgm:spPr/>
    </dgm:pt>
    <dgm:pt modelId="{01182625-F7A9-4CAE-A17F-BD44D6F75BA1}" type="pres">
      <dgm:prSet presAssocID="{582090E4-DD9F-4F6C-91DE-F7AE009DB412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710DF21F-4135-4ACC-A20A-4D7B72DCEE43}" type="presOf" srcId="{8932C173-79DC-45DF-8FA2-0A9B3FFCF08E}" destId="{9C812721-258B-4B34-A5BE-CA22556928D6}" srcOrd="0" destOrd="0" presId="urn:microsoft.com/office/officeart/2005/8/layout/hChevron3"/>
    <dgm:cxn modelId="{F3C0AF38-CF91-4BF8-8A6B-BA146A91E6D6}" type="presOf" srcId="{5311719D-879B-4A8F-8A4A-8C2D995F9685}" destId="{8A56FF43-4860-4358-9D6D-EF6E76451CC9}" srcOrd="0" destOrd="0" presId="urn:microsoft.com/office/officeart/2005/8/layout/hChevron3"/>
    <dgm:cxn modelId="{7CE8C146-13BF-4DF9-B443-9ED7FE1EC8EA}" srcId="{B880C0A0-8587-4C90-96DB-2A726860D0F4}" destId="{582090E4-DD9F-4F6C-91DE-F7AE009DB412}" srcOrd="2" destOrd="0" parTransId="{9B5067DA-1CD6-42B4-A5FD-4A669BBCD757}" sibTransId="{F84505C3-EAEB-4E56-BE56-41149C50EA8A}"/>
    <dgm:cxn modelId="{16E55768-A4B0-437E-9FF7-5E76B9D7FD7E}" type="presOf" srcId="{B880C0A0-8587-4C90-96DB-2A726860D0F4}" destId="{FE3AE6FD-656C-49C2-B8B9-FE45054129EC}" srcOrd="0" destOrd="0" presId="urn:microsoft.com/office/officeart/2005/8/layout/hChevron3"/>
    <dgm:cxn modelId="{DC0F607D-9F3E-4132-A07E-3090D1284F18}" srcId="{B880C0A0-8587-4C90-96DB-2A726860D0F4}" destId="{5311719D-879B-4A8F-8A4A-8C2D995F9685}" srcOrd="0" destOrd="0" parTransId="{83D11EEF-DAFF-46E1-A721-78350B4A6F68}" sibTransId="{8321AB7E-15A3-4B58-9BBA-883AB5ABAFAA}"/>
    <dgm:cxn modelId="{CB62F67F-3EE6-4F14-A184-64D07B9262E9}" srcId="{B880C0A0-8587-4C90-96DB-2A726860D0F4}" destId="{8932C173-79DC-45DF-8FA2-0A9B3FFCF08E}" srcOrd="1" destOrd="0" parTransId="{8688FAC0-5424-43E9-8A51-25B746A0B4DD}" sibTransId="{7E83C268-5AAE-4573-9854-AE45020D0D60}"/>
    <dgm:cxn modelId="{95E3CCDC-42D8-4FBC-925C-BD479428A60F}" type="presOf" srcId="{582090E4-DD9F-4F6C-91DE-F7AE009DB412}" destId="{01182625-F7A9-4CAE-A17F-BD44D6F75BA1}" srcOrd="0" destOrd="0" presId="urn:microsoft.com/office/officeart/2005/8/layout/hChevron3"/>
    <dgm:cxn modelId="{C0B810CB-DAB2-4DD9-AB73-61A4675B0F6A}" type="presParOf" srcId="{FE3AE6FD-656C-49C2-B8B9-FE45054129EC}" destId="{8A56FF43-4860-4358-9D6D-EF6E76451CC9}" srcOrd="0" destOrd="0" presId="urn:microsoft.com/office/officeart/2005/8/layout/hChevron3"/>
    <dgm:cxn modelId="{E4E6080E-6F19-4C11-A72E-B93AA3068B83}" type="presParOf" srcId="{FE3AE6FD-656C-49C2-B8B9-FE45054129EC}" destId="{09952373-2492-4234-BAE8-BC560A2DA383}" srcOrd="1" destOrd="0" presId="urn:microsoft.com/office/officeart/2005/8/layout/hChevron3"/>
    <dgm:cxn modelId="{0AF480D9-97D3-49E8-B60E-09DF8E69CB92}" type="presParOf" srcId="{FE3AE6FD-656C-49C2-B8B9-FE45054129EC}" destId="{9C812721-258B-4B34-A5BE-CA22556928D6}" srcOrd="2" destOrd="0" presId="urn:microsoft.com/office/officeart/2005/8/layout/hChevron3"/>
    <dgm:cxn modelId="{098B93B4-CF6A-4BD5-B0CE-143C4F013307}" type="presParOf" srcId="{FE3AE6FD-656C-49C2-B8B9-FE45054129EC}" destId="{23D5BE9E-BB5A-4FF9-81C5-2FA23F221D23}" srcOrd="3" destOrd="0" presId="urn:microsoft.com/office/officeart/2005/8/layout/hChevron3"/>
    <dgm:cxn modelId="{FAB4F3AA-4687-4ADB-9170-321BFC07A5CE}" type="presParOf" srcId="{FE3AE6FD-656C-49C2-B8B9-FE45054129EC}" destId="{01182625-F7A9-4CAE-A17F-BD44D6F75BA1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6FF43-4860-4358-9D6D-EF6E76451CC9}">
      <dsp:nvSpPr>
        <dsp:cNvPr id="0" name=""/>
        <dsp:cNvSpPr/>
      </dsp:nvSpPr>
      <dsp:spPr>
        <a:xfrm>
          <a:off x="408522" y="0"/>
          <a:ext cx="4083606" cy="355623"/>
        </a:xfrm>
        <a:prstGeom prst="homePlate">
          <a:avLst/>
        </a:prstGeom>
        <a:solidFill>
          <a:srgbClr val="5F01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Week 3</a:t>
          </a:r>
          <a:endParaRPr lang="en-IN" sz="1050" kern="1200"/>
        </a:p>
      </dsp:txBody>
      <dsp:txXfrm>
        <a:off x="408522" y="0"/>
        <a:ext cx="3994700" cy="355623"/>
      </dsp:txXfrm>
    </dsp:sp>
    <dsp:sp modelId="{9C812721-258B-4B34-A5BE-CA22556928D6}">
      <dsp:nvSpPr>
        <dsp:cNvPr id="0" name=""/>
        <dsp:cNvSpPr/>
      </dsp:nvSpPr>
      <dsp:spPr>
        <a:xfrm>
          <a:off x="3271555" y="0"/>
          <a:ext cx="4083606" cy="355623"/>
        </a:xfrm>
        <a:prstGeom prst="chevron">
          <a:avLst/>
        </a:prstGeom>
        <a:solidFill>
          <a:srgbClr val="7E39B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Week 4</a:t>
          </a:r>
          <a:endParaRPr lang="en-IN" sz="1050" kern="1200"/>
        </a:p>
      </dsp:txBody>
      <dsp:txXfrm>
        <a:off x="3449367" y="0"/>
        <a:ext cx="3727983" cy="355623"/>
      </dsp:txXfrm>
    </dsp:sp>
    <dsp:sp modelId="{01182625-F7A9-4CAE-A17F-BD44D6F75BA1}">
      <dsp:nvSpPr>
        <dsp:cNvPr id="0" name=""/>
        <dsp:cNvSpPr/>
      </dsp:nvSpPr>
      <dsp:spPr>
        <a:xfrm>
          <a:off x="6538441" y="0"/>
          <a:ext cx="4083606" cy="355623"/>
        </a:xfrm>
        <a:prstGeom prst="chevron">
          <a:avLst/>
        </a:prstGeom>
        <a:solidFill>
          <a:srgbClr val="5F01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Week 5</a:t>
          </a:r>
          <a:endParaRPr lang="en-IN" sz="1050" kern="1200"/>
        </a:p>
      </dsp:txBody>
      <dsp:txXfrm>
        <a:off x="6716253" y="0"/>
        <a:ext cx="3727983" cy="355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 smtClean="0"/>
              <a:pPr/>
              <a:t>27/02/2026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 smtClean="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27/02/2026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Insert comments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125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91A13-CC93-3854-AC07-8DFEBDCB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C7445-0A76-866E-374C-BEB06BA1F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240FE-08E7-D5BE-3851-0A9A7D481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C4637-68EE-18F3-4EBA-03F7F1E0B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25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1E21-1461-31A8-03F9-039113E1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8B743-5027-664B-AEE2-72D1E789C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ED343-9D92-4FD6-3C56-DA22A127F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40CB2-10FA-753E-F2D6-6817449A2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209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705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107F-AB5A-0B3D-27A0-471E1551B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64E5F-731E-D065-6800-5EE5341CD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0717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07953-9EC6-499C-FC4E-E166E8C9FC0F}"/>
              </a:ext>
            </a:extLst>
          </p:cNvPr>
          <p:cNvSpPr/>
          <p:nvPr userDrawn="1"/>
        </p:nvSpPr>
        <p:spPr>
          <a:xfrm>
            <a:off x="0" y="6489700"/>
            <a:ext cx="12192000" cy="368300"/>
          </a:xfrm>
          <a:prstGeom prst="rect">
            <a:avLst/>
          </a:prstGeom>
          <a:gradFill flip="none" rotWithShape="1">
            <a:gsLst>
              <a:gs pos="100000">
                <a:srgbClr val="F75441"/>
              </a:gs>
              <a:gs pos="81000">
                <a:srgbClr val="ED7952"/>
              </a:gs>
              <a:gs pos="6000">
                <a:srgbClr val="5410B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FF81B9-56FB-6F65-2022-9307430E850D}"/>
              </a:ext>
            </a:extLst>
          </p:cNvPr>
          <p:cNvCxnSpPr/>
          <p:nvPr userDrawn="1"/>
        </p:nvCxnSpPr>
        <p:spPr>
          <a:xfrm>
            <a:off x="0" y="6489700"/>
            <a:ext cx="12192000" cy="0"/>
          </a:xfrm>
          <a:prstGeom prst="line">
            <a:avLst/>
          </a:prstGeom>
          <a:ln w="25400">
            <a:solidFill>
              <a:srgbClr val="5410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19419C-A108-EB46-1DA8-4A96C5CF0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19" y="6541058"/>
            <a:ext cx="1355351" cy="2575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33BDF6-E95B-A824-2CE8-05503F8910BA}"/>
              </a:ext>
            </a:extLst>
          </p:cNvPr>
          <p:cNvSpPr txBox="1"/>
          <p:nvPr userDrawn="1"/>
        </p:nvSpPr>
        <p:spPr>
          <a:xfrm>
            <a:off x="4868175" y="6550740"/>
            <a:ext cx="18053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Sigmasoft</a:t>
            </a: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Nvidia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34573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107F-AB5A-0B3D-27A0-471E1551B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64E5F-731E-D065-6800-5EE5341CD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0655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07953-9EC6-499C-FC4E-E166E8C9FC0F}"/>
              </a:ext>
            </a:extLst>
          </p:cNvPr>
          <p:cNvSpPr/>
          <p:nvPr userDrawn="1"/>
        </p:nvSpPr>
        <p:spPr>
          <a:xfrm>
            <a:off x="0" y="6489700"/>
            <a:ext cx="12192000" cy="368300"/>
          </a:xfrm>
          <a:prstGeom prst="rect">
            <a:avLst/>
          </a:prstGeom>
          <a:gradFill flip="none" rotWithShape="1">
            <a:gsLst>
              <a:gs pos="100000">
                <a:srgbClr val="F75441"/>
              </a:gs>
              <a:gs pos="81000">
                <a:srgbClr val="ED7952"/>
              </a:gs>
              <a:gs pos="6000">
                <a:srgbClr val="5410B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FF81B9-56FB-6F65-2022-9307430E850D}"/>
              </a:ext>
            </a:extLst>
          </p:cNvPr>
          <p:cNvCxnSpPr/>
          <p:nvPr userDrawn="1"/>
        </p:nvCxnSpPr>
        <p:spPr>
          <a:xfrm>
            <a:off x="0" y="6489700"/>
            <a:ext cx="12192000" cy="0"/>
          </a:xfrm>
          <a:prstGeom prst="line">
            <a:avLst/>
          </a:prstGeom>
          <a:ln w="25400">
            <a:solidFill>
              <a:srgbClr val="5410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19419C-A108-EB46-1DA8-4A96C5CF0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19" y="6541058"/>
            <a:ext cx="1355351" cy="2575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33BDF6-E95B-A824-2CE8-05503F8910BA}"/>
              </a:ext>
            </a:extLst>
          </p:cNvPr>
          <p:cNvSpPr txBox="1"/>
          <p:nvPr userDrawn="1"/>
        </p:nvSpPr>
        <p:spPr>
          <a:xfrm>
            <a:off x="4868175" y="6550740"/>
            <a:ext cx="18053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Sigmasoft</a:t>
            </a: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Nvidia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5203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-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07953-9EC6-499C-FC4E-E166E8C9FC0F}"/>
              </a:ext>
            </a:extLst>
          </p:cNvPr>
          <p:cNvSpPr/>
          <p:nvPr userDrawn="1"/>
        </p:nvSpPr>
        <p:spPr>
          <a:xfrm>
            <a:off x="1" y="6481092"/>
            <a:ext cx="12192000" cy="376908"/>
          </a:xfrm>
          <a:prstGeom prst="rect">
            <a:avLst/>
          </a:prstGeom>
          <a:gradFill flip="none" rotWithShape="1">
            <a:gsLst>
              <a:gs pos="100000">
                <a:srgbClr val="F75441"/>
              </a:gs>
              <a:gs pos="81000">
                <a:srgbClr val="ED7952"/>
              </a:gs>
              <a:gs pos="6000">
                <a:srgbClr val="5410B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9419C-A108-EB46-1DA8-4A96C5CF0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7" y="6554239"/>
            <a:ext cx="1355351" cy="257517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2B3335-7443-2E83-73AC-218D66A2FC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320" y="139545"/>
            <a:ext cx="5486400" cy="43088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>
              <a:defRPr lang="en-US" sz="2800" b="1" kern="1200" dirty="0">
                <a:solidFill>
                  <a:srgbClr val="5410B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Enter Header Here…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0F1842-E6E8-1CFE-7B01-07E62A7C13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321" y="640080"/>
            <a:ext cx="5029200" cy="211574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>
              <a:defRPr lang="en-US" sz="12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Enter Punch Line Here…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FB43E-BE62-B5C3-FF18-99B3304B3EA9}"/>
              </a:ext>
            </a:extLst>
          </p:cNvPr>
          <p:cNvSpPr txBox="1"/>
          <p:nvPr userDrawn="1"/>
        </p:nvSpPr>
        <p:spPr>
          <a:xfrm>
            <a:off x="4868175" y="6550740"/>
            <a:ext cx="18053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Sigmasoft</a:t>
            </a: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Nvidia Confidential</a:t>
            </a:r>
          </a:p>
        </p:txBody>
      </p:sp>
    </p:spTree>
    <p:extLst>
      <p:ext uri="{BB962C8B-B14F-4D97-AF65-F5344CB8AC3E}">
        <p14:creationId xmlns:p14="http://schemas.microsoft.com/office/powerpoint/2010/main" val="84226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AND CONTENTS LAYOUT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5591176" y="1"/>
            <a:ext cx="6605602" cy="6866390"/>
          </a:xfrm>
          <a:custGeom>
            <a:avLst/>
            <a:gdLst>
              <a:gd name="connsiteX0" fmla="*/ 0 w 4427984"/>
              <a:gd name="connsiteY0" fmla="*/ 0 h 6866389"/>
              <a:gd name="connsiteX1" fmla="*/ 4427984 w 4427984"/>
              <a:gd name="connsiteY1" fmla="*/ 0 h 6866389"/>
              <a:gd name="connsiteX2" fmla="*/ 4427984 w 4427984"/>
              <a:gd name="connsiteY2" fmla="*/ 6866389 h 6866389"/>
              <a:gd name="connsiteX3" fmla="*/ 0 w 4427984"/>
              <a:gd name="connsiteY3" fmla="*/ 6866389 h 6866389"/>
              <a:gd name="connsiteX4" fmla="*/ 0 w 4427984"/>
              <a:gd name="connsiteY4" fmla="*/ 0 h 6866389"/>
              <a:gd name="connsiteX0" fmla="*/ 595618 w 4427984"/>
              <a:gd name="connsiteY0" fmla="*/ 0 h 6883167"/>
              <a:gd name="connsiteX1" fmla="*/ 4427984 w 4427984"/>
              <a:gd name="connsiteY1" fmla="*/ 16778 h 6883167"/>
              <a:gd name="connsiteX2" fmla="*/ 4427984 w 4427984"/>
              <a:gd name="connsiteY2" fmla="*/ 6883167 h 6883167"/>
              <a:gd name="connsiteX3" fmla="*/ 0 w 4427984"/>
              <a:gd name="connsiteY3" fmla="*/ 6883167 h 6883167"/>
              <a:gd name="connsiteX4" fmla="*/ 595618 w 4427984"/>
              <a:gd name="connsiteY4" fmla="*/ 0 h 6883167"/>
              <a:gd name="connsiteX0" fmla="*/ 1258348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258348 w 5090714"/>
              <a:gd name="connsiteY4" fmla="*/ 0 h 6883167"/>
              <a:gd name="connsiteX0" fmla="*/ 1493240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493240 w 5090714"/>
              <a:gd name="connsiteY4" fmla="*/ 0 h 6883167"/>
              <a:gd name="connsiteX0" fmla="*/ 1459684 w 5090714"/>
              <a:gd name="connsiteY0" fmla="*/ 0 h 6866389"/>
              <a:gd name="connsiteX1" fmla="*/ 5090714 w 5090714"/>
              <a:gd name="connsiteY1" fmla="*/ 0 h 6866389"/>
              <a:gd name="connsiteX2" fmla="*/ 5090714 w 5090714"/>
              <a:gd name="connsiteY2" fmla="*/ 6866389 h 6866389"/>
              <a:gd name="connsiteX3" fmla="*/ 0 w 5090714"/>
              <a:gd name="connsiteY3" fmla="*/ 6858001 h 6866389"/>
              <a:gd name="connsiteX4" fmla="*/ 1459684 w 5090714"/>
              <a:gd name="connsiteY4" fmla="*/ 0 h 6866389"/>
              <a:gd name="connsiteX0" fmla="*/ 1711354 w 5090714"/>
              <a:gd name="connsiteY0" fmla="*/ 0 h 6874778"/>
              <a:gd name="connsiteX1" fmla="*/ 5090714 w 5090714"/>
              <a:gd name="connsiteY1" fmla="*/ 8389 h 6874778"/>
              <a:gd name="connsiteX2" fmla="*/ 5090714 w 5090714"/>
              <a:gd name="connsiteY2" fmla="*/ 6874778 h 6874778"/>
              <a:gd name="connsiteX3" fmla="*/ 0 w 5090714"/>
              <a:gd name="connsiteY3" fmla="*/ 6866390 h 6874778"/>
              <a:gd name="connsiteX4" fmla="*/ 1711354 w 5090714"/>
              <a:gd name="connsiteY4" fmla="*/ 0 h 6874778"/>
              <a:gd name="connsiteX0" fmla="*/ 1937857 w 5317217"/>
              <a:gd name="connsiteY0" fmla="*/ 0 h 6874779"/>
              <a:gd name="connsiteX1" fmla="*/ 5317217 w 5317217"/>
              <a:gd name="connsiteY1" fmla="*/ 8389 h 6874779"/>
              <a:gd name="connsiteX2" fmla="*/ 5317217 w 5317217"/>
              <a:gd name="connsiteY2" fmla="*/ 6874778 h 6874779"/>
              <a:gd name="connsiteX3" fmla="*/ 0 w 5317217"/>
              <a:gd name="connsiteY3" fmla="*/ 6874779 h 6874779"/>
              <a:gd name="connsiteX4" fmla="*/ 1937857 w 5317217"/>
              <a:gd name="connsiteY4" fmla="*/ 0 h 6874779"/>
              <a:gd name="connsiteX0" fmla="*/ 1280632 w 5317217"/>
              <a:gd name="connsiteY0" fmla="*/ 10661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0661 h 6866390"/>
              <a:gd name="connsiteX0" fmla="*/ 1280632 w 5317217"/>
              <a:gd name="connsiteY0" fmla="*/ 1136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136 h 6866390"/>
              <a:gd name="connsiteX0" fmla="*/ 1413982 w 5450567"/>
              <a:gd name="connsiteY0" fmla="*/ 1136 h 6866390"/>
              <a:gd name="connsiteX1" fmla="*/ 5450567 w 5450567"/>
              <a:gd name="connsiteY1" fmla="*/ 0 h 6866390"/>
              <a:gd name="connsiteX2" fmla="*/ 5450567 w 5450567"/>
              <a:gd name="connsiteY2" fmla="*/ 6866389 h 6866390"/>
              <a:gd name="connsiteX3" fmla="*/ 0 w 5450567"/>
              <a:gd name="connsiteY3" fmla="*/ 6866390 h 6866390"/>
              <a:gd name="connsiteX4" fmla="*/ 1413982 w 5450567"/>
              <a:gd name="connsiteY4" fmla="*/ 1136 h 6866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0567" h="6866390">
                <a:moveTo>
                  <a:pt x="1413982" y="1136"/>
                </a:moveTo>
                <a:lnTo>
                  <a:pt x="5450567" y="0"/>
                </a:lnTo>
                <a:lnTo>
                  <a:pt x="5450567" y="6866389"/>
                </a:lnTo>
                <a:lnTo>
                  <a:pt x="0" y="6866390"/>
                </a:lnTo>
                <a:lnTo>
                  <a:pt x="1413982" y="11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9419C-A108-EB46-1DA8-4A96C5CF0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19" y="6541058"/>
            <a:ext cx="1355351" cy="2575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1CE6AD-1AA6-B2AC-CB20-B5DAD04A24F1}"/>
              </a:ext>
            </a:extLst>
          </p:cNvPr>
          <p:cNvSpPr/>
          <p:nvPr userDrawn="1"/>
        </p:nvSpPr>
        <p:spPr>
          <a:xfrm>
            <a:off x="0" y="6485666"/>
            <a:ext cx="12192000" cy="368300"/>
          </a:xfrm>
          <a:prstGeom prst="rect">
            <a:avLst/>
          </a:prstGeom>
          <a:gradFill flip="none" rotWithShape="1">
            <a:gsLst>
              <a:gs pos="100000">
                <a:srgbClr val="F75441"/>
              </a:gs>
              <a:gs pos="81000">
                <a:srgbClr val="ED7952"/>
              </a:gs>
              <a:gs pos="6000">
                <a:srgbClr val="5410B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B936BB-41A4-58D5-0B93-9FDB3D2E1A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19" y="6550386"/>
            <a:ext cx="1355351" cy="2575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720A11-3167-B93E-8342-1CA49B306D74}"/>
              </a:ext>
            </a:extLst>
          </p:cNvPr>
          <p:cNvSpPr txBox="1"/>
          <p:nvPr userDrawn="1"/>
        </p:nvSpPr>
        <p:spPr>
          <a:xfrm>
            <a:off x="4868175" y="6550740"/>
            <a:ext cx="18053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Sigmasoft</a:t>
            </a:r>
            <a:r>
              <a:rPr lang="en-US"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Nvidia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08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5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ags" Target="../tags/tag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/>
        </p:nvSpPr>
        <p:spPr>
          <a:xfrm>
            <a:off x="11751670" y="6650661"/>
            <a:ext cx="176330" cy="123111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/>
        </p:nvSpPr>
        <p:spPr>
          <a:xfrm>
            <a:off x="9017223" y="6650661"/>
            <a:ext cx="2664297" cy="1231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© Sigmasoft 2022. All rights reserved. </a:t>
            </a:r>
            <a:r>
              <a:rPr lang="en-US">
                <a:solidFill>
                  <a:schemeClr val="accent2"/>
                </a:solidFill>
              </a:rPr>
              <a:t>|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227348" y="1815352"/>
            <a:ext cx="11700000" cy="44662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550200" y="0"/>
            <a:ext cx="11091600" cy="1104900"/>
          </a:xfrm>
          <a:prstGeom prst="rect">
            <a:avLst/>
          </a:prstGeom>
        </p:spPr>
        <p:txBody>
          <a:bodyPr vert="horz" lIns="0" tIns="21600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</a:t>
            </a:r>
            <a:r>
              <a:rPr lang="fr-FR" err="1"/>
              <a:t>title</a:t>
            </a:r>
            <a:endParaRPr lang="en-US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31F4250-75BE-456B-A9D8-680BA4145249}"/>
              </a:ext>
            </a:extLst>
          </p:cNvPr>
          <p:cNvGrpSpPr/>
          <p:nvPr/>
        </p:nvGrpSpPr>
        <p:grpSpPr>
          <a:xfrm>
            <a:off x="12355040" y="33161"/>
            <a:ext cx="360000" cy="1800000"/>
            <a:chOff x="12355040" y="33161"/>
            <a:chExt cx="360000" cy="180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1244FD-1856-4971-9A73-AD6DF3F42A90}"/>
                </a:ext>
              </a:extLst>
            </p:cNvPr>
            <p:cNvSpPr/>
            <p:nvPr/>
          </p:nvSpPr>
          <p:spPr>
            <a:xfrm>
              <a:off x="12355040" y="33161"/>
              <a:ext cx="360000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B40C78-6F20-4C95-AB26-B29FEC0FF747}"/>
                </a:ext>
              </a:extLst>
            </p:cNvPr>
            <p:cNvSpPr/>
            <p:nvPr/>
          </p:nvSpPr>
          <p:spPr>
            <a:xfrm>
              <a:off x="12355040" y="393161"/>
              <a:ext cx="360000" cy="3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ED4E7D-39CE-49AE-9D4C-16EA940CBE5F}"/>
                </a:ext>
              </a:extLst>
            </p:cNvPr>
            <p:cNvSpPr/>
            <p:nvPr/>
          </p:nvSpPr>
          <p:spPr>
            <a:xfrm>
              <a:off x="12355040" y="753161"/>
              <a:ext cx="360000" cy="36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2DC803-B0F7-4D0E-81CA-9DDCB14FA42C}"/>
                </a:ext>
              </a:extLst>
            </p:cNvPr>
            <p:cNvSpPr/>
            <p:nvPr/>
          </p:nvSpPr>
          <p:spPr>
            <a:xfrm>
              <a:off x="12355040" y="1113161"/>
              <a:ext cx="360000" cy="3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C5671A-353B-4887-BEEF-56CEFAE8D83D}"/>
                </a:ext>
              </a:extLst>
            </p:cNvPr>
            <p:cNvSpPr/>
            <p:nvPr/>
          </p:nvSpPr>
          <p:spPr>
            <a:xfrm>
              <a:off x="12355040" y="1473161"/>
              <a:ext cx="360000" cy="36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CC6ACEFF-8651-4C08-BAF6-3BFAE6473DAF}"/>
              </a:ext>
            </a:extLst>
          </p:cNvPr>
          <p:cNvGrpSpPr/>
          <p:nvPr/>
        </p:nvGrpSpPr>
        <p:grpSpPr>
          <a:xfrm>
            <a:off x="12355040" y="1954479"/>
            <a:ext cx="360000" cy="4875772"/>
            <a:chOff x="12355040" y="1954479"/>
            <a:chExt cx="360000" cy="487577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7E2B2B-AB85-4173-AB1F-61084925AA83}"/>
                </a:ext>
              </a:extLst>
            </p:cNvPr>
            <p:cNvSpPr/>
            <p:nvPr/>
          </p:nvSpPr>
          <p:spPr>
            <a:xfrm>
              <a:off x="12355040" y="1954479"/>
              <a:ext cx="360000" cy="360000"/>
            </a:xfrm>
            <a:prstGeom prst="rect">
              <a:avLst/>
            </a:prstGeom>
            <a:solidFill>
              <a:srgbClr val="80B8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58738"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DEBD8A-CA0B-4D62-9426-DFB2D4742184}"/>
                </a:ext>
              </a:extLst>
            </p:cNvPr>
            <p:cNvSpPr/>
            <p:nvPr/>
          </p:nvSpPr>
          <p:spPr>
            <a:xfrm>
              <a:off x="12355040" y="2301846"/>
              <a:ext cx="360000" cy="360000"/>
            </a:xfrm>
            <a:prstGeom prst="rect">
              <a:avLst/>
            </a:prstGeom>
            <a:solidFill>
              <a:srgbClr val="88D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58738"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5515214-3AFD-4A2B-95C5-2FDFF59A1BE2}"/>
                </a:ext>
              </a:extLst>
            </p:cNvPr>
            <p:cNvSpPr/>
            <p:nvPr/>
          </p:nvSpPr>
          <p:spPr>
            <a:xfrm>
              <a:off x="12355040" y="5080782"/>
              <a:ext cx="360000" cy="360000"/>
            </a:xfrm>
            <a:prstGeom prst="rect">
              <a:avLst/>
            </a:prstGeom>
            <a:solidFill>
              <a:srgbClr val="6D64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674829A-E5EF-4140-B9ED-AC7745AB028D}"/>
                </a:ext>
              </a:extLst>
            </p:cNvPr>
            <p:cNvSpPr/>
            <p:nvPr/>
          </p:nvSpPr>
          <p:spPr>
            <a:xfrm>
              <a:off x="12355040" y="6470251"/>
              <a:ext cx="360000" cy="360000"/>
            </a:xfrm>
            <a:prstGeom prst="rect">
              <a:avLst/>
            </a:prstGeom>
            <a:solidFill>
              <a:srgbClr val="FF6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9B3FCE-0262-45FE-BE39-9459C5BC7FEE}"/>
                </a:ext>
              </a:extLst>
            </p:cNvPr>
            <p:cNvSpPr/>
            <p:nvPr/>
          </p:nvSpPr>
          <p:spPr>
            <a:xfrm>
              <a:off x="12355040" y="4038681"/>
              <a:ext cx="360000" cy="360000"/>
            </a:xfrm>
            <a:prstGeom prst="rect">
              <a:avLst/>
            </a:prstGeom>
            <a:solidFill>
              <a:srgbClr val="C8FF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D692DE-D6DE-4022-9F2F-5F8C1403E4D0}"/>
                </a:ext>
              </a:extLst>
            </p:cNvPr>
            <p:cNvSpPr/>
            <p:nvPr/>
          </p:nvSpPr>
          <p:spPr>
            <a:xfrm>
              <a:off x="12355040" y="4733415"/>
              <a:ext cx="360000" cy="360000"/>
            </a:xfrm>
            <a:prstGeom prst="rect">
              <a:avLst/>
            </a:prstGeom>
            <a:solidFill>
              <a:srgbClr val="7E39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EEF2F0-E01D-4851-96E7-30214EC78A3B}"/>
                </a:ext>
              </a:extLst>
            </p:cNvPr>
            <p:cNvSpPr/>
            <p:nvPr/>
          </p:nvSpPr>
          <p:spPr>
            <a:xfrm>
              <a:off x="12355040" y="3691314"/>
              <a:ext cx="360000" cy="360000"/>
            </a:xfrm>
            <a:prstGeom prst="rect">
              <a:avLst/>
            </a:prstGeom>
            <a:solidFill>
              <a:srgbClr val="00C3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68B1DDD-74B0-4453-A996-5BA8693FF545}"/>
                </a:ext>
              </a:extLst>
            </p:cNvPr>
            <p:cNvSpPr/>
            <p:nvPr/>
          </p:nvSpPr>
          <p:spPr>
            <a:xfrm>
              <a:off x="12355040" y="2649213"/>
              <a:ext cx="360000" cy="360000"/>
            </a:xfrm>
            <a:prstGeom prst="rect">
              <a:avLst/>
            </a:prstGeom>
            <a:solidFill>
              <a:srgbClr val="1563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809D5E9-1B2A-4D30-A4DD-47B7C9BBCEDC}"/>
                </a:ext>
              </a:extLst>
            </p:cNvPr>
            <p:cNvSpPr/>
            <p:nvPr/>
          </p:nvSpPr>
          <p:spPr>
            <a:xfrm>
              <a:off x="12355040" y="2996580"/>
              <a:ext cx="360000" cy="360000"/>
            </a:xfrm>
            <a:prstGeom prst="rect">
              <a:avLst/>
            </a:prstGeom>
            <a:solidFill>
              <a:srgbClr val="0F99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5FF3A0-94CA-40BA-AF81-B777FF5FD489}"/>
                </a:ext>
              </a:extLst>
            </p:cNvPr>
            <p:cNvSpPr/>
            <p:nvPr/>
          </p:nvSpPr>
          <p:spPr>
            <a:xfrm>
              <a:off x="12355040" y="3343947"/>
              <a:ext cx="360000" cy="360000"/>
            </a:xfrm>
            <a:prstGeom prst="rect">
              <a:avLst/>
            </a:prstGeom>
            <a:solidFill>
              <a:srgbClr val="01D1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83F12C-5135-43B7-B1D8-A0A72DB85AED}"/>
                </a:ext>
              </a:extLst>
            </p:cNvPr>
            <p:cNvSpPr/>
            <p:nvPr/>
          </p:nvSpPr>
          <p:spPr>
            <a:xfrm>
              <a:off x="12355040" y="6122883"/>
              <a:ext cx="360000" cy="360000"/>
            </a:xfrm>
            <a:prstGeom prst="rect">
              <a:avLst/>
            </a:prstGeom>
            <a:solidFill>
              <a:srgbClr val="FF7E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6CA1CF-2C4A-42DA-94F5-CB5E5B47F24B}"/>
                </a:ext>
              </a:extLst>
            </p:cNvPr>
            <p:cNvSpPr/>
            <p:nvPr/>
          </p:nvSpPr>
          <p:spPr>
            <a:xfrm>
              <a:off x="12355040" y="5775516"/>
              <a:ext cx="360000" cy="360000"/>
            </a:xfrm>
            <a:prstGeom prst="rect">
              <a:avLst/>
            </a:prstGeom>
            <a:solidFill>
              <a:srgbClr val="CB29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F07AFA-8569-4B3B-854A-60B26629D96D}"/>
                </a:ext>
              </a:extLst>
            </p:cNvPr>
            <p:cNvSpPr/>
            <p:nvPr/>
          </p:nvSpPr>
          <p:spPr>
            <a:xfrm>
              <a:off x="12355040" y="5428149"/>
              <a:ext cx="360000" cy="360000"/>
            </a:xfrm>
            <a:prstGeom prst="rect">
              <a:avLst/>
            </a:prstGeom>
            <a:solidFill>
              <a:srgbClr val="860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03554C-8B73-4C9A-AFFF-55D6E47A0E76}"/>
                </a:ext>
              </a:extLst>
            </p:cNvPr>
            <p:cNvSpPr/>
            <p:nvPr/>
          </p:nvSpPr>
          <p:spPr>
            <a:xfrm>
              <a:off x="12355040" y="4386048"/>
              <a:ext cx="360000" cy="360000"/>
            </a:xfrm>
            <a:prstGeom prst="rect">
              <a:avLst/>
            </a:prstGeom>
            <a:solidFill>
              <a:srgbClr val="4701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F64704BB-962E-4964-B0D8-CD578F687203}"/>
              </a:ext>
            </a:extLst>
          </p:cNvPr>
          <p:cNvSpPr/>
          <p:nvPr/>
        </p:nvSpPr>
        <p:spPr>
          <a:xfrm>
            <a:off x="-460118" y="14517"/>
            <a:ext cx="327273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735DCA-C592-482D-BD4A-B3C7D355C399}"/>
              </a:ext>
            </a:extLst>
          </p:cNvPr>
          <p:cNvSpPr/>
          <p:nvPr/>
        </p:nvSpPr>
        <p:spPr>
          <a:xfrm>
            <a:off x="-460118" y="372450"/>
            <a:ext cx="327273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91A13C-025B-4DBD-9298-45A58DD0087E}"/>
              </a:ext>
            </a:extLst>
          </p:cNvPr>
          <p:cNvSpPr/>
          <p:nvPr/>
        </p:nvSpPr>
        <p:spPr>
          <a:xfrm>
            <a:off x="-460118" y="1441416"/>
            <a:ext cx="327273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47F9D0-2CAB-4DE9-95B6-F63C374FE6A3}"/>
              </a:ext>
            </a:extLst>
          </p:cNvPr>
          <p:cNvSpPr/>
          <p:nvPr/>
        </p:nvSpPr>
        <p:spPr>
          <a:xfrm>
            <a:off x="-460118" y="1084800"/>
            <a:ext cx="327273" cy="360000"/>
          </a:xfrm>
          <a:prstGeom prst="rect">
            <a:avLst/>
          </a:prstGeom>
          <a:solidFill>
            <a:srgbClr val="860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3B74E6-3984-473E-ABC0-83DA65DAB9D9}"/>
              </a:ext>
            </a:extLst>
          </p:cNvPr>
          <p:cNvSpPr/>
          <p:nvPr/>
        </p:nvSpPr>
        <p:spPr>
          <a:xfrm>
            <a:off x="-456888" y="728184"/>
            <a:ext cx="324196" cy="3566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FA52A-5C9D-32BC-BB1D-3C7A950929A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6" y="6482882"/>
            <a:ext cx="2125517" cy="29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6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99" r:id="rId2"/>
  </p:sldLayoutIdLst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200" normalizeH="0" baseline="0" noProof="0" dirty="0">
          <a:ln>
            <a:noFill/>
          </a:ln>
          <a:solidFill>
            <a:schemeClr val="tx2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778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444500" indent="-177800" algn="l" defTabSz="914400" rtl="0" eaLnBrk="1" latinLnBrk="0" hangingPunct="1">
        <a:lnSpc>
          <a:spcPct val="10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2300" indent="-177800" algn="l" defTabSz="914400" rtl="0" eaLnBrk="1" latinLnBrk="0" hangingPunct="1">
        <a:lnSpc>
          <a:spcPct val="100000"/>
        </a:lnSpc>
        <a:spcBef>
          <a:spcPts val="600"/>
        </a:spcBef>
        <a:buClr>
          <a:schemeClr val="accent3"/>
        </a:buClr>
        <a:buFont typeface="Verdana" panose="020B0604030504040204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12800" indent="-190500" algn="l" defTabSz="914400" rtl="0" eaLnBrk="1" latinLnBrk="0" hangingPunct="1">
        <a:lnSpc>
          <a:spcPct val="10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506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143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/>
        </p:nvSpPr>
        <p:spPr>
          <a:xfrm>
            <a:off x="11751670" y="6650661"/>
            <a:ext cx="176330" cy="123111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/>
        </p:nvSpPr>
        <p:spPr>
          <a:xfrm>
            <a:off x="9017223" y="6650661"/>
            <a:ext cx="2664297" cy="1231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© Sigmasoft 2022. All rights reserved. </a:t>
            </a:r>
            <a:r>
              <a:rPr lang="en-US">
                <a:solidFill>
                  <a:schemeClr val="accent2"/>
                </a:solidFill>
              </a:rPr>
              <a:t>|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227348" y="1815352"/>
            <a:ext cx="11700000" cy="44662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550200" y="0"/>
            <a:ext cx="11091600" cy="1104900"/>
          </a:xfrm>
          <a:prstGeom prst="rect">
            <a:avLst/>
          </a:prstGeom>
        </p:spPr>
        <p:txBody>
          <a:bodyPr vert="horz" lIns="0" tIns="21600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</a:t>
            </a:r>
            <a:r>
              <a:rPr lang="fr-FR" err="1"/>
              <a:t>title</a:t>
            </a:r>
            <a:endParaRPr lang="en-US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31F4250-75BE-456B-A9D8-680BA4145249}"/>
              </a:ext>
            </a:extLst>
          </p:cNvPr>
          <p:cNvGrpSpPr/>
          <p:nvPr/>
        </p:nvGrpSpPr>
        <p:grpSpPr>
          <a:xfrm>
            <a:off x="12355040" y="33161"/>
            <a:ext cx="360000" cy="1800000"/>
            <a:chOff x="12355040" y="33161"/>
            <a:chExt cx="360000" cy="180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1244FD-1856-4971-9A73-AD6DF3F42A90}"/>
                </a:ext>
              </a:extLst>
            </p:cNvPr>
            <p:cNvSpPr/>
            <p:nvPr/>
          </p:nvSpPr>
          <p:spPr>
            <a:xfrm>
              <a:off x="12355040" y="33161"/>
              <a:ext cx="360000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B40C78-6F20-4C95-AB26-B29FEC0FF747}"/>
                </a:ext>
              </a:extLst>
            </p:cNvPr>
            <p:cNvSpPr/>
            <p:nvPr/>
          </p:nvSpPr>
          <p:spPr>
            <a:xfrm>
              <a:off x="12355040" y="393161"/>
              <a:ext cx="360000" cy="3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ED4E7D-39CE-49AE-9D4C-16EA940CBE5F}"/>
                </a:ext>
              </a:extLst>
            </p:cNvPr>
            <p:cNvSpPr/>
            <p:nvPr/>
          </p:nvSpPr>
          <p:spPr>
            <a:xfrm>
              <a:off x="12355040" y="753161"/>
              <a:ext cx="360000" cy="36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92DC803-B0F7-4D0E-81CA-9DDCB14FA42C}"/>
                </a:ext>
              </a:extLst>
            </p:cNvPr>
            <p:cNvSpPr/>
            <p:nvPr/>
          </p:nvSpPr>
          <p:spPr>
            <a:xfrm>
              <a:off x="12355040" y="1113161"/>
              <a:ext cx="360000" cy="3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C5671A-353B-4887-BEEF-56CEFAE8D83D}"/>
                </a:ext>
              </a:extLst>
            </p:cNvPr>
            <p:cNvSpPr/>
            <p:nvPr/>
          </p:nvSpPr>
          <p:spPr>
            <a:xfrm>
              <a:off x="12355040" y="1473161"/>
              <a:ext cx="360000" cy="36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CC6ACEFF-8651-4C08-BAF6-3BFAE6473DAF}"/>
              </a:ext>
            </a:extLst>
          </p:cNvPr>
          <p:cNvGrpSpPr/>
          <p:nvPr/>
        </p:nvGrpSpPr>
        <p:grpSpPr>
          <a:xfrm>
            <a:off x="12355040" y="1954479"/>
            <a:ext cx="360000" cy="4875772"/>
            <a:chOff x="12355040" y="1954479"/>
            <a:chExt cx="360000" cy="487577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7E2B2B-AB85-4173-AB1F-61084925AA83}"/>
                </a:ext>
              </a:extLst>
            </p:cNvPr>
            <p:cNvSpPr/>
            <p:nvPr/>
          </p:nvSpPr>
          <p:spPr>
            <a:xfrm>
              <a:off x="12355040" y="1954479"/>
              <a:ext cx="360000" cy="360000"/>
            </a:xfrm>
            <a:prstGeom prst="rect">
              <a:avLst/>
            </a:prstGeom>
            <a:solidFill>
              <a:srgbClr val="80B8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58738"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DEBD8A-CA0B-4D62-9426-DFB2D4742184}"/>
                </a:ext>
              </a:extLst>
            </p:cNvPr>
            <p:cNvSpPr/>
            <p:nvPr/>
          </p:nvSpPr>
          <p:spPr>
            <a:xfrm>
              <a:off x="12355040" y="2301846"/>
              <a:ext cx="360000" cy="360000"/>
            </a:xfrm>
            <a:prstGeom prst="rect">
              <a:avLst/>
            </a:prstGeom>
            <a:solidFill>
              <a:srgbClr val="88D5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58738"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5515214-3AFD-4A2B-95C5-2FDFF59A1BE2}"/>
                </a:ext>
              </a:extLst>
            </p:cNvPr>
            <p:cNvSpPr/>
            <p:nvPr/>
          </p:nvSpPr>
          <p:spPr>
            <a:xfrm>
              <a:off x="12355040" y="5080782"/>
              <a:ext cx="360000" cy="360000"/>
            </a:xfrm>
            <a:prstGeom prst="rect">
              <a:avLst/>
            </a:prstGeom>
            <a:solidFill>
              <a:srgbClr val="6D64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674829A-E5EF-4140-B9ED-AC7745AB028D}"/>
                </a:ext>
              </a:extLst>
            </p:cNvPr>
            <p:cNvSpPr/>
            <p:nvPr/>
          </p:nvSpPr>
          <p:spPr>
            <a:xfrm>
              <a:off x="12355040" y="6470251"/>
              <a:ext cx="360000" cy="360000"/>
            </a:xfrm>
            <a:prstGeom prst="rect">
              <a:avLst/>
            </a:prstGeom>
            <a:solidFill>
              <a:srgbClr val="FF6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9B3FCE-0262-45FE-BE39-9459C5BC7FEE}"/>
                </a:ext>
              </a:extLst>
            </p:cNvPr>
            <p:cNvSpPr/>
            <p:nvPr/>
          </p:nvSpPr>
          <p:spPr>
            <a:xfrm>
              <a:off x="12355040" y="4038681"/>
              <a:ext cx="360000" cy="360000"/>
            </a:xfrm>
            <a:prstGeom prst="rect">
              <a:avLst/>
            </a:prstGeom>
            <a:solidFill>
              <a:srgbClr val="C8FF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5D692DE-D6DE-4022-9F2F-5F8C1403E4D0}"/>
                </a:ext>
              </a:extLst>
            </p:cNvPr>
            <p:cNvSpPr/>
            <p:nvPr/>
          </p:nvSpPr>
          <p:spPr>
            <a:xfrm>
              <a:off x="12355040" y="4733415"/>
              <a:ext cx="360000" cy="360000"/>
            </a:xfrm>
            <a:prstGeom prst="rect">
              <a:avLst/>
            </a:prstGeom>
            <a:solidFill>
              <a:srgbClr val="7E39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EEF2F0-E01D-4851-96E7-30214EC78A3B}"/>
                </a:ext>
              </a:extLst>
            </p:cNvPr>
            <p:cNvSpPr/>
            <p:nvPr/>
          </p:nvSpPr>
          <p:spPr>
            <a:xfrm>
              <a:off x="12355040" y="3691314"/>
              <a:ext cx="360000" cy="360000"/>
            </a:xfrm>
            <a:prstGeom prst="rect">
              <a:avLst/>
            </a:prstGeom>
            <a:solidFill>
              <a:srgbClr val="00C3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68B1DDD-74B0-4453-A996-5BA8693FF545}"/>
                </a:ext>
              </a:extLst>
            </p:cNvPr>
            <p:cNvSpPr/>
            <p:nvPr/>
          </p:nvSpPr>
          <p:spPr>
            <a:xfrm>
              <a:off x="12355040" y="2649213"/>
              <a:ext cx="360000" cy="360000"/>
            </a:xfrm>
            <a:prstGeom prst="rect">
              <a:avLst/>
            </a:prstGeom>
            <a:solidFill>
              <a:srgbClr val="1563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809D5E9-1B2A-4D30-A4DD-47B7C9BBCEDC}"/>
                </a:ext>
              </a:extLst>
            </p:cNvPr>
            <p:cNvSpPr/>
            <p:nvPr/>
          </p:nvSpPr>
          <p:spPr>
            <a:xfrm>
              <a:off x="12355040" y="2996580"/>
              <a:ext cx="360000" cy="360000"/>
            </a:xfrm>
            <a:prstGeom prst="rect">
              <a:avLst/>
            </a:prstGeom>
            <a:solidFill>
              <a:srgbClr val="0F99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5FF3A0-94CA-40BA-AF81-B777FF5FD489}"/>
                </a:ext>
              </a:extLst>
            </p:cNvPr>
            <p:cNvSpPr/>
            <p:nvPr/>
          </p:nvSpPr>
          <p:spPr>
            <a:xfrm>
              <a:off x="12355040" y="3343947"/>
              <a:ext cx="360000" cy="360000"/>
            </a:xfrm>
            <a:prstGeom prst="rect">
              <a:avLst/>
            </a:prstGeom>
            <a:solidFill>
              <a:srgbClr val="01D1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83F12C-5135-43B7-B1D8-A0A72DB85AED}"/>
                </a:ext>
              </a:extLst>
            </p:cNvPr>
            <p:cNvSpPr/>
            <p:nvPr/>
          </p:nvSpPr>
          <p:spPr>
            <a:xfrm>
              <a:off x="12355040" y="6122883"/>
              <a:ext cx="360000" cy="360000"/>
            </a:xfrm>
            <a:prstGeom prst="rect">
              <a:avLst/>
            </a:prstGeom>
            <a:solidFill>
              <a:srgbClr val="FF7E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6CA1CF-2C4A-42DA-94F5-CB5E5B47F24B}"/>
                </a:ext>
              </a:extLst>
            </p:cNvPr>
            <p:cNvSpPr/>
            <p:nvPr/>
          </p:nvSpPr>
          <p:spPr>
            <a:xfrm>
              <a:off x="12355040" y="5775516"/>
              <a:ext cx="360000" cy="360000"/>
            </a:xfrm>
            <a:prstGeom prst="rect">
              <a:avLst/>
            </a:prstGeom>
            <a:solidFill>
              <a:srgbClr val="CB29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F07AFA-8569-4B3B-854A-60B26629D96D}"/>
                </a:ext>
              </a:extLst>
            </p:cNvPr>
            <p:cNvSpPr/>
            <p:nvPr/>
          </p:nvSpPr>
          <p:spPr>
            <a:xfrm>
              <a:off x="12355040" y="5428149"/>
              <a:ext cx="360000" cy="360000"/>
            </a:xfrm>
            <a:prstGeom prst="rect">
              <a:avLst/>
            </a:prstGeom>
            <a:solidFill>
              <a:srgbClr val="860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03554C-8B73-4C9A-AFFF-55D6E47A0E76}"/>
                </a:ext>
              </a:extLst>
            </p:cNvPr>
            <p:cNvSpPr/>
            <p:nvPr/>
          </p:nvSpPr>
          <p:spPr>
            <a:xfrm>
              <a:off x="12355040" y="4386048"/>
              <a:ext cx="360000" cy="360000"/>
            </a:xfrm>
            <a:prstGeom prst="rect">
              <a:avLst/>
            </a:prstGeom>
            <a:solidFill>
              <a:srgbClr val="4701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spcAft>
                  <a:spcPts val="300"/>
                </a:spcAft>
              </a:pPr>
              <a:endParaRPr lang="en-GB" sz="900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F64704BB-962E-4964-B0D8-CD578F687203}"/>
              </a:ext>
            </a:extLst>
          </p:cNvPr>
          <p:cNvSpPr/>
          <p:nvPr/>
        </p:nvSpPr>
        <p:spPr>
          <a:xfrm>
            <a:off x="-460118" y="14517"/>
            <a:ext cx="327273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735DCA-C592-482D-BD4A-B3C7D355C399}"/>
              </a:ext>
            </a:extLst>
          </p:cNvPr>
          <p:cNvSpPr/>
          <p:nvPr/>
        </p:nvSpPr>
        <p:spPr>
          <a:xfrm>
            <a:off x="-460118" y="372450"/>
            <a:ext cx="327273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91A13C-025B-4DBD-9298-45A58DD0087E}"/>
              </a:ext>
            </a:extLst>
          </p:cNvPr>
          <p:cNvSpPr/>
          <p:nvPr/>
        </p:nvSpPr>
        <p:spPr>
          <a:xfrm>
            <a:off x="-460118" y="1441416"/>
            <a:ext cx="327273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47F9D0-2CAB-4DE9-95B6-F63C374FE6A3}"/>
              </a:ext>
            </a:extLst>
          </p:cNvPr>
          <p:cNvSpPr/>
          <p:nvPr/>
        </p:nvSpPr>
        <p:spPr>
          <a:xfrm>
            <a:off x="-460118" y="1084800"/>
            <a:ext cx="327273" cy="360000"/>
          </a:xfrm>
          <a:prstGeom prst="rect">
            <a:avLst/>
          </a:prstGeom>
          <a:solidFill>
            <a:srgbClr val="860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300"/>
              </a:spcAft>
            </a:pPr>
            <a:endParaRPr lang="en-GB" sz="9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3B74E6-3984-473E-ABC0-83DA65DAB9D9}"/>
              </a:ext>
            </a:extLst>
          </p:cNvPr>
          <p:cNvSpPr/>
          <p:nvPr/>
        </p:nvSpPr>
        <p:spPr>
          <a:xfrm>
            <a:off x="-456888" y="728184"/>
            <a:ext cx="324196" cy="3566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FA52A-5C9D-32BC-BB1D-3C7A950929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6" y="6482882"/>
            <a:ext cx="2125517" cy="29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0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9" r:id="rId4"/>
  </p:sldLayoutIdLst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200" normalizeH="0" baseline="0" noProof="0" dirty="0">
          <a:ln>
            <a:noFill/>
          </a:ln>
          <a:solidFill>
            <a:schemeClr val="tx2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778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444500" indent="-177800" algn="l" defTabSz="914400" rtl="0" eaLnBrk="1" latinLnBrk="0" hangingPunct="1">
        <a:lnSpc>
          <a:spcPct val="10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2300" indent="-177800" algn="l" defTabSz="914400" rtl="0" eaLnBrk="1" latinLnBrk="0" hangingPunct="1">
        <a:lnSpc>
          <a:spcPct val="100000"/>
        </a:lnSpc>
        <a:spcBef>
          <a:spcPts val="600"/>
        </a:spcBef>
        <a:buClr>
          <a:schemeClr val="accent3"/>
        </a:buClr>
        <a:buFont typeface="Verdana" panose="020B0604030504040204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12800" indent="-190500" algn="l" defTabSz="914400" rtl="0" eaLnBrk="1" latinLnBrk="0" hangingPunct="1">
        <a:lnSpc>
          <a:spcPct val="100000"/>
        </a:lnSpc>
        <a:spcBef>
          <a:spcPts val="6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506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143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lickr.com/photos/124247024@N07/13903385550" TargetMode="External"/><Relationship Id="rId7" Type="http://schemas.openxmlformats.org/officeDocument/2006/relationships/image" Target="../media/image1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6AF7A-7CD9-5F27-9980-39CC88DF8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93B55FA3-F3D1-9EF4-6C41-36DE2CAE69AF}"/>
              </a:ext>
            </a:extLst>
          </p:cNvPr>
          <p:cNvSpPr txBox="1"/>
          <p:nvPr/>
        </p:nvSpPr>
        <p:spPr>
          <a:xfrm>
            <a:off x="1715451" y="2243937"/>
            <a:ext cx="1012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5410B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ICBD – ABA Centre Finance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5DF8D6-08D3-11CA-0118-7E07AFC2C21C}"/>
              </a:ext>
            </a:extLst>
          </p:cNvPr>
          <p:cNvSpPr txBox="1"/>
          <p:nvPr/>
        </p:nvSpPr>
        <p:spPr>
          <a:xfrm>
            <a:off x="1715451" y="3475285"/>
            <a:ext cx="25735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27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February 2026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85A5D-EE29-FA44-B0C3-71E748057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662" y="3112990"/>
            <a:ext cx="1442368" cy="2470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4179D-C5F6-97D8-D3FC-442D866965D9}"/>
              </a:ext>
            </a:extLst>
          </p:cNvPr>
          <p:cNvSpPr txBox="1"/>
          <p:nvPr/>
        </p:nvSpPr>
        <p:spPr>
          <a:xfrm>
            <a:off x="1717151" y="3028890"/>
            <a:ext cx="1735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D97F18-F1D6-5676-E102-76E78CFBD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99945"/>
            <a:ext cx="12192000" cy="358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6EE0D8-84D9-7A67-EB4C-7BDB736F9C59}"/>
              </a:ext>
            </a:extLst>
          </p:cNvPr>
          <p:cNvSpPr txBox="1"/>
          <p:nvPr/>
        </p:nvSpPr>
        <p:spPr>
          <a:xfrm>
            <a:off x="5038872" y="6532465"/>
            <a:ext cx="2903312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2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Sigmasoft</a:t>
            </a:r>
            <a:r>
              <a:rPr lang="en-US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- ICBD Confidential</a:t>
            </a:r>
            <a:endParaRPr lang="en-US" sz="1200">
              <a:solidFill>
                <a:schemeClr val="bg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93955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68E5-0D29-4448-4946-DC651CFE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B9E9AFA-4521-838E-2D24-022D28B9F9C0}"/>
              </a:ext>
            </a:extLst>
          </p:cNvPr>
          <p:cNvSpPr/>
          <p:nvPr/>
        </p:nvSpPr>
        <p:spPr>
          <a:xfrm>
            <a:off x="76795" y="187182"/>
            <a:ext cx="82584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5410B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7E4E2F-EC58-C401-32B4-8971E2DCF734}"/>
              </a:ext>
            </a:extLst>
          </p:cNvPr>
          <p:cNvSpPr/>
          <p:nvPr/>
        </p:nvSpPr>
        <p:spPr>
          <a:xfrm>
            <a:off x="861302" y="1073555"/>
            <a:ext cx="4610911" cy="5003395"/>
          </a:xfrm>
          <a:prstGeom prst="roundRect">
            <a:avLst>
              <a:gd name="adj" fmla="val 4359"/>
            </a:avLst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BD9062-3B55-424C-1351-C4815AFBCA6B}"/>
              </a:ext>
            </a:extLst>
          </p:cNvPr>
          <p:cNvSpPr/>
          <p:nvPr/>
        </p:nvSpPr>
        <p:spPr>
          <a:xfrm>
            <a:off x="935242" y="1365653"/>
            <a:ext cx="2158494" cy="2436515"/>
          </a:xfrm>
          <a:prstGeom prst="roundRect">
            <a:avLst>
              <a:gd name="adj" fmla="val 4359"/>
            </a:avLst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16">
            <a:extLst>
              <a:ext uri="{FF2B5EF4-FFF2-40B4-BE49-F238E27FC236}">
                <a16:creationId xmlns:a16="http://schemas.microsoft.com/office/drawing/2014/main" id="{C3C2E3A6-D967-557F-69C0-8A0F2FBC8999}"/>
              </a:ext>
            </a:extLst>
          </p:cNvPr>
          <p:cNvSpPr txBox="1"/>
          <p:nvPr/>
        </p:nvSpPr>
        <p:spPr>
          <a:xfrm>
            <a:off x="1354230" y="1111691"/>
            <a:ext cx="1772572" cy="205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4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ira Sans Medium"/>
              </a:rPr>
              <a:t>Data Visualization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24244E1-C26B-B20C-EDAB-6E6D5C4B5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78" y="1113556"/>
            <a:ext cx="225889" cy="225889"/>
          </a:xfrm>
          <a:prstGeom prst="rect">
            <a:avLst/>
          </a:prstGeom>
        </p:spPr>
      </p:pic>
      <p:sp>
        <p:nvSpPr>
          <p:cNvPr id="30" name="TextBox 16">
            <a:extLst>
              <a:ext uri="{FF2B5EF4-FFF2-40B4-BE49-F238E27FC236}">
                <a16:creationId xmlns:a16="http://schemas.microsoft.com/office/drawing/2014/main" id="{4B9DF71D-E9A1-8678-38DD-73D61E8F5AF2}"/>
              </a:ext>
            </a:extLst>
          </p:cNvPr>
          <p:cNvSpPr txBox="1"/>
          <p:nvPr/>
        </p:nvSpPr>
        <p:spPr>
          <a:xfrm>
            <a:off x="1029916" y="1378900"/>
            <a:ext cx="2049294" cy="205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40"/>
              </a:lnSpc>
              <a:spcBef>
                <a:spcPct val="0"/>
              </a:spcBef>
            </a:pPr>
            <a:endParaRPr lang="en-US" sz="1000" b="1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ira Sans Medium"/>
            </a:endParaRPr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87E1CAB4-8554-3075-715F-DA79D4102BC5}"/>
              </a:ext>
            </a:extLst>
          </p:cNvPr>
          <p:cNvSpPr/>
          <p:nvPr/>
        </p:nvSpPr>
        <p:spPr>
          <a:xfrm>
            <a:off x="928740" y="1358901"/>
            <a:ext cx="2172121" cy="304800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Statement</a:t>
            </a:r>
            <a:endParaRPr lang="en-IN" sz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982073-2499-FD94-4510-479BB79D7F5C}"/>
              </a:ext>
            </a:extLst>
          </p:cNvPr>
          <p:cNvGrpSpPr/>
          <p:nvPr/>
        </p:nvGrpSpPr>
        <p:grpSpPr>
          <a:xfrm>
            <a:off x="3226747" y="1358900"/>
            <a:ext cx="2172122" cy="2436515"/>
            <a:chOff x="2864797" y="1524001"/>
            <a:chExt cx="2172122" cy="2292484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2EC55E0-A3C3-2351-653D-F04C4712BC30}"/>
                </a:ext>
              </a:extLst>
            </p:cNvPr>
            <p:cNvSpPr/>
            <p:nvPr/>
          </p:nvSpPr>
          <p:spPr>
            <a:xfrm>
              <a:off x="2871280" y="1530485"/>
              <a:ext cx="2158494" cy="2286000"/>
            </a:xfrm>
            <a:prstGeom prst="roundRect">
              <a:avLst>
                <a:gd name="adj" fmla="val 4359"/>
              </a:avLst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8829C181-8971-FCBE-3BA2-8E6B7F81B474}"/>
                </a:ext>
              </a:extLst>
            </p:cNvPr>
            <p:cNvSpPr/>
            <p:nvPr/>
          </p:nvSpPr>
          <p:spPr>
            <a:xfrm>
              <a:off x="2864797" y="1524001"/>
              <a:ext cx="2172122" cy="304800"/>
            </a:xfrm>
            <a:prstGeom prst="round2Same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Balance Sheet</a:t>
              </a:r>
              <a:endParaRPr lang="en-I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619A645-087A-EFA6-34AE-87BB20FE587C}"/>
              </a:ext>
            </a:extLst>
          </p:cNvPr>
          <p:cNvSpPr txBox="1"/>
          <p:nvPr/>
        </p:nvSpPr>
        <p:spPr>
          <a:xfrm>
            <a:off x="1029916" y="1625600"/>
            <a:ext cx="204929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and apply minor enhancements to the existing Power BI Income Statement dashboard.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bottom‑section analytics currently maintained in Excel (unit counts, per‑unit values, subtotals, averages).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statistical accounts from NetSuite for operational metrics.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monthly trending visualizations &amp;  additional calculated metrics based on the provided Excel template.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all existing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filters: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Subsidiary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period (monthly)</a:t>
            </a:r>
            <a:endParaRPr lang="en-IN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F64125-3106-F88C-3E84-0121BAB17A55}"/>
              </a:ext>
            </a:extLst>
          </p:cNvPr>
          <p:cNvSpPr txBox="1"/>
          <p:nvPr/>
        </p:nvSpPr>
        <p:spPr>
          <a:xfrm>
            <a:off x="3285686" y="1625599"/>
            <a:ext cx="2049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new Balance Sheet dashboard following NetSuite’s financial structure.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a monthly trending view instead of a single point‑in‑time snapshot.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drill‑down capabilities consistent with the Income Statement.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filters: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Subsidiary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period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 the layout and visual theme with the Income Statement dashboard.</a:t>
            </a:r>
            <a:endParaRPr lang="en-IN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1013F2A-5A1F-5D02-18D0-B5BC5BA2D282}"/>
              </a:ext>
            </a:extLst>
          </p:cNvPr>
          <p:cNvGrpSpPr/>
          <p:nvPr/>
        </p:nvGrpSpPr>
        <p:grpSpPr>
          <a:xfrm>
            <a:off x="2060102" y="3970882"/>
            <a:ext cx="2161825" cy="1835108"/>
            <a:chOff x="2864797" y="1524001"/>
            <a:chExt cx="2172122" cy="2292484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B0B83A5-6394-B476-4834-F63A14B31EB1}"/>
                </a:ext>
              </a:extLst>
            </p:cNvPr>
            <p:cNvSpPr/>
            <p:nvPr/>
          </p:nvSpPr>
          <p:spPr>
            <a:xfrm>
              <a:off x="2871280" y="1530485"/>
              <a:ext cx="2158494" cy="2286000"/>
            </a:xfrm>
            <a:prstGeom prst="roundRect">
              <a:avLst>
                <a:gd name="adj" fmla="val 4359"/>
              </a:avLst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: Top Corners Rounded 50">
              <a:extLst>
                <a:ext uri="{FF2B5EF4-FFF2-40B4-BE49-F238E27FC236}">
                  <a16:creationId xmlns:a16="http://schemas.microsoft.com/office/drawing/2014/main" id="{8239670A-FB56-5214-8A3E-75062C89AAC6}"/>
                </a:ext>
              </a:extLst>
            </p:cNvPr>
            <p:cNvSpPr/>
            <p:nvPr/>
          </p:nvSpPr>
          <p:spPr>
            <a:xfrm>
              <a:off x="2864797" y="1524001"/>
              <a:ext cx="2172122" cy="304800"/>
            </a:xfrm>
            <a:prstGeom prst="round2Same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Cash Flow</a:t>
              </a:r>
              <a:endParaRPr lang="en-I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F30FE1F6-B1C7-3256-45C7-298004F67718}"/>
              </a:ext>
            </a:extLst>
          </p:cNvPr>
          <p:cNvSpPr txBox="1"/>
          <p:nvPr/>
        </p:nvSpPr>
        <p:spPr>
          <a:xfrm>
            <a:off x="2108639" y="4279767"/>
            <a:ext cx="2049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new Cash Flow dashboard using NetSuite’s cash flow report structure.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monthly trending visualizations.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drill‑down interactions aligned with the other two financial dashboards.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filters: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Subsidiary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period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a consistent layout and design across all financial dashboards.</a:t>
            </a:r>
            <a:endParaRPr lang="en-IN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54E146F5-AF45-E55F-0D8F-F52905885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736" y="1407180"/>
            <a:ext cx="233268" cy="23326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36588D71-59A1-3C16-5453-24BBB1427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134" y="3975495"/>
            <a:ext cx="233268" cy="233268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0A5F4FC6-9BAB-1186-9597-AA74679B3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184" y="1394936"/>
            <a:ext cx="233268" cy="233268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D4AE2A29-EF99-AC58-7267-196294E7FDCB}"/>
              </a:ext>
            </a:extLst>
          </p:cNvPr>
          <p:cNvGrpSpPr/>
          <p:nvPr/>
        </p:nvGrpSpPr>
        <p:grpSpPr>
          <a:xfrm>
            <a:off x="6052497" y="1352686"/>
            <a:ext cx="2172122" cy="2292484"/>
            <a:chOff x="2864797" y="1524001"/>
            <a:chExt cx="2172122" cy="2292484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66D39505-A137-E073-BE29-B28042CDA235}"/>
                </a:ext>
              </a:extLst>
            </p:cNvPr>
            <p:cNvSpPr/>
            <p:nvPr/>
          </p:nvSpPr>
          <p:spPr>
            <a:xfrm>
              <a:off x="2871280" y="1530485"/>
              <a:ext cx="2158494" cy="2286000"/>
            </a:xfrm>
            <a:prstGeom prst="roundRect">
              <a:avLst>
                <a:gd name="adj" fmla="val 4359"/>
              </a:avLst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ectangle: Top Corners Rounded 99">
              <a:extLst>
                <a:ext uri="{FF2B5EF4-FFF2-40B4-BE49-F238E27FC236}">
                  <a16:creationId xmlns:a16="http://schemas.microsoft.com/office/drawing/2014/main" id="{D793E8C0-E5B9-BA0D-8259-7C2EBE810D0E}"/>
                </a:ext>
              </a:extLst>
            </p:cNvPr>
            <p:cNvSpPr/>
            <p:nvPr/>
          </p:nvSpPr>
          <p:spPr>
            <a:xfrm>
              <a:off x="2864797" y="1524001"/>
              <a:ext cx="2172122" cy="304800"/>
            </a:xfrm>
            <a:prstGeom prst="round2SameRect">
              <a:avLst/>
            </a:prstGeom>
            <a:solidFill>
              <a:srgbClr val="CCE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 Integration</a:t>
              </a:r>
              <a:endParaRPr lang="en-I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0DAEED5-A983-8E88-ABFF-ECC6D281ECD9}"/>
              </a:ext>
            </a:extLst>
          </p:cNvPr>
          <p:cNvSpPr txBox="1"/>
          <p:nvPr/>
        </p:nvSpPr>
        <p:spPr>
          <a:xfrm>
            <a:off x="6113580" y="1717340"/>
            <a:ext cx="2049294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>
                <a:latin typeface="Calibri"/>
                <a:ea typeface="Calibri"/>
                <a:cs typeface="Calibri"/>
              </a:rPr>
              <a:t>Items related to connecting, sourcing, and integrating data.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Direct Power BI connection to NetSuite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Use of NetSuite statistical accounts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Ensuring a single, consistent data source for all metrics</a:t>
            </a:r>
          </a:p>
          <a:p>
            <a:pPr marL="2667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Automated refresh scheduling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96A1BC2-79D8-BFD5-60AB-A91C876ACE21}"/>
              </a:ext>
            </a:extLst>
          </p:cNvPr>
          <p:cNvGrpSpPr/>
          <p:nvPr/>
        </p:nvGrpSpPr>
        <p:grpSpPr>
          <a:xfrm>
            <a:off x="6068321" y="3725937"/>
            <a:ext cx="2172122" cy="2292484"/>
            <a:chOff x="2864797" y="1524001"/>
            <a:chExt cx="2172122" cy="2292484"/>
          </a:xfrm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D4AF4D05-1FDA-4D64-E2FA-889D99C22E9B}"/>
                </a:ext>
              </a:extLst>
            </p:cNvPr>
            <p:cNvSpPr/>
            <p:nvPr/>
          </p:nvSpPr>
          <p:spPr>
            <a:xfrm>
              <a:off x="2871280" y="1530485"/>
              <a:ext cx="2158494" cy="2286000"/>
            </a:xfrm>
            <a:prstGeom prst="roundRect">
              <a:avLst>
                <a:gd name="adj" fmla="val 4359"/>
              </a:avLst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Rectangle: Top Corners Rounded 142">
              <a:extLst>
                <a:ext uri="{FF2B5EF4-FFF2-40B4-BE49-F238E27FC236}">
                  <a16:creationId xmlns:a16="http://schemas.microsoft.com/office/drawing/2014/main" id="{CFF40036-D0C0-B826-0F56-EBA9D9AF4B27}"/>
                </a:ext>
              </a:extLst>
            </p:cNvPr>
            <p:cNvSpPr/>
            <p:nvPr/>
          </p:nvSpPr>
          <p:spPr>
            <a:xfrm>
              <a:off x="2864797" y="1524001"/>
              <a:ext cx="2172122" cy="304800"/>
            </a:xfrm>
            <a:prstGeom prst="round2SameRect">
              <a:avLst/>
            </a:prstGeom>
            <a:solidFill>
              <a:schemeClr val="accent3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Filters &amp; Dimensions</a:t>
              </a:r>
              <a:endParaRPr lang="en-I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1DC88533-19D0-FF85-19FD-AD177B755711}"/>
              </a:ext>
            </a:extLst>
          </p:cNvPr>
          <p:cNvSpPr txBox="1"/>
          <p:nvPr/>
        </p:nvSpPr>
        <p:spPr>
          <a:xfrm>
            <a:off x="6129404" y="4090591"/>
            <a:ext cx="2049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defining data slicing, filtering, and user-selectable views.</a:t>
            </a:r>
          </a:p>
          <a:p>
            <a:pPr marL="1778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Subsidiary filter</a:t>
            </a:r>
          </a:p>
          <a:p>
            <a:pPr marL="1778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 filter</a:t>
            </a:r>
          </a:p>
          <a:p>
            <a:pPr marL="1778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filter (Income Statement only)</a:t>
            </a:r>
          </a:p>
          <a:p>
            <a:pPr marL="177800" lvl="1" indent="-8890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period selection (monthly granularity)</a:t>
            </a:r>
            <a:endParaRPr lang="en-IN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55D1C86-FD02-9A40-63C6-C65739B0CE1B}"/>
              </a:ext>
            </a:extLst>
          </p:cNvPr>
          <p:cNvGrpSpPr/>
          <p:nvPr/>
        </p:nvGrpSpPr>
        <p:grpSpPr>
          <a:xfrm>
            <a:off x="8804139" y="1359170"/>
            <a:ext cx="2172122" cy="2292484"/>
            <a:chOff x="2864797" y="1524001"/>
            <a:chExt cx="2172122" cy="2292484"/>
          </a:xfrm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C4BD1157-C54D-0C11-EF2E-3449ED0F4035}"/>
                </a:ext>
              </a:extLst>
            </p:cNvPr>
            <p:cNvSpPr/>
            <p:nvPr/>
          </p:nvSpPr>
          <p:spPr>
            <a:xfrm>
              <a:off x="2871280" y="1530485"/>
              <a:ext cx="2158494" cy="2286000"/>
            </a:xfrm>
            <a:prstGeom prst="roundRect">
              <a:avLst>
                <a:gd name="adj" fmla="val 4359"/>
              </a:avLst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7" name="Rectangle: Top Corners Rounded 146">
              <a:extLst>
                <a:ext uri="{FF2B5EF4-FFF2-40B4-BE49-F238E27FC236}">
                  <a16:creationId xmlns:a16="http://schemas.microsoft.com/office/drawing/2014/main" id="{127B7960-0196-34FB-A769-8CDA47F61035}"/>
                </a:ext>
              </a:extLst>
            </p:cNvPr>
            <p:cNvSpPr/>
            <p:nvPr/>
          </p:nvSpPr>
          <p:spPr>
            <a:xfrm>
              <a:off x="2864797" y="1524001"/>
              <a:ext cx="2172122" cy="304800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Visualization Features</a:t>
              </a:r>
              <a:endParaRPr lang="en-IN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23B2B0D3-7754-4C53-9E0F-DC651F4FD3DA}"/>
              </a:ext>
            </a:extLst>
          </p:cNvPr>
          <p:cNvSpPr txBox="1"/>
          <p:nvPr/>
        </p:nvSpPr>
        <p:spPr>
          <a:xfrm>
            <a:off x="8865222" y="1723824"/>
            <a:ext cx="2049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relating specifically to functional interaction and analytics capabilities.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Drillable financial statement hierarchy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Contribution analysis (subsidiary / location)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Contextual visuals (Revenue, Net Income, Expenses)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Standardized, clean, aligned visual layout</a:t>
            </a:r>
            <a:endParaRPr lang="en-IN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BBE1201-69F1-5887-B98E-CE0E8DCA1E16}"/>
              </a:ext>
            </a:extLst>
          </p:cNvPr>
          <p:cNvGrpSpPr/>
          <p:nvPr/>
        </p:nvGrpSpPr>
        <p:grpSpPr>
          <a:xfrm>
            <a:off x="8819963" y="3732421"/>
            <a:ext cx="2172122" cy="2292484"/>
            <a:chOff x="2864797" y="1524001"/>
            <a:chExt cx="2172122" cy="2292484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18CB898C-9248-8ACA-6C10-37CC4BBA9569}"/>
                </a:ext>
              </a:extLst>
            </p:cNvPr>
            <p:cNvSpPr/>
            <p:nvPr/>
          </p:nvSpPr>
          <p:spPr>
            <a:xfrm>
              <a:off x="2871280" y="1530485"/>
              <a:ext cx="2158494" cy="2286000"/>
            </a:xfrm>
            <a:prstGeom prst="roundRect">
              <a:avLst>
                <a:gd name="adj" fmla="val 4359"/>
              </a:avLst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1" name="Rectangle: Top Corners Rounded 150">
              <a:extLst>
                <a:ext uri="{FF2B5EF4-FFF2-40B4-BE49-F238E27FC236}">
                  <a16:creationId xmlns:a16="http://schemas.microsoft.com/office/drawing/2014/main" id="{A37C2ADC-4158-24E1-73B4-2D000E55F50F}"/>
                </a:ext>
              </a:extLst>
            </p:cNvPr>
            <p:cNvSpPr/>
            <p:nvPr/>
          </p:nvSpPr>
          <p:spPr>
            <a:xfrm>
              <a:off x="2864797" y="1524001"/>
              <a:ext cx="2172122" cy="304800"/>
            </a:xfrm>
            <a:prstGeom prst="round2SameRect">
              <a:avLst/>
            </a:prstGeom>
            <a:solidFill>
              <a:srgbClr val="FCF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Documentation &amp; Knowledge Transfer</a:t>
              </a:r>
              <a:endParaRPr lang="en-IN" sz="1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0F180FD2-1DC6-B26A-CEF4-53E1D7775D31}"/>
              </a:ext>
            </a:extLst>
          </p:cNvPr>
          <p:cNvSpPr txBox="1"/>
          <p:nvPr/>
        </p:nvSpPr>
        <p:spPr>
          <a:xfrm>
            <a:off x="8881046" y="4097075"/>
            <a:ext cx="2049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related to handover, training, and long-term maintenance.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user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documentation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transfer session with ABA team</a:t>
            </a:r>
            <a:endParaRPr lang="en-IN" sz="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B44D8394-7BD6-5AA4-C678-4BA14028F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204" y="1391057"/>
            <a:ext cx="266429" cy="266429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BE721095-4EDD-A8EC-33B0-0F9BC0D8A5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9944" y="3758500"/>
            <a:ext cx="253053" cy="253053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7859D222-29A2-06F1-BCCB-8CD63918E5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5222" y="3780370"/>
            <a:ext cx="231183" cy="231183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A7D398D7-35FA-F579-D34B-0367F99DE8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3996" y="1408206"/>
            <a:ext cx="213633" cy="213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59E0D9-77CB-E9E3-98FD-F1B28FB3DE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499945"/>
            <a:ext cx="12192000" cy="358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B66AB2-F527-06C6-A9B7-CD8700C5C0E4}"/>
              </a:ext>
            </a:extLst>
          </p:cNvPr>
          <p:cNvSpPr txBox="1"/>
          <p:nvPr/>
        </p:nvSpPr>
        <p:spPr>
          <a:xfrm>
            <a:off x="5038872" y="6495742"/>
            <a:ext cx="2903312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2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Sigmasoft</a:t>
            </a:r>
            <a:r>
              <a:rPr lang="en-US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- ICBD Confidential</a:t>
            </a:r>
            <a:endParaRPr lang="en-US" sz="1200">
              <a:solidFill>
                <a:schemeClr val="bg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9130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AB19C-BD81-A249-D9FE-728906DF6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CCAC826-E6EA-7AFB-8996-7A5870E48A83}"/>
              </a:ext>
            </a:extLst>
          </p:cNvPr>
          <p:cNvSpPr/>
          <p:nvPr/>
        </p:nvSpPr>
        <p:spPr>
          <a:xfrm>
            <a:off x="76795" y="187182"/>
            <a:ext cx="82584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410B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AD1B5-281F-3C84-87B5-38B1F3807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9945"/>
            <a:ext cx="12192000" cy="358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C3DAD8-887B-432E-F607-A0C1D5026AC6}"/>
              </a:ext>
            </a:extLst>
          </p:cNvPr>
          <p:cNvSpPr txBox="1"/>
          <p:nvPr/>
        </p:nvSpPr>
        <p:spPr>
          <a:xfrm>
            <a:off x="5038872" y="6495742"/>
            <a:ext cx="2903312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2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Sigmasoft</a:t>
            </a:r>
            <a:r>
              <a:rPr lang="en-US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- ICBD Confidential</a:t>
            </a:r>
            <a:endParaRPr lang="en-US" sz="1200">
              <a:solidFill>
                <a:schemeClr val="bg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9844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9240A38-CCFD-A675-3584-BBF8487511D6}"/>
              </a:ext>
            </a:extLst>
          </p:cNvPr>
          <p:cNvGrpSpPr/>
          <p:nvPr/>
        </p:nvGrpSpPr>
        <p:grpSpPr>
          <a:xfrm>
            <a:off x="4019602" y="826268"/>
            <a:ext cx="7156315" cy="4582311"/>
            <a:chOff x="4019602" y="826268"/>
            <a:chExt cx="7156315" cy="4582311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0DBEBF4-EC60-8580-B71D-A0F83ECA6A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9602" y="826269"/>
              <a:ext cx="0" cy="458231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C0E97C6-74AB-1E61-0FC5-8FB8AB8DB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1883" y="826269"/>
              <a:ext cx="0" cy="458231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A07328A-9751-5A48-8FB6-FA98A55E04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75917" y="826268"/>
              <a:ext cx="0" cy="458231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" name="Shape 141">
            <a:extLst>
              <a:ext uri="{FF2B5EF4-FFF2-40B4-BE49-F238E27FC236}">
                <a16:creationId xmlns:a16="http://schemas.microsoft.com/office/drawing/2014/main" id="{DC600320-AFD4-8C9B-7687-F2E54A94B194}"/>
              </a:ext>
            </a:extLst>
          </p:cNvPr>
          <p:cNvSpPr/>
          <p:nvPr/>
        </p:nvSpPr>
        <p:spPr>
          <a:xfrm>
            <a:off x="228016" y="181720"/>
            <a:ext cx="11751901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r>
              <a:rPr lang="en-US" sz="2800" b="1">
                <a:solidFill>
                  <a:srgbClr val="5410B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Light"/>
              </a:rPr>
              <a:t>Project Milestone</a:t>
            </a:r>
            <a:endParaRPr lang="en-US" sz="2800" b="1">
              <a:solidFill>
                <a:srgbClr val="5410B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9FDF6EF-5439-9830-E678-3DCD00FEC4F5}"/>
              </a:ext>
            </a:extLst>
          </p:cNvPr>
          <p:cNvGrpSpPr/>
          <p:nvPr/>
        </p:nvGrpSpPr>
        <p:grpSpPr>
          <a:xfrm>
            <a:off x="2651759" y="5637730"/>
            <a:ext cx="8587204" cy="818762"/>
            <a:chOff x="1254776" y="774193"/>
            <a:chExt cx="8154194" cy="1242467"/>
          </a:xfrm>
        </p:grpSpPr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A490AB75-6561-B805-9E7D-7E45E7765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48410" y="800189"/>
              <a:ext cx="615180" cy="958179"/>
            </a:xfrm>
            <a:custGeom>
              <a:avLst/>
              <a:gdLst/>
              <a:ahLst/>
              <a:cxnLst>
                <a:cxn ang="0">
                  <a:pos x="688" y="656"/>
                </a:cxn>
                <a:cxn ang="0">
                  <a:pos x="621" y="526"/>
                </a:cxn>
                <a:cxn ang="0">
                  <a:pos x="699" y="330"/>
                </a:cxn>
                <a:cxn ang="0">
                  <a:pos x="712" y="269"/>
                </a:cxn>
                <a:cxn ang="0">
                  <a:pos x="680" y="254"/>
                </a:cxn>
                <a:cxn ang="0">
                  <a:pos x="656" y="298"/>
                </a:cxn>
                <a:cxn ang="0">
                  <a:pos x="603" y="267"/>
                </a:cxn>
                <a:cxn ang="0">
                  <a:pos x="591" y="190"/>
                </a:cxn>
                <a:cxn ang="0">
                  <a:pos x="604" y="188"/>
                </a:cxn>
                <a:cxn ang="0">
                  <a:pos x="633" y="144"/>
                </a:cxn>
                <a:cxn ang="0">
                  <a:pos x="628" y="138"/>
                </a:cxn>
                <a:cxn ang="0">
                  <a:pos x="627" y="121"/>
                </a:cxn>
                <a:cxn ang="0">
                  <a:pos x="612" y="82"/>
                </a:cxn>
                <a:cxn ang="0">
                  <a:pos x="547" y="1"/>
                </a:cxn>
                <a:cxn ang="0">
                  <a:pos x="444" y="78"/>
                </a:cxn>
                <a:cxn ang="0">
                  <a:pos x="480" y="185"/>
                </a:cxn>
                <a:cxn ang="0">
                  <a:pos x="387" y="278"/>
                </a:cxn>
                <a:cxn ang="0">
                  <a:pos x="313" y="383"/>
                </a:cxn>
                <a:cxn ang="0">
                  <a:pos x="297" y="633"/>
                </a:cxn>
                <a:cxn ang="0">
                  <a:pos x="315" y="677"/>
                </a:cxn>
                <a:cxn ang="0">
                  <a:pos x="338" y="700"/>
                </a:cxn>
                <a:cxn ang="0">
                  <a:pos x="347" y="741"/>
                </a:cxn>
                <a:cxn ang="0">
                  <a:pos x="306" y="961"/>
                </a:cxn>
                <a:cxn ang="0">
                  <a:pos x="242" y="1002"/>
                </a:cxn>
                <a:cxn ang="0">
                  <a:pos x="77" y="1179"/>
                </a:cxn>
                <a:cxn ang="0">
                  <a:pos x="10" y="1201"/>
                </a:cxn>
                <a:cxn ang="0">
                  <a:pos x="42" y="1314"/>
                </a:cxn>
                <a:cxn ang="0">
                  <a:pos x="118" y="1357"/>
                </a:cxn>
                <a:cxn ang="0">
                  <a:pos x="118" y="1262"/>
                </a:cxn>
                <a:cxn ang="0">
                  <a:pos x="129" y="1226"/>
                </a:cxn>
                <a:cxn ang="0">
                  <a:pos x="286" y="1057"/>
                </a:cxn>
                <a:cxn ang="0">
                  <a:pos x="367" y="1004"/>
                </a:cxn>
                <a:cxn ang="0">
                  <a:pos x="418" y="943"/>
                </a:cxn>
                <a:cxn ang="0">
                  <a:pos x="501" y="818"/>
                </a:cxn>
                <a:cxn ang="0">
                  <a:pos x="531" y="781"/>
                </a:cxn>
                <a:cxn ang="0">
                  <a:pos x="579" y="777"/>
                </a:cxn>
                <a:cxn ang="0">
                  <a:pos x="660" y="881"/>
                </a:cxn>
                <a:cxn ang="0">
                  <a:pos x="541" y="1041"/>
                </a:cxn>
                <a:cxn ang="0">
                  <a:pos x="569" y="1135"/>
                </a:cxn>
                <a:cxn ang="0">
                  <a:pos x="674" y="1190"/>
                </a:cxn>
                <a:cxn ang="0">
                  <a:pos x="654" y="1094"/>
                </a:cxn>
                <a:cxn ang="0">
                  <a:pos x="650" y="1063"/>
                </a:cxn>
                <a:cxn ang="0">
                  <a:pos x="790" y="838"/>
                </a:cxn>
                <a:cxn ang="0">
                  <a:pos x="803" y="725"/>
                </a:cxn>
                <a:cxn ang="0">
                  <a:pos x="362" y="606"/>
                </a:cxn>
                <a:cxn ang="0">
                  <a:pos x="351" y="619"/>
                </a:cxn>
                <a:cxn ang="0">
                  <a:pos x="354" y="523"/>
                </a:cxn>
                <a:cxn ang="0">
                  <a:pos x="390" y="394"/>
                </a:cxn>
                <a:cxn ang="0">
                  <a:pos x="415" y="545"/>
                </a:cxn>
              </a:cxnLst>
              <a:rect l="0" t="0" r="r" b="b"/>
              <a:pathLst>
                <a:path w="837" h="1386">
                  <a:moveTo>
                    <a:pt x="803" y="725"/>
                  </a:moveTo>
                  <a:cubicBezTo>
                    <a:pt x="768" y="706"/>
                    <a:pt x="688" y="656"/>
                    <a:pt x="688" y="656"/>
                  </a:cubicBezTo>
                  <a:cubicBezTo>
                    <a:pt x="688" y="656"/>
                    <a:pt x="607" y="617"/>
                    <a:pt x="593" y="614"/>
                  </a:cubicBezTo>
                  <a:cubicBezTo>
                    <a:pt x="580" y="611"/>
                    <a:pt x="612" y="533"/>
                    <a:pt x="621" y="526"/>
                  </a:cubicBezTo>
                  <a:cubicBezTo>
                    <a:pt x="630" y="518"/>
                    <a:pt x="670" y="460"/>
                    <a:pt x="673" y="439"/>
                  </a:cubicBezTo>
                  <a:cubicBezTo>
                    <a:pt x="677" y="418"/>
                    <a:pt x="699" y="330"/>
                    <a:pt x="699" y="330"/>
                  </a:cubicBezTo>
                  <a:cubicBezTo>
                    <a:pt x="699" y="330"/>
                    <a:pt x="711" y="316"/>
                    <a:pt x="712" y="304"/>
                  </a:cubicBezTo>
                  <a:cubicBezTo>
                    <a:pt x="713" y="292"/>
                    <a:pt x="722" y="281"/>
                    <a:pt x="712" y="269"/>
                  </a:cubicBezTo>
                  <a:cubicBezTo>
                    <a:pt x="705" y="261"/>
                    <a:pt x="707" y="251"/>
                    <a:pt x="697" y="257"/>
                  </a:cubicBezTo>
                  <a:cubicBezTo>
                    <a:pt x="694" y="259"/>
                    <a:pt x="692" y="245"/>
                    <a:pt x="680" y="254"/>
                  </a:cubicBezTo>
                  <a:cubicBezTo>
                    <a:pt x="678" y="255"/>
                    <a:pt x="675" y="244"/>
                    <a:pt x="664" y="258"/>
                  </a:cubicBezTo>
                  <a:cubicBezTo>
                    <a:pt x="649" y="276"/>
                    <a:pt x="650" y="282"/>
                    <a:pt x="656" y="298"/>
                  </a:cubicBezTo>
                  <a:cubicBezTo>
                    <a:pt x="662" y="313"/>
                    <a:pt x="672" y="319"/>
                    <a:pt x="631" y="397"/>
                  </a:cubicBezTo>
                  <a:cubicBezTo>
                    <a:pt x="631" y="397"/>
                    <a:pt x="630" y="318"/>
                    <a:pt x="603" y="267"/>
                  </a:cubicBezTo>
                  <a:cubicBezTo>
                    <a:pt x="577" y="218"/>
                    <a:pt x="583" y="213"/>
                    <a:pt x="583" y="213"/>
                  </a:cubicBezTo>
                  <a:cubicBezTo>
                    <a:pt x="591" y="190"/>
                    <a:pt x="591" y="190"/>
                    <a:pt x="591" y="190"/>
                  </a:cubicBezTo>
                  <a:cubicBezTo>
                    <a:pt x="591" y="190"/>
                    <a:pt x="593" y="189"/>
                    <a:pt x="595" y="189"/>
                  </a:cubicBezTo>
                  <a:cubicBezTo>
                    <a:pt x="599" y="189"/>
                    <a:pt x="602" y="189"/>
                    <a:pt x="604" y="188"/>
                  </a:cubicBezTo>
                  <a:cubicBezTo>
                    <a:pt x="613" y="185"/>
                    <a:pt x="639" y="181"/>
                    <a:pt x="627" y="157"/>
                  </a:cubicBezTo>
                  <a:cubicBezTo>
                    <a:pt x="627" y="157"/>
                    <a:pt x="634" y="148"/>
                    <a:pt x="633" y="144"/>
                  </a:cubicBezTo>
                  <a:cubicBezTo>
                    <a:pt x="632" y="142"/>
                    <a:pt x="630" y="141"/>
                    <a:pt x="628" y="141"/>
                  </a:cubicBezTo>
                  <a:cubicBezTo>
                    <a:pt x="628" y="140"/>
                    <a:pt x="628" y="139"/>
                    <a:pt x="628" y="138"/>
                  </a:cubicBezTo>
                  <a:cubicBezTo>
                    <a:pt x="630" y="136"/>
                    <a:pt x="632" y="133"/>
                    <a:pt x="631" y="132"/>
                  </a:cubicBezTo>
                  <a:cubicBezTo>
                    <a:pt x="630" y="129"/>
                    <a:pt x="627" y="121"/>
                    <a:pt x="627" y="121"/>
                  </a:cubicBezTo>
                  <a:cubicBezTo>
                    <a:pt x="627" y="121"/>
                    <a:pt x="638" y="112"/>
                    <a:pt x="631" y="104"/>
                  </a:cubicBezTo>
                  <a:cubicBezTo>
                    <a:pt x="623" y="97"/>
                    <a:pt x="610" y="93"/>
                    <a:pt x="612" y="82"/>
                  </a:cubicBezTo>
                  <a:cubicBezTo>
                    <a:pt x="613" y="71"/>
                    <a:pt x="618" y="51"/>
                    <a:pt x="605" y="36"/>
                  </a:cubicBezTo>
                  <a:cubicBezTo>
                    <a:pt x="592" y="21"/>
                    <a:pt x="591" y="2"/>
                    <a:pt x="547" y="1"/>
                  </a:cubicBezTo>
                  <a:cubicBezTo>
                    <a:pt x="507" y="0"/>
                    <a:pt x="473" y="7"/>
                    <a:pt x="455" y="43"/>
                  </a:cubicBezTo>
                  <a:cubicBezTo>
                    <a:pt x="445" y="59"/>
                    <a:pt x="443" y="75"/>
                    <a:pt x="444" y="78"/>
                  </a:cubicBezTo>
                  <a:cubicBezTo>
                    <a:pt x="444" y="78"/>
                    <a:pt x="436" y="139"/>
                    <a:pt x="478" y="168"/>
                  </a:cubicBezTo>
                  <a:cubicBezTo>
                    <a:pt x="478" y="168"/>
                    <a:pt x="494" y="182"/>
                    <a:pt x="480" y="185"/>
                  </a:cubicBezTo>
                  <a:cubicBezTo>
                    <a:pt x="465" y="189"/>
                    <a:pt x="440" y="217"/>
                    <a:pt x="429" y="235"/>
                  </a:cubicBezTo>
                  <a:cubicBezTo>
                    <a:pt x="417" y="253"/>
                    <a:pt x="411" y="255"/>
                    <a:pt x="387" y="278"/>
                  </a:cubicBezTo>
                  <a:cubicBezTo>
                    <a:pt x="363" y="302"/>
                    <a:pt x="344" y="343"/>
                    <a:pt x="333" y="353"/>
                  </a:cubicBezTo>
                  <a:cubicBezTo>
                    <a:pt x="322" y="362"/>
                    <a:pt x="315" y="361"/>
                    <a:pt x="313" y="383"/>
                  </a:cubicBezTo>
                  <a:cubicBezTo>
                    <a:pt x="310" y="405"/>
                    <a:pt x="289" y="429"/>
                    <a:pt x="295" y="510"/>
                  </a:cubicBezTo>
                  <a:cubicBezTo>
                    <a:pt x="300" y="592"/>
                    <a:pt x="298" y="622"/>
                    <a:pt x="297" y="633"/>
                  </a:cubicBezTo>
                  <a:cubicBezTo>
                    <a:pt x="296" y="643"/>
                    <a:pt x="300" y="658"/>
                    <a:pt x="303" y="666"/>
                  </a:cubicBezTo>
                  <a:cubicBezTo>
                    <a:pt x="306" y="674"/>
                    <a:pt x="315" y="677"/>
                    <a:pt x="315" y="677"/>
                  </a:cubicBezTo>
                  <a:cubicBezTo>
                    <a:pt x="315" y="677"/>
                    <a:pt x="323" y="680"/>
                    <a:pt x="324" y="697"/>
                  </a:cubicBezTo>
                  <a:cubicBezTo>
                    <a:pt x="324" y="697"/>
                    <a:pt x="333" y="706"/>
                    <a:pt x="338" y="700"/>
                  </a:cubicBezTo>
                  <a:cubicBezTo>
                    <a:pt x="338" y="700"/>
                    <a:pt x="343" y="708"/>
                    <a:pt x="351" y="707"/>
                  </a:cubicBezTo>
                  <a:cubicBezTo>
                    <a:pt x="349" y="719"/>
                    <a:pt x="347" y="732"/>
                    <a:pt x="347" y="741"/>
                  </a:cubicBezTo>
                  <a:cubicBezTo>
                    <a:pt x="348" y="768"/>
                    <a:pt x="347" y="846"/>
                    <a:pt x="343" y="863"/>
                  </a:cubicBezTo>
                  <a:cubicBezTo>
                    <a:pt x="339" y="880"/>
                    <a:pt x="349" y="907"/>
                    <a:pt x="306" y="961"/>
                  </a:cubicBezTo>
                  <a:cubicBezTo>
                    <a:pt x="306" y="961"/>
                    <a:pt x="305" y="962"/>
                    <a:pt x="305" y="963"/>
                  </a:cubicBezTo>
                  <a:cubicBezTo>
                    <a:pt x="289" y="971"/>
                    <a:pt x="265" y="985"/>
                    <a:pt x="242" y="1002"/>
                  </a:cubicBezTo>
                  <a:cubicBezTo>
                    <a:pt x="204" y="1029"/>
                    <a:pt x="182" y="1047"/>
                    <a:pt x="146" y="1099"/>
                  </a:cubicBezTo>
                  <a:cubicBezTo>
                    <a:pt x="110" y="1151"/>
                    <a:pt x="82" y="1179"/>
                    <a:pt x="77" y="1179"/>
                  </a:cubicBezTo>
                  <a:cubicBezTo>
                    <a:pt x="72" y="1179"/>
                    <a:pt x="79" y="1171"/>
                    <a:pt x="48" y="1183"/>
                  </a:cubicBezTo>
                  <a:cubicBezTo>
                    <a:pt x="16" y="1196"/>
                    <a:pt x="14" y="1201"/>
                    <a:pt x="10" y="1201"/>
                  </a:cubicBezTo>
                  <a:cubicBezTo>
                    <a:pt x="6" y="1201"/>
                    <a:pt x="0" y="1202"/>
                    <a:pt x="3" y="1215"/>
                  </a:cubicBezTo>
                  <a:cubicBezTo>
                    <a:pt x="7" y="1228"/>
                    <a:pt x="31" y="1291"/>
                    <a:pt x="42" y="1314"/>
                  </a:cubicBezTo>
                  <a:cubicBezTo>
                    <a:pt x="53" y="1337"/>
                    <a:pt x="81" y="1386"/>
                    <a:pt x="100" y="1386"/>
                  </a:cubicBezTo>
                  <a:cubicBezTo>
                    <a:pt x="120" y="1385"/>
                    <a:pt x="119" y="1370"/>
                    <a:pt x="118" y="1357"/>
                  </a:cubicBezTo>
                  <a:cubicBezTo>
                    <a:pt x="118" y="1344"/>
                    <a:pt x="111" y="1331"/>
                    <a:pt x="112" y="1327"/>
                  </a:cubicBezTo>
                  <a:cubicBezTo>
                    <a:pt x="114" y="1323"/>
                    <a:pt x="113" y="1270"/>
                    <a:pt x="118" y="1262"/>
                  </a:cubicBezTo>
                  <a:cubicBezTo>
                    <a:pt x="123" y="1254"/>
                    <a:pt x="141" y="1247"/>
                    <a:pt x="135" y="1235"/>
                  </a:cubicBezTo>
                  <a:cubicBezTo>
                    <a:pt x="130" y="1223"/>
                    <a:pt x="129" y="1226"/>
                    <a:pt x="129" y="1226"/>
                  </a:cubicBezTo>
                  <a:cubicBezTo>
                    <a:pt x="129" y="1226"/>
                    <a:pt x="144" y="1187"/>
                    <a:pt x="158" y="1179"/>
                  </a:cubicBezTo>
                  <a:cubicBezTo>
                    <a:pt x="173" y="1170"/>
                    <a:pt x="271" y="1085"/>
                    <a:pt x="286" y="1057"/>
                  </a:cubicBezTo>
                  <a:cubicBezTo>
                    <a:pt x="301" y="1030"/>
                    <a:pt x="330" y="1035"/>
                    <a:pt x="341" y="1026"/>
                  </a:cubicBezTo>
                  <a:cubicBezTo>
                    <a:pt x="352" y="1016"/>
                    <a:pt x="367" y="1004"/>
                    <a:pt x="367" y="1004"/>
                  </a:cubicBezTo>
                  <a:cubicBezTo>
                    <a:pt x="367" y="1004"/>
                    <a:pt x="388" y="990"/>
                    <a:pt x="403" y="966"/>
                  </a:cubicBezTo>
                  <a:cubicBezTo>
                    <a:pt x="408" y="960"/>
                    <a:pt x="414" y="952"/>
                    <a:pt x="418" y="943"/>
                  </a:cubicBezTo>
                  <a:cubicBezTo>
                    <a:pt x="441" y="898"/>
                    <a:pt x="477" y="841"/>
                    <a:pt x="477" y="841"/>
                  </a:cubicBezTo>
                  <a:cubicBezTo>
                    <a:pt x="501" y="818"/>
                    <a:pt x="501" y="818"/>
                    <a:pt x="501" y="818"/>
                  </a:cubicBezTo>
                  <a:cubicBezTo>
                    <a:pt x="508" y="795"/>
                    <a:pt x="508" y="795"/>
                    <a:pt x="508" y="795"/>
                  </a:cubicBezTo>
                  <a:cubicBezTo>
                    <a:pt x="508" y="795"/>
                    <a:pt x="516" y="770"/>
                    <a:pt x="531" y="781"/>
                  </a:cubicBezTo>
                  <a:cubicBezTo>
                    <a:pt x="547" y="792"/>
                    <a:pt x="554" y="799"/>
                    <a:pt x="554" y="799"/>
                  </a:cubicBezTo>
                  <a:cubicBezTo>
                    <a:pt x="554" y="799"/>
                    <a:pt x="569" y="777"/>
                    <a:pt x="579" y="777"/>
                  </a:cubicBezTo>
                  <a:cubicBezTo>
                    <a:pt x="589" y="776"/>
                    <a:pt x="668" y="772"/>
                    <a:pt x="701" y="789"/>
                  </a:cubicBezTo>
                  <a:cubicBezTo>
                    <a:pt x="701" y="789"/>
                    <a:pt x="666" y="845"/>
                    <a:pt x="660" y="881"/>
                  </a:cubicBezTo>
                  <a:cubicBezTo>
                    <a:pt x="653" y="916"/>
                    <a:pt x="611" y="1008"/>
                    <a:pt x="602" y="1010"/>
                  </a:cubicBezTo>
                  <a:cubicBezTo>
                    <a:pt x="594" y="1012"/>
                    <a:pt x="568" y="1015"/>
                    <a:pt x="541" y="1041"/>
                  </a:cubicBezTo>
                  <a:cubicBezTo>
                    <a:pt x="541" y="1041"/>
                    <a:pt x="528" y="1038"/>
                    <a:pt x="528" y="1052"/>
                  </a:cubicBezTo>
                  <a:cubicBezTo>
                    <a:pt x="527" y="1067"/>
                    <a:pt x="561" y="1115"/>
                    <a:pt x="569" y="1135"/>
                  </a:cubicBezTo>
                  <a:cubicBezTo>
                    <a:pt x="577" y="1156"/>
                    <a:pt x="619" y="1219"/>
                    <a:pt x="653" y="1220"/>
                  </a:cubicBezTo>
                  <a:cubicBezTo>
                    <a:pt x="687" y="1221"/>
                    <a:pt x="677" y="1205"/>
                    <a:pt x="674" y="1190"/>
                  </a:cubicBezTo>
                  <a:cubicBezTo>
                    <a:pt x="671" y="1176"/>
                    <a:pt x="664" y="1162"/>
                    <a:pt x="664" y="1162"/>
                  </a:cubicBezTo>
                  <a:cubicBezTo>
                    <a:pt x="664" y="1162"/>
                    <a:pt x="654" y="1108"/>
                    <a:pt x="654" y="1094"/>
                  </a:cubicBezTo>
                  <a:cubicBezTo>
                    <a:pt x="655" y="1079"/>
                    <a:pt x="674" y="1062"/>
                    <a:pt x="660" y="1062"/>
                  </a:cubicBezTo>
                  <a:cubicBezTo>
                    <a:pt x="654" y="1062"/>
                    <a:pt x="651" y="1063"/>
                    <a:pt x="650" y="1063"/>
                  </a:cubicBezTo>
                  <a:cubicBezTo>
                    <a:pt x="654" y="1052"/>
                    <a:pt x="671" y="1003"/>
                    <a:pt x="693" y="982"/>
                  </a:cubicBezTo>
                  <a:cubicBezTo>
                    <a:pt x="719" y="957"/>
                    <a:pt x="783" y="864"/>
                    <a:pt x="790" y="838"/>
                  </a:cubicBezTo>
                  <a:cubicBezTo>
                    <a:pt x="796" y="812"/>
                    <a:pt x="825" y="799"/>
                    <a:pt x="823" y="772"/>
                  </a:cubicBezTo>
                  <a:cubicBezTo>
                    <a:pt x="820" y="745"/>
                    <a:pt x="837" y="743"/>
                    <a:pt x="803" y="725"/>
                  </a:cubicBezTo>
                  <a:close/>
                  <a:moveTo>
                    <a:pt x="415" y="545"/>
                  </a:moveTo>
                  <a:cubicBezTo>
                    <a:pt x="386" y="590"/>
                    <a:pt x="369" y="590"/>
                    <a:pt x="362" y="606"/>
                  </a:cubicBezTo>
                  <a:cubicBezTo>
                    <a:pt x="360" y="610"/>
                    <a:pt x="359" y="616"/>
                    <a:pt x="359" y="622"/>
                  </a:cubicBezTo>
                  <a:cubicBezTo>
                    <a:pt x="357" y="621"/>
                    <a:pt x="354" y="620"/>
                    <a:pt x="351" y="619"/>
                  </a:cubicBezTo>
                  <a:cubicBezTo>
                    <a:pt x="351" y="619"/>
                    <a:pt x="341" y="618"/>
                    <a:pt x="346" y="586"/>
                  </a:cubicBezTo>
                  <a:cubicBezTo>
                    <a:pt x="351" y="553"/>
                    <a:pt x="354" y="528"/>
                    <a:pt x="354" y="523"/>
                  </a:cubicBezTo>
                  <a:cubicBezTo>
                    <a:pt x="355" y="518"/>
                    <a:pt x="375" y="462"/>
                    <a:pt x="377" y="444"/>
                  </a:cubicBezTo>
                  <a:cubicBezTo>
                    <a:pt x="380" y="426"/>
                    <a:pt x="380" y="398"/>
                    <a:pt x="390" y="394"/>
                  </a:cubicBezTo>
                  <a:cubicBezTo>
                    <a:pt x="400" y="390"/>
                    <a:pt x="426" y="379"/>
                    <a:pt x="426" y="379"/>
                  </a:cubicBezTo>
                  <a:cubicBezTo>
                    <a:pt x="426" y="379"/>
                    <a:pt x="444" y="500"/>
                    <a:pt x="415" y="545"/>
                  </a:cubicBez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E19FCD9A-12E5-D662-8F04-453EC7228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776" y="1337667"/>
              <a:ext cx="534946" cy="410932"/>
            </a:xfrm>
            <a:custGeom>
              <a:avLst/>
              <a:gdLst/>
              <a:ahLst/>
              <a:cxnLst>
                <a:cxn ang="0">
                  <a:pos x="688" y="516"/>
                </a:cxn>
                <a:cxn ang="0">
                  <a:pos x="655" y="499"/>
                </a:cxn>
                <a:cxn ang="0">
                  <a:pos x="626" y="489"/>
                </a:cxn>
                <a:cxn ang="0">
                  <a:pos x="581" y="450"/>
                </a:cxn>
                <a:cxn ang="0">
                  <a:pos x="571" y="420"/>
                </a:cxn>
                <a:cxn ang="0">
                  <a:pos x="542" y="379"/>
                </a:cxn>
                <a:cxn ang="0">
                  <a:pos x="518" y="252"/>
                </a:cxn>
                <a:cxn ang="0">
                  <a:pos x="506" y="200"/>
                </a:cxn>
                <a:cxn ang="0">
                  <a:pos x="513" y="200"/>
                </a:cxn>
                <a:cxn ang="0">
                  <a:pos x="523" y="211"/>
                </a:cxn>
                <a:cxn ang="0">
                  <a:pos x="554" y="225"/>
                </a:cxn>
                <a:cxn ang="0">
                  <a:pos x="637" y="237"/>
                </a:cxn>
                <a:cxn ang="0">
                  <a:pos x="619" y="99"/>
                </a:cxn>
                <a:cxn ang="0">
                  <a:pos x="518" y="57"/>
                </a:cxn>
                <a:cxn ang="0">
                  <a:pos x="294" y="37"/>
                </a:cxn>
                <a:cxn ang="0">
                  <a:pos x="93" y="211"/>
                </a:cxn>
                <a:cxn ang="0">
                  <a:pos x="131" y="369"/>
                </a:cxn>
                <a:cxn ang="0">
                  <a:pos x="84" y="382"/>
                </a:cxn>
                <a:cxn ang="0">
                  <a:pos x="27" y="365"/>
                </a:cxn>
                <a:cxn ang="0">
                  <a:pos x="2" y="479"/>
                </a:cxn>
                <a:cxn ang="0">
                  <a:pos x="59" y="536"/>
                </a:cxn>
                <a:cxn ang="0">
                  <a:pos x="89" y="451"/>
                </a:cxn>
                <a:cxn ang="0">
                  <a:pos x="118" y="447"/>
                </a:cxn>
                <a:cxn ang="0">
                  <a:pos x="161" y="518"/>
                </a:cxn>
                <a:cxn ang="0">
                  <a:pos x="312" y="552"/>
                </a:cxn>
                <a:cxn ang="0">
                  <a:pos x="278" y="510"/>
                </a:cxn>
                <a:cxn ang="0">
                  <a:pos x="310" y="493"/>
                </a:cxn>
                <a:cxn ang="0">
                  <a:pos x="395" y="430"/>
                </a:cxn>
                <a:cxn ang="0">
                  <a:pos x="440" y="368"/>
                </a:cxn>
                <a:cxn ang="0">
                  <a:pos x="559" y="503"/>
                </a:cxn>
                <a:cxn ang="0">
                  <a:pos x="541" y="555"/>
                </a:cxn>
                <a:cxn ang="0">
                  <a:pos x="615" y="531"/>
                </a:cxn>
                <a:cxn ang="0">
                  <a:pos x="639" y="559"/>
                </a:cxn>
                <a:cxn ang="0">
                  <a:pos x="666" y="586"/>
                </a:cxn>
                <a:cxn ang="0">
                  <a:pos x="651" y="544"/>
                </a:cxn>
                <a:cxn ang="0">
                  <a:pos x="684" y="551"/>
                </a:cxn>
                <a:cxn ang="0">
                  <a:pos x="712" y="548"/>
                </a:cxn>
                <a:cxn ang="0">
                  <a:pos x="726" y="536"/>
                </a:cxn>
              </a:cxnLst>
              <a:rect l="0" t="0" r="r" b="b"/>
              <a:pathLst>
                <a:path w="727" h="593">
                  <a:moveTo>
                    <a:pt x="712" y="530"/>
                  </a:moveTo>
                  <a:cubicBezTo>
                    <a:pt x="708" y="529"/>
                    <a:pt x="688" y="516"/>
                    <a:pt x="688" y="516"/>
                  </a:cubicBezTo>
                  <a:cubicBezTo>
                    <a:pt x="688" y="516"/>
                    <a:pt x="683" y="511"/>
                    <a:pt x="677" y="508"/>
                  </a:cubicBezTo>
                  <a:cubicBezTo>
                    <a:pt x="670" y="504"/>
                    <a:pt x="658" y="502"/>
                    <a:pt x="655" y="499"/>
                  </a:cubicBezTo>
                  <a:cubicBezTo>
                    <a:pt x="651" y="497"/>
                    <a:pt x="645" y="493"/>
                    <a:pt x="628" y="489"/>
                  </a:cubicBezTo>
                  <a:cubicBezTo>
                    <a:pt x="628" y="489"/>
                    <a:pt x="627" y="489"/>
                    <a:pt x="626" y="489"/>
                  </a:cubicBezTo>
                  <a:cubicBezTo>
                    <a:pt x="620" y="483"/>
                    <a:pt x="613" y="478"/>
                    <a:pt x="604" y="475"/>
                  </a:cubicBezTo>
                  <a:cubicBezTo>
                    <a:pt x="604" y="475"/>
                    <a:pt x="595" y="464"/>
                    <a:pt x="581" y="450"/>
                  </a:cubicBezTo>
                  <a:cubicBezTo>
                    <a:pt x="567" y="435"/>
                    <a:pt x="562" y="422"/>
                    <a:pt x="562" y="422"/>
                  </a:cubicBezTo>
                  <a:cubicBezTo>
                    <a:pt x="562" y="422"/>
                    <a:pt x="569" y="424"/>
                    <a:pt x="571" y="420"/>
                  </a:cubicBezTo>
                  <a:cubicBezTo>
                    <a:pt x="573" y="416"/>
                    <a:pt x="572" y="410"/>
                    <a:pt x="567" y="409"/>
                  </a:cubicBezTo>
                  <a:cubicBezTo>
                    <a:pt x="562" y="409"/>
                    <a:pt x="542" y="379"/>
                    <a:pt x="542" y="379"/>
                  </a:cubicBezTo>
                  <a:cubicBezTo>
                    <a:pt x="542" y="379"/>
                    <a:pt x="527" y="330"/>
                    <a:pt x="511" y="313"/>
                  </a:cubicBezTo>
                  <a:cubicBezTo>
                    <a:pt x="511" y="313"/>
                    <a:pt x="545" y="287"/>
                    <a:pt x="518" y="252"/>
                  </a:cubicBezTo>
                  <a:cubicBezTo>
                    <a:pt x="499" y="220"/>
                    <a:pt x="499" y="220"/>
                    <a:pt x="499" y="220"/>
                  </a:cubicBezTo>
                  <a:cubicBezTo>
                    <a:pt x="506" y="200"/>
                    <a:pt x="506" y="200"/>
                    <a:pt x="506" y="200"/>
                  </a:cubicBezTo>
                  <a:cubicBezTo>
                    <a:pt x="506" y="200"/>
                    <a:pt x="506" y="201"/>
                    <a:pt x="507" y="201"/>
                  </a:cubicBezTo>
                  <a:cubicBezTo>
                    <a:pt x="509" y="202"/>
                    <a:pt x="513" y="200"/>
                    <a:pt x="513" y="200"/>
                  </a:cubicBezTo>
                  <a:cubicBezTo>
                    <a:pt x="513" y="200"/>
                    <a:pt x="513" y="206"/>
                    <a:pt x="514" y="207"/>
                  </a:cubicBezTo>
                  <a:cubicBezTo>
                    <a:pt x="516" y="208"/>
                    <a:pt x="523" y="211"/>
                    <a:pt x="523" y="211"/>
                  </a:cubicBezTo>
                  <a:cubicBezTo>
                    <a:pt x="523" y="211"/>
                    <a:pt x="522" y="223"/>
                    <a:pt x="530" y="223"/>
                  </a:cubicBezTo>
                  <a:cubicBezTo>
                    <a:pt x="539" y="223"/>
                    <a:pt x="549" y="218"/>
                    <a:pt x="554" y="225"/>
                  </a:cubicBezTo>
                  <a:cubicBezTo>
                    <a:pt x="559" y="233"/>
                    <a:pt x="567" y="247"/>
                    <a:pt x="583" y="248"/>
                  </a:cubicBezTo>
                  <a:cubicBezTo>
                    <a:pt x="599" y="250"/>
                    <a:pt x="610" y="261"/>
                    <a:pt x="637" y="237"/>
                  </a:cubicBezTo>
                  <a:cubicBezTo>
                    <a:pt x="661" y="215"/>
                    <a:pt x="678" y="190"/>
                    <a:pt x="665" y="158"/>
                  </a:cubicBezTo>
                  <a:cubicBezTo>
                    <a:pt x="658" y="128"/>
                    <a:pt x="634" y="102"/>
                    <a:pt x="619" y="99"/>
                  </a:cubicBezTo>
                  <a:cubicBezTo>
                    <a:pt x="593" y="95"/>
                    <a:pt x="548" y="92"/>
                    <a:pt x="543" y="85"/>
                  </a:cubicBezTo>
                  <a:cubicBezTo>
                    <a:pt x="537" y="79"/>
                    <a:pt x="518" y="57"/>
                    <a:pt x="518" y="57"/>
                  </a:cubicBezTo>
                  <a:cubicBezTo>
                    <a:pt x="518" y="57"/>
                    <a:pt x="500" y="0"/>
                    <a:pt x="429" y="3"/>
                  </a:cubicBezTo>
                  <a:cubicBezTo>
                    <a:pt x="359" y="6"/>
                    <a:pt x="356" y="1"/>
                    <a:pt x="294" y="37"/>
                  </a:cubicBezTo>
                  <a:cubicBezTo>
                    <a:pt x="231" y="72"/>
                    <a:pt x="187" y="81"/>
                    <a:pt x="150" y="126"/>
                  </a:cubicBezTo>
                  <a:cubicBezTo>
                    <a:pt x="114" y="170"/>
                    <a:pt x="108" y="203"/>
                    <a:pt x="93" y="211"/>
                  </a:cubicBezTo>
                  <a:cubicBezTo>
                    <a:pt x="78" y="219"/>
                    <a:pt x="60" y="289"/>
                    <a:pt x="70" y="302"/>
                  </a:cubicBezTo>
                  <a:cubicBezTo>
                    <a:pt x="80" y="316"/>
                    <a:pt x="108" y="358"/>
                    <a:pt x="131" y="369"/>
                  </a:cubicBezTo>
                  <a:cubicBezTo>
                    <a:pt x="153" y="379"/>
                    <a:pt x="163" y="398"/>
                    <a:pt x="163" y="398"/>
                  </a:cubicBezTo>
                  <a:cubicBezTo>
                    <a:pt x="84" y="382"/>
                    <a:pt x="84" y="382"/>
                    <a:pt x="84" y="382"/>
                  </a:cubicBezTo>
                  <a:cubicBezTo>
                    <a:pt x="84" y="382"/>
                    <a:pt x="94" y="373"/>
                    <a:pt x="77" y="368"/>
                  </a:cubicBezTo>
                  <a:cubicBezTo>
                    <a:pt x="60" y="363"/>
                    <a:pt x="27" y="365"/>
                    <a:pt x="27" y="365"/>
                  </a:cubicBezTo>
                  <a:cubicBezTo>
                    <a:pt x="27" y="365"/>
                    <a:pt x="10" y="357"/>
                    <a:pt x="10" y="384"/>
                  </a:cubicBezTo>
                  <a:cubicBezTo>
                    <a:pt x="10" y="411"/>
                    <a:pt x="0" y="464"/>
                    <a:pt x="2" y="479"/>
                  </a:cubicBezTo>
                  <a:cubicBezTo>
                    <a:pt x="4" y="495"/>
                    <a:pt x="9" y="571"/>
                    <a:pt x="33" y="570"/>
                  </a:cubicBezTo>
                  <a:cubicBezTo>
                    <a:pt x="56" y="568"/>
                    <a:pt x="61" y="549"/>
                    <a:pt x="59" y="536"/>
                  </a:cubicBezTo>
                  <a:cubicBezTo>
                    <a:pt x="58" y="524"/>
                    <a:pt x="63" y="509"/>
                    <a:pt x="63" y="509"/>
                  </a:cubicBezTo>
                  <a:cubicBezTo>
                    <a:pt x="63" y="509"/>
                    <a:pt x="81" y="452"/>
                    <a:pt x="89" y="451"/>
                  </a:cubicBezTo>
                  <a:cubicBezTo>
                    <a:pt x="98" y="450"/>
                    <a:pt x="110" y="448"/>
                    <a:pt x="110" y="448"/>
                  </a:cubicBezTo>
                  <a:cubicBezTo>
                    <a:pt x="118" y="447"/>
                    <a:pt x="118" y="447"/>
                    <a:pt x="118" y="447"/>
                  </a:cubicBezTo>
                  <a:cubicBezTo>
                    <a:pt x="118" y="447"/>
                    <a:pt x="102" y="462"/>
                    <a:pt x="115" y="480"/>
                  </a:cubicBezTo>
                  <a:cubicBezTo>
                    <a:pt x="129" y="498"/>
                    <a:pt x="150" y="512"/>
                    <a:pt x="161" y="518"/>
                  </a:cubicBezTo>
                  <a:cubicBezTo>
                    <a:pt x="172" y="524"/>
                    <a:pt x="206" y="563"/>
                    <a:pt x="225" y="570"/>
                  </a:cubicBezTo>
                  <a:cubicBezTo>
                    <a:pt x="243" y="576"/>
                    <a:pt x="306" y="569"/>
                    <a:pt x="312" y="552"/>
                  </a:cubicBezTo>
                  <a:cubicBezTo>
                    <a:pt x="317" y="536"/>
                    <a:pt x="322" y="524"/>
                    <a:pt x="302" y="516"/>
                  </a:cubicBezTo>
                  <a:cubicBezTo>
                    <a:pt x="282" y="509"/>
                    <a:pt x="278" y="510"/>
                    <a:pt x="278" y="510"/>
                  </a:cubicBezTo>
                  <a:cubicBezTo>
                    <a:pt x="257" y="474"/>
                    <a:pt x="257" y="474"/>
                    <a:pt x="257" y="474"/>
                  </a:cubicBezTo>
                  <a:cubicBezTo>
                    <a:pt x="257" y="474"/>
                    <a:pt x="304" y="494"/>
                    <a:pt x="310" y="493"/>
                  </a:cubicBezTo>
                  <a:cubicBezTo>
                    <a:pt x="316" y="492"/>
                    <a:pt x="372" y="511"/>
                    <a:pt x="387" y="492"/>
                  </a:cubicBezTo>
                  <a:cubicBezTo>
                    <a:pt x="402" y="473"/>
                    <a:pt x="417" y="453"/>
                    <a:pt x="395" y="430"/>
                  </a:cubicBezTo>
                  <a:cubicBezTo>
                    <a:pt x="373" y="407"/>
                    <a:pt x="372" y="396"/>
                    <a:pt x="372" y="396"/>
                  </a:cubicBezTo>
                  <a:cubicBezTo>
                    <a:pt x="372" y="396"/>
                    <a:pt x="440" y="377"/>
                    <a:pt x="440" y="368"/>
                  </a:cubicBezTo>
                  <a:cubicBezTo>
                    <a:pt x="440" y="368"/>
                    <a:pt x="510" y="449"/>
                    <a:pt x="538" y="470"/>
                  </a:cubicBezTo>
                  <a:cubicBezTo>
                    <a:pt x="565" y="491"/>
                    <a:pt x="557" y="488"/>
                    <a:pt x="559" y="503"/>
                  </a:cubicBezTo>
                  <a:cubicBezTo>
                    <a:pt x="561" y="518"/>
                    <a:pt x="559" y="538"/>
                    <a:pt x="548" y="540"/>
                  </a:cubicBezTo>
                  <a:cubicBezTo>
                    <a:pt x="537" y="543"/>
                    <a:pt x="533" y="556"/>
                    <a:pt x="541" y="555"/>
                  </a:cubicBezTo>
                  <a:cubicBezTo>
                    <a:pt x="550" y="554"/>
                    <a:pt x="557" y="557"/>
                    <a:pt x="567" y="550"/>
                  </a:cubicBezTo>
                  <a:cubicBezTo>
                    <a:pt x="576" y="544"/>
                    <a:pt x="593" y="514"/>
                    <a:pt x="615" y="531"/>
                  </a:cubicBezTo>
                  <a:cubicBezTo>
                    <a:pt x="620" y="535"/>
                    <a:pt x="624" y="537"/>
                    <a:pt x="628" y="539"/>
                  </a:cubicBezTo>
                  <a:cubicBezTo>
                    <a:pt x="634" y="544"/>
                    <a:pt x="638" y="549"/>
                    <a:pt x="639" y="559"/>
                  </a:cubicBezTo>
                  <a:cubicBezTo>
                    <a:pt x="640" y="569"/>
                    <a:pt x="649" y="589"/>
                    <a:pt x="658" y="591"/>
                  </a:cubicBezTo>
                  <a:cubicBezTo>
                    <a:pt x="666" y="593"/>
                    <a:pt x="666" y="586"/>
                    <a:pt x="666" y="586"/>
                  </a:cubicBezTo>
                  <a:cubicBezTo>
                    <a:pt x="666" y="586"/>
                    <a:pt x="655" y="570"/>
                    <a:pt x="655" y="564"/>
                  </a:cubicBezTo>
                  <a:cubicBezTo>
                    <a:pt x="655" y="556"/>
                    <a:pt x="651" y="544"/>
                    <a:pt x="651" y="544"/>
                  </a:cubicBezTo>
                  <a:cubicBezTo>
                    <a:pt x="651" y="544"/>
                    <a:pt x="653" y="531"/>
                    <a:pt x="657" y="533"/>
                  </a:cubicBezTo>
                  <a:cubicBezTo>
                    <a:pt x="661" y="535"/>
                    <a:pt x="676" y="544"/>
                    <a:pt x="684" y="551"/>
                  </a:cubicBezTo>
                  <a:cubicBezTo>
                    <a:pt x="695" y="560"/>
                    <a:pt x="711" y="564"/>
                    <a:pt x="715" y="561"/>
                  </a:cubicBezTo>
                  <a:cubicBezTo>
                    <a:pt x="720" y="557"/>
                    <a:pt x="724" y="555"/>
                    <a:pt x="712" y="548"/>
                  </a:cubicBezTo>
                  <a:cubicBezTo>
                    <a:pt x="700" y="541"/>
                    <a:pt x="698" y="539"/>
                    <a:pt x="698" y="539"/>
                  </a:cubicBezTo>
                  <a:cubicBezTo>
                    <a:pt x="698" y="539"/>
                    <a:pt x="727" y="553"/>
                    <a:pt x="726" y="536"/>
                  </a:cubicBezTo>
                  <a:cubicBezTo>
                    <a:pt x="726" y="536"/>
                    <a:pt x="727" y="534"/>
                    <a:pt x="712" y="530"/>
                  </a:cubicBezTo>
                  <a:close/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DDA6D5F3-3FEB-E175-758B-183B75A748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1420" y="1156036"/>
              <a:ext cx="600781" cy="592564"/>
            </a:xfrm>
            <a:custGeom>
              <a:avLst/>
              <a:gdLst/>
              <a:ahLst/>
              <a:cxnLst>
                <a:cxn ang="0">
                  <a:pos x="773" y="787"/>
                </a:cxn>
                <a:cxn ang="0">
                  <a:pos x="742" y="760"/>
                </a:cxn>
                <a:cxn ang="0">
                  <a:pos x="687" y="717"/>
                </a:cxn>
                <a:cxn ang="0">
                  <a:pos x="681" y="645"/>
                </a:cxn>
                <a:cxn ang="0">
                  <a:pos x="688" y="636"/>
                </a:cxn>
                <a:cxn ang="0">
                  <a:pos x="664" y="613"/>
                </a:cxn>
                <a:cxn ang="0">
                  <a:pos x="645" y="546"/>
                </a:cxn>
                <a:cxn ang="0">
                  <a:pos x="612" y="326"/>
                </a:cxn>
                <a:cxn ang="0">
                  <a:pos x="666" y="195"/>
                </a:cxn>
                <a:cxn ang="0">
                  <a:pos x="735" y="181"/>
                </a:cxn>
                <a:cxn ang="0">
                  <a:pos x="740" y="166"/>
                </a:cxn>
                <a:cxn ang="0">
                  <a:pos x="747" y="150"/>
                </a:cxn>
                <a:cxn ang="0">
                  <a:pos x="745" y="110"/>
                </a:cxn>
                <a:cxn ang="0">
                  <a:pos x="713" y="19"/>
                </a:cxn>
                <a:cxn ang="0">
                  <a:pos x="589" y="112"/>
                </a:cxn>
                <a:cxn ang="0">
                  <a:pos x="432" y="159"/>
                </a:cxn>
                <a:cxn ang="0">
                  <a:pos x="244" y="279"/>
                </a:cxn>
                <a:cxn ang="0">
                  <a:pos x="198" y="477"/>
                </a:cxn>
                <a:cxn ang="0">
                  <a:pos x="294" y="604"/>
                </a:cxn>
                <a:cxn ang="0">
                  <a:pos x="142" y="581"/>
                </a:cxn>
                <a:cxn ang="0">
                  <a:pos x="86" y="554"/>
                </a:cxn>
                <a:cxn ang="0">
                  <a:pos x="6" y="699"/>
                </a:cxn>
                <a:cxn ang="0">
                  <a:pos x="66" y="710"/>
                </a:cxn>
                <a:cxn ang="0">
                  <a:pos x="118" y="649"/>
                </a:cxn>
                <a:cxn ang="0">
                  <a:pos x="145" y="644"/>
                </a:cxn>
                <a:cxn ang="0">
                  <a:pos x="207" y="699"/>
                </a:cxn>
                <a:cxn ang="0">
                  <a:pos x="344" y="770"/>
                </a:cxn>
                <a:cxn ang="0">
                  <a:pos x="421" y="712"/>
                </a:cxn>
                <a:cxn ang="0">
                  <a:pos x="421" y="602"/>
                </a:cxn>
                <a:cxn ang="0">
                  <a:pos x="562" y="569"/>
                </a:cxn>
                <a:cxn ang="0">
                  <a:pos x="650" y="741"/>
                </a:cxn>
                <a:cxn ang="0">
                  <a:pos x="641" y="799"/>
                </a:cxn>
                <a:cxn ang="0">
                  <a:pos x="668" y="808"/>
                </a:cxn>
                <a:cxn ang="0">
                  <a:pos x="701" y="818"/>
                </a:cxn>
                <a:cxn ang="0">
                  <a:pos x="712" y="848"/>
                </a:cxn>
                <a:cxn ang="0">
                  <a:pos x="725" y="807"/>
                </a:cxn>
                <a:cxn ang="0">
                  <a:pos x="759" y="824"/>
                </a:cxn>
                <a:cxn ang="0">
                  <a:pos x="785" y="829"/>
                </a:cxn>
                <a:cxn ang="0">
                  <a:pos x="812" y="816"/>
                </a:cxn>
                <a:cxn ang="0">
                  <a:pos x="446" y="489"/>
                </a:cxn>
                <a:cxn ang="0">
                  <a:pos x="402" y="505"/>
                </a:cxn>
                <a:cxn ang="0">
                  <a:pos x="448" y="489"/>
                </a:cxn>
                <a:cxn ang="0">
                  <a:pos x="446" y="489"/>
                </a:cxn>
                <a:cxn ang="0">
                  <a:pos x="501" y="382"/>
                </a:cxn>
                <a:cxn ang="0">
                  <a:pos x="525" y="390"/>
                </a:cxn>
              </a:cxnLst>
              <a:rect l="0" t="0" r="r" b="b"/>
              <a:pathLst>
                <a:path w="815" h="856">
                  <a:moveTo>
                    <a:pt x="798" y="808"/>
                  </a:moveTo>
                  <a:cubicBezTo>
                    <a:pt x="782" y="802"/>
                    <a:pt x="773" y="787"/>
                    <a:pt x="773" y="787"/>
                  </a:cubicBezTo>
                  <a:cubicBezTo>
                    <a:pt x="773" y="787"/>
                    <a:pt x="769" y="781"/>
                    <a:pt x="763" y="775"/>
                  </a:cubicBezTo>
                  <a:cubicBezTo>
                    <a:pt x="758" y="769"/>
                    <a:pt x="745" y="764"/>
                    <a:pt x="742" y="760"/>
                  </a:cubicBezTo>
                  <a:cubicBezTo>
                    <a:pt x="739" y="756"/>
                    <a:pt x="734" y="750"/>
                    <a:pt x="717" y="741"/>
                  </a:cubicBezTo>
                  <a:cubicBezTo>
                    <a:pt x="700" y="732"/>
                    <a:pt x="687" y="717"/>
                    <a:pt x="687" y="717"/>
                  </a:cubicBezTo>
                  <a:cubicBezTo>
                    <a:pt x="687" y="717"/>
                    <a:pt x="664" y="660"/>
                    <a:pt x="664" y="649"/>
                  </a:cubicBezTo>
                  <a:cubicBezTo>
                    <a:pt x="664" y="649"/>
                    <a:pt x="682" y="654"/>
                    <a:pt x="681" y="645"/>
                  </a:cubicBezTo>
                  <a:cubicBezTo>
                    <a:pt x="681" y="645"/>
                    <a:pt x="675" y="638"/>
                    <a:pt x="674" y="635"/>
                  </a:cubicBezTo>
                  <a:cubicBezTo>
                    <a:pt x="674" y="635"/>
                    <a:pt x="686" y="638"/>
                    <a:pt x="688" y="636"/>
                  </a:cubicBezTo>
                  <a:cubicBezTo>
                    <a:pt x="689" y="633"/>
                    <a:pt x="690" y="628"/>
                    <a:pt x="683" y="627"/>
                  </a:cubicBezTo>
                  <a:cubicBezTo>
                    <a:pt x="675" y="627"/>
                    <a:pt x="665" y="616"/>
                    <a:pt x="664" y="613"/>
                  </a:cubicBezTo>
                  <a:cubicBezTo>
                    <a:pt x="663" y="609"/>
                    <a:pt x="653" y="600"/>
                    <a:pt x="653" y="600"/>
                  </a:cubicBezTo>
                  <a:cubicBezTo>
                    <a:pt x="653" y="600"/>
                    <a:pt x="645" y="564"/>
                    <a:pt x="645" y="546"/>
                  </a:cubicBezTo>
                  <a:cubicBezTo>
                    <a:pt x="645" y="528"/>
                    <a:pt x="622" y="468"/>
                    <a:pt x="618" y="457"/>
                  </a:cubicBezTo>
                  <a:cubicBezTo>
                    <a:pt x="614" y="445"/>
                    <a:pt x="604" y="351"/>
                    <a:pt x="612" y="326"/>
                  </a:cubicBezTo>
                  <a:cubicBezTo>
                    <a:pt x="619" y="300"/>
                    <a:pt x="642" y="242"/>
                    <a:pt x="623" y="211"/>
                  </a:cubicBezTo>
                  <a:cubicBezTo>
                    <a:pt x="623" y="211"/>
                    <a:pt x="658" y="202"/>
                    <a:pt x="666" y="195"/>
                  </a:cubicBezTo>
                  <a:cubicBezTo>
                    <a:pt x="673" y="187"/>
                    <a:pt x="698" y="201"/>
                    <a:pt x="706" y="201"/>
                  </a:cubicBezTo>
                  <a:cubicBezTo>
                    <a:pt x="714" y="201"/>
                    <a:pt x="738" y="206"/>
                    <a:pt x="735" y="181"/>
                  </a:cubicBezTo>
                  <a:cubicBezTo>
                    <a:pt x="735" y="181"/>
                    <a:pt x="744" y="175"/>
                    <a:pt x="744" y="172"/>
                  </a:cubicBezTo>
                  <a:cubicBezTo>
                    <a:pt x="744" y="169"/>
                    <a:pt x="740" y="166"/>
                    <a:pt x="740" y="166"/>
                  </a:cubicBezTo>
                  <a:cubicBezTo>
                    <a:pt x="740" y="166"/>
                    <a:pt x="747" y="163"/>
                    <a:pt x="747" y="160"/>
                  </a:cubicBezTo>
                  <a:cubicBezTo>
                    <a:pt x="747" y="158"/>
                    <a:pt x="747" y="150"/>
                    <a:pt x="747" y="150"/>
                  </a:cubicBezTo>
                  <a:cubicBezTo>
                    <a:pt x="747" y="150"/>
                    <a:pt x="759" y="145"/>
                    <a:pt x="755" y="136"/>
                  </a:cubicBezTo>
                  <a:cubicBezTo>
                    <a:pt x="751" y="127"/>
                    <a:pt x="740" y="119"/>
                    <a:pt x="745" y="110"/>
                  </a:cubicBezTo>
                  <a:cubicBezTo>
                    <a:pt x="750" y="101"/>
                    <a:pt x="760" y="85"/>
                    <a:pt x="753" y="68"/>
                  </a:cubicBezTo>
                  <a:cubicBezTo>
                    <a:pt x="747" y="51"/>
                    <a:pt x="752" y="33"/>
                    <a:pt x="713" y="19"/>
                  </a:cubicBezTo>
                  <a:cubicBezTo>
                    <a:pt x="675" y="4"/>
                    <a:pt x="639" y="0"/>
                    <a:pt x="610" y="37"/>
                  </a:cubicBezTo>
                  <a:cubicBezTo>
                    <a:pt x="591" y="62"/>
                    <a:pt x="589" y="112"/>
                    <a:pt x="589" y="112"/>
                  </a:cubicBezTo>
                  <a:cubicBezTo>
                    <a:pt x="589" y="112"/>
                    <a:pt x="585" y="123"/>
                    <a:pt x="567" y="127"/>
                  </a:cubicBezTo>
                  <a:cubicBezTo>
                    <a:pt x="549" y="130"/>
                    <a:pt x="479" y="129"/>
                    <a:pt x="432" y="159"/>
                  </a:cubicBezTo>
                  <a:cubicBezTo>
                    <a:pt x="385" y="188"/>
                    <a:pt x="340" y="196"/>
                    <a:pt x="325" y="209"/>
                  </a:cubicBezTo>
                  <a:cubicBezTo>
                    <a:pt x="309" y="221"/>
                    <a:pt x="253" y="271"/>
                    <a:pt x="244" y="279"/>
                  </a:cubicBezTo>
                  <a:cubicBezTo>
                    <a:pt x="235" y="287"/>
                    <a:pt x="198" y="328"/>
                    <a:pt x="188" y="334"/>
                  </a:cubicBezTo>
                  <a:cubicBezTo>
                    <a:pt x="178" y="340"/>
                    <a:pt x="132" y="429"/>
                    <a:pt x="198" y="477"/>
                  </a:cubicBezTo>
                  <a:cubicBezTo>
                    <a:pt x="198" y="477"/>
                    <a:pt x="233" y="511"/>
                    <a:pt x="246" y="541"/>
                  </a:cubicBezTo>
                  <a:cubicBezTo>
                    <a:pt x="259" y="572"/>
                    <a:pt x="294" y="604"/>
                    <a:pt x="294" y="604"/>
                  </a:cubicBezTo>
                  <a:cubicBezTo>
                    <a:pt x="294" y="604"/>
                    <a:pt x="298" y="613"/>
                    <a:pt x="224" y="602"/>
                  </a:cubicBezTo>
                  <a:cubicBezTo>
                    <a:pt x="224" y="602"/>
                    <a:pt x="152" y="595"/>
                    <a:pt x="142" y="581"/>
                  </a:cubicBezTo>
                  <a:cubicBezTo>
                    <a:pt x="132" y="568"/>
                    <a:pt x="136" y="569"/>
                    <a:pt x="124" y="563"/>
                  </a:cubicBezTo>
                  <a:cubicBezTo>
                    <a:pt x="112" y="556"/>
                    <a:pt x="94" y="554"/>
                    <a:pt x="86" y="554"/>
                  </a:cubicBezTo>
                  <a:cubicBezTo>
                    <a:pt x="79" y="554"/>
                    <a:pt x="72" y="545"/>
                    <a:pt x="64" y="554"/>
                  </a:cubicBezTo>
                  <a:cubicBezTo>
                    <a:pt x="56" y="563"/>
                    <a:pt x="0" y="659"/>
                    <a:pt x="6" y="699"/>
                  </a:cubicBezTo>
                  <a:cubicBezTo>
                    <a:pt x="13" y="738"/>
                    <a:pt x="23" y="760"/>
                    <a:pt x="45" y="750"/>
                  </a:cubicBezTo>
                  <a:cubicBezTo>
                    <a:pt x="66" y="740"/>
                    <a:pt x="66" y="716"/>
                    <a:pt x="66" y="710"/>
                  </a:cubicBezTo>
                  <a:cubicBezTo>
                    <a:pt x="66" y="704"/>
                    <a:pt x="75" y="691"/>
                    <a:pt x="78" y="688"/>
                  </a:cubicBezTo>
                  <a:cubicBezTo>
                    <a:pt x="81" y="685"/>
                    <a:pt x="113" y="649"/>
                    <a:pt x="118" y="649"/>
                  </a:cubicBezTo>
                  <a:cubicBezTo>
                    <a:pt x="123" y="649"/>
                    <a:pt x="137" y="654"/>
                    <a:pt x="140" y="649"/>
                  </a:cubicBezTo>
                  <a:cubicBezTo>
                    <a:pt x="142" y="645"/>
                    <a:pt x="145" y="644"/>
                    <a:pt x="145" y="644"/>
                  </a:cubicBezTo>
                  <a:cubicBezTo>
                    <a:pt x="145" y="644"/>
                    <a:pt x="212" y="661"/>
                    <a:pt x="217" y="669"/>
                  </a:cubicBezTo>
                  <a:cubicBezTo>
                    <a:pt x="223" y="677"/>
                    <a:pt x="199" y="688"/>
                    <a:pt x="207" y="699"/>
                  </a:cubicBezTo>
                  <a:cubicBezTo>
                    <a:pt x="215" y="711"/>
                    <a:pt x="223" y="722"/>
                    <a:pt x="270" y="740"/>
                  </a:cubicBezTo>
                  <a:cubicBezTo>
                    <a:pt x="317" y="757"/>
                    <a:pt x="331" y="771"/>
                    <a:pt x="344" y="770"/>
                  </a:cubicBezTo>
                  <a:cubicBezTo>
                    <a:pt x="356" y="769"/>
                    <a:pt x="423" y="765"/>
                    <a:pt x="432" y="744"/>
                  </a:cubicBezTo>
                  <a:cubicBezTo>
                    <a:pt x="441" y="724"/>
                    <a:pt x="426" y="712"/>
                    <a:pt x="421" y="712"/>
                  </a:cubicBezTo>
                  <a:cubicBezTo>
                    <a:pt x="417" y="712"/>
                    <a:pt x="428" y="691"/>
                    <a:pt x="428" y="685"/>
                  </a:cubicBezTo>
                  <a:cubicBezTo>
                    <a:pt x="428" y="679"/>
                    <a:pt x="424" y="605"/>
                    <a:pt x="421" y="602"/>
                  </a:cubicBezTo>
                  <a:cubicBezTo>
                    <a:pt x="419" y="599"/>
                    <a:pt x="535" y="548"/>
                    <a:pt x="548" y="531"/>
                  </a:cubicBezTo>
                  <a:cubicBezTo>
                    <a:pt x="548" y="531"/>
                    <a:pt x="557" y="545"/>
                    <a:pt x="562" y="569"/>
                  </a:cubicBezTo>
                  <a:cubicBezTo>
                    <a:pt x="566" y="594"/>
                    <a:pt x="613" y="668"/>
                    <a:pt x="623" y="693"/>
                  </a:cubicBezTo>
                  <a:cubicBezTo>
                    <a:pt x="633" y="717"/>
                    <a:pt x="648" y="727"/>
                    <a:pt x="650" y="741"/>
                  </a:cubicBezTo>
                  <a:cubicBezTo>
                    <a:pt x="652" y="755"/>
                    <a:pt x="660" y="773"/>
                    <a:pt x="660" y="773"/>
                  </a:cubicBezTo>
                  <a:cubicBezTo>
                    <a:pt x="660" y="773"/>
                    <a:pt x="657" y="797"/>
                    <a:pt x="641" y="799"/>
                  </a:cubicBezTo>
                  <a:cubicBezTo>
                    <a:pt x="641" y="799"/>
                    <a:pt x="631" y="805"/>
                    <a:pt x="643" y="809"/>
                  </a:cubicBezTo>
                  <a:cubicBezTo>
                    <a:pt x="654" y="813"/>
                    <a:pt x="665" y="814"/>
                    <a:pt x="668" y="808"/>
                  </a:cubicBezTo>
                  <a:cubicBezTo>
                    <a:pt x="671" y="803"/>
                    <a:pt x="685" y="773"/>
                    <a:pt x="695" y="786"/>
                  </a:cubicBezTo>
                  <a:cubicBezTo>
                    <a:pt x="704" y="799"/>
                    <a:pt x="707" y="808"/>
                    <a:pt x="701" y="818"/>
                  </a:cubicBezTo>
                  <a:cubicBezTo>
                    <a:pt x="695" y="828"/>
                    <a:pt x="693" y="846"/>
                    <a:pt x="701" y="851"/>
                  </a:cubicBezTo>
                  <a:cubicBezTo>
                    <a:pt x="709" y="856"/>
                    <a:pt x="712" y="848"/>
                    <a:pt x="712" y="848"/>
                  </a:cubicBezTo>
                  <a:cubicBezTo>
                    <a:pt x="712" y="848"/>
                    <a:pt x="712" y="835"/>
                    <a:pt x="716" y="829"/>
                  </a:cubicBezTo>
                  <a:cubicBezTo>
                    <a:pt x="720" y="824"/>
                    <a:pt x="725" y="807"/>
                    <a:pt x="725" y="807"/>
                  </a:cubicBezTo>
                  <a:cubicBezTo>
                    <a:pt x="725" y="807"/>
                    <a:pt x="732" y="792"/>
                    <a:pt x="736" y="796"/>
                  </a:cubicBezTo>
                  <a:cubicBezTo>
                    <a:pt x="740" y="799"/>
                    <a:pt x="755" y="812"/>
                    <a:pt x="759" y="824"/>
                  </a:cubicBezTo>
                  <a:cubicBezTo>
                    <a:pt x="763" y="835"/>
                    <a:pt x="779" y="844"/>
                    <a:pt x="784" y="844"/>
                  </a:cubicBezTo>
                  <a:cubicBezTo>
                    <a:pt x="790" y="844"/>
                    <a:pt x="796" y="840"/>
                    <a:pt x="785" y="829"/>
                  </a:cubicBezTo>
                  <a:cubicBezTo>
                    <a:pt x="775" y="817"/>
                    <a:pt x="777" y="815"/>
                    <a:pt x="777" y="815"/>
                  </a:cubicBezTo>
                  <a:cubicBezTo>
                    <a:pt x="777" y="815"/>
                    <a:pt x="809" y="835"/>
                    <a:pt x="812" y="816"/>
                  </a:cubicBezTo>
                  <a:cubicBezTo>
                    <a:pt x="812" y="816"/>
                    <a:pt x="815" y="813"/>
                    <a:pt x="798" y="808"/>
                  </a:cubicBezTo>
                  <a:close/>
                  <a:moveTo>
                    <a:pt x="446" y="489"/>
                  </a:moveTo>
                  <a:cubicBezTo>
                    <a:pt x="431" y="494"/>
                    <a:pt x="404" y="518"/>
                    <a:pt x="404" y="518"/>
                  </a:cubicBezTo>
                  <a:cubicBezTo>
                    <a:pt x="402" y="505"/>
                    <a:pt x="402" y="505"/>
                    <a:pt x="402" y="505"/>
                  </a:cubicBezTo>
                  <a:cubicBezTo>
                    <a:pt x="406" y="500"/>
                    <a:pt x="435" y="492"/>
                    <a:pt x="446" y="489"/>
                  </a:cubicBezTo>
                  <a:cubicBezTo>
                    <a:pt x="447" y="489"/>
                    <a:pt x="447" y="489"/>
                    <a:pt x="448" y="489"/>
                  </a:cubicBezTo>
                  <a:cubicBezTo>
                    <a:pt x="452" y="488"/>
                    <a:pt x="450" y="488"/>
                    <a:pt x="446" y="489"/>
                  </a:cubicBezTo>
                  <a:cubicBezTo>
                    <a:pt x="446" y="489"/>
                    <a:pt x="446" y="489"/>
                    <a:pt x="446" y="489"/>
                  </a:cubicBezTo>
                  <a:close/>
                  <a:moveTo>
                    <a:pt x="501" y="384"/>
                  </a:moveTo>
                  <a:cubicBezTo>
                    <a:pt x="501" y="382"/>
                    <a:pt x="501" y="382"/>
                    <a:pt x="501" y="382"/>
                  </a:cubicBezTo>
                  <a:cubicBezTo>
                    <a:pt x="510" y="381"/>
                    <a:pt x="519" y="365"/>
                    <a:pt x="519" y="365"/>
                  </a:cubicBezTo>
                  <a:cubicBezTo>
                    <a:pt x="516" y="370"/>
                    <a:pt x="525" y="390"/>
                    <a:pt x="525" y="390"/>
                  </a:cubicBezTo>
                  <a:cubicBezTo>
                    <a:pt x="516" y="386"/>
                    <a:pt x="501" y="384"/>
                    <a:pt x="501" y="384"/>
                  </a:cubicBezTo>
                  <a:close/>
                </a:path>
              </a:pathLst>
            </a:custGeom>
            <a:ln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0D3E09AF-5DEF-C709-1966-ABD976F7F6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1849" y="1214002"/>
              <a:ext cx="776357" cy="534599"/>
            </a:xfrm>
            <a:custGeom>
              <a:avLst/>
              <a:gdLst/>
              <a:ahLst/>
              <a:cxnLst>
                <a:cxn ang="0">
                  <a:pos x="1021" y="46"/>
                </a:cxn>
                <a:cxn ang="0">
                  <a:pos x="878" y="52"/>
                </a:cxn>
                <a:cxn ang="0">
                  <a:pos x="678" y="21"/>
                </a:cxn>
                <a:cxn ang="0">
                  <a:pos x="438" y="47"/>
                </a:cxn>
                <a:cxn ang="0">
                  <a:pos x="324" y="174"/>
                </a:cxn>
                <a:cxn ang="0">
                  <a:pos x="324" y="443"/>
                </a:cxn>
                <a:cxn ang="0">
                  <a:pos x="65" y="566"/>
                </a:cxn>
                <a:cxn ang="0">
                  <a:pos x="12" y="603"/>
                </a:cxn>
                <a:cxn ang="0">
                  <a:pos x="72" y="680"/>
                </a:cxn>
                <a:cxn ang="0">
                  <a:pos x="193" y="678"/>
                </a:cxn>
                <a:cxn ang="0">
                  <a:pos x="136" y="622"/>
                </a:cxn>
                <a:cxn ang="0">
                  <a:pos x="133" y="604"/>
                </a:cxn>
                <a:cxn ang="0">
                  <a:pos x="339" y="523"/>
                </a:cxn>
                <a:cxn ang="0">
                  <a:pos x="452" y="405"/>
                </a:cxn>
                <a:cxn ang="0">
                  <a:pos x="491" y="336"/>
                </a:cxn>
                <a:cxn ang="0">
                  <a:pos x="622" y="349"/>
                </a:cxn>
                <a:cxn ang="0">
                  <a:pos x="467" y="582"/>
                </a:cxn>
                <a:cxn ang="0">
                  <a:pos x="422" y="648"/>
                </a:cxn>
                <a:cxn ang="0">
                  <a:pos x="529" y="713"/>
                </a:cxn>
                <a:cxn ang="0">
                  <a:pos x="637" y="669"/>
                </a:cxn>
                <a:cxn ang="0">
                  <a:pos x="544" y="609"/>
                </a:cxn>
                <a:cxn ang="0">
                  <a:pos x="617" y="505"/>
                </a:cxn>
                <a:cxn ang="0">
                  <a:pos x="734" y="350"/>
                </a:cxn>
                <a:cxn ang="0">
                  <a:pos x="738" y="387"/>
                </a:cxn>
                <a:cxn ang="0">
                  <a:pos x="764" y="586"/>
                </a:cxn>
                <a:cxn ang="0">
                  <a:pos x="795" y="710"/>
                </a:cxn>
                <a:cxn ang="0">
                  <a:pos x="784" y="737"/>
                </a:cxn>
                <a:cxn ang="0">
                  <a:pos x="832" y="711"/>
                </a:cxn>
                <a:cxn ang="0">
                  <a:pos x="860" y="770"/>
                </a:cxn>
                <a:cxn ang="0">
                  <a:pos x="862" y="733"/>
                </a:cxn>
                <a:cxn ang="0">
                  <a:pos x="927" y="755"/>
                </a:cxn>
                <a:cxn ang="0">
                  <a:pos x="941" y="740"/>
                </a:cxn>
                <a:cxn ang="0">
                  <a:pos x="907" y="706"/>
                </a:cxn>
                <a:cxn ang="0">
                  <a:pos x="831" y="663"/>
                </a:cxn>
                <a:cxn ang="0">
                  <a:pos x="858" y="587"/>
                </a:cxn>
                <a:cxn ang="0">
                  <a:pos x="906" y="586"/>
                </a:cxn>
                <a:cxn ang="0">
                  <a:pos x="917" y="582"/>
                </a:cxn>
                <a:cxn ang="0">
                  <a:pos x="878" y="567"/>
                </a:cxn>
                <a:cxn ang="0">
                  <a:pos x="820" y="445"/>
                </a:cxn>
                <a:cxn ang="0">
                  <a:pos x="824" y="296"/>
                </a:cxn>
                <a:cxn ang="0">
                  <a:pos x="890" y="185"/>
                </a:cxn>
                <a:cxn ang="0">
                  <a:pos x="924" y="210"/>
                </a:cxn>
                <a:cxn ang="0">
                  <a:pos x="965" y="209"/>
                </a:cxn>
                <a:cxn ang="0">
                  <a:pos x="973" y="200"/>
                </a:cxn>
                <a:cxn ang="0">
                  <a:pos x="976" y="199"/>
                </a:cxn>
                <a:cxn ang="0">
                  <a:pos x="987" y="189"/>
                </a:cxn>
                <a:cxn ang="0">
                  <a:pos x="1002" y="176"/>
                </a:cxn>
                <a:cxn ang="0">
                  <a:pos x="1008" y="154"/>
                </a:cxn>
                <a:cxn ang="0">
                  <a:pos x="1031" y="59"/>
                </a:cxn>
                <a:cxn ang="0">
                  <a:pos x="673" y="254"/>
                </a:cxn>
                <a:cxn ang="0">
                  <a:pos x="730" y="250"/>
                </a:cxn>
                <a:cxn ang="0">
                  <a:pos x="728" y="310"/>
                </a:cxn>
              </a:cxnLst>
              <a:rect l="0" t="0" r="r" b="b"/>
              <a:pathLst>
                <a:path w="1055" h="772">
                  <a:moveTo>
                    <a:pt x="1031" y="59"/>
                  </a:moveTo>
                  <a:cubicBezTo>
                    <a:pt x="1027" y="54"/>
                    <a:pt x="1024" y="50"/>
                    <a:pt x="1021" y="46"/>
                  </a:cubicBezTo>
                  <a:cubicBezTo>
                    <a:pt x="1014" y="34"/>
                    <a:pt x="1004" y="24"/>
                    <a:pt x="991" y="19"/>
                  </a:cubicBezTo>
                  <a:cubicBezTo>
                    <a:pt x="946" y="0"/>
                    <a:pt x="915" y="1"/>
                    <a:pt x="878" y="52"/>
                  </a:cubicBezTo>
                  <a:cubicBezTo>
                    <a:pt x="878" y="52"/>
                    <a:pt x="865" y="78"/>
                    <a:pt x="830" y="66"/>
                  </a:cubicBezTo>
                  <a:cubicBezTo>
                    <a:pt x="795" y="54"/>
                    <a:pt x="710" y="22"/>
                    <a:pt x="678" y="21"/>
                  </a:cubicBezTo>
                  <a:cubicBezTo>
                    <a:pt x="646" y="20"/>
                    <a:pt x="551" y="4"/>
                    <a:pt x="503" y="27"/>
                  </a:cubicBezTo>
                  <a:cubicBezTo>
                    <a:pt x="454" y="50"/>
                    <a:pt x="460" y="47"/>
                    <a:pt x="438" y="47"/>
                  </a:cubicBezTo>
                  <a:cubicBezTo>
                    <a:pt x="416" y="47"/>
                    <a:pt x="366" y="67"/>
                    <a:pt x="352" y="88"/>
                  </a:cubicBezTo>
                  <a:cubicBezTo>
                    <a:pt x="337" y="109"/>
                    <a:pt x="322" y="163"/>
                    <a:pt x="324" y="174"/>
                  </a:cubicBezTo>
                  <a:cubicBezTo>
                    <a:pt x="326" y="184"/>
                    <a:pt x="317" y="245"/>
                    <a:pt x="340" y="338"/>
                  </a:cubicBezTo>
                  <a:cubicBezTo>
                    <a:pt x="363" y="430"/>
                    <a:pt x="332" y="441"/>
                    <a:pt x="324" y="443"/>
                  </a:cubicBezTo>
                  <a:cubicBezTo>
                    <a:pt x="317" y="445"/>
                    <a:pt x="238" y="447"/>
                    <a:pt x="153" y="523"/>
                  </a:cubicBezTo>
                  <a:cubicBezTo>
                    <a:pt x="153" y="523"/>
                    <a:pt x="92" y="565"/>
                    <a:pt x="65" y="566"/>
                  </a:cubicBezTo>
                  <a:cubicBezTo>
                    <a:pt x="39" y="567"/>
                    <a:pt x="51" y="564"/>
                    <a:pt x="33" y="578"/>
                  </a:cubicBezTo>
                  <a:cubicBezTo>
                    <a:pt x="15" y="593"/>
                    <a:pt x="12" y="603"/>
                    <a:pt x="12" y="603"/>
                  </a:cubicBezTo>
                  <a:cubicBezTo>
                    <a:pt x="12" y="603"/>
                    <a:pt x="0" y="606"/>
                    <a:pt x="3" y="615"/>
                  </a:cubicBezTo>
                  <a:cubicBezTo>
                    <a:pt x="6" y="625"/>
                    <a:pt x="34" y="648"/>
                    <a:pt x="72" y="680"/>
                  </a:cubicBezTo>
                  <a:cubicBezTo>
                    <a:pt x="110" y="711"/>
                    <a:pt x="146" y="743"/>
                    <a:pt x="197" y="711"/>
                  </a:cubicBezTo>
                  <a:cubicBezTo>
                    <a:pt x="197" y="711"/>
                    <a:pt x="213" y="692"/>
                    <a:pt x="193" y="678"/>
                  </a:cubicBezTo>
                  <a:cubicBezTo>
                    <a:pt x="173" y="663"/>
                    <a:pt x="159" y="663"/>
                    <a:pt x="159" y="663"/>
                  </a:cubicBezTo>
                  <a:cubicBezTo>
                    <a:pt x="159" y="663"/>
                    <a:pt x="136" y="628"/>
                    <a:pt x="136" y="622"/>
                  </a:cubicBezTo>
                  <a:cubicBezTo>
                    <a:pt x="136" y="615"/>
                    <a:pt x="147" y="604"/>
                    <a:pt x="144" y="604"/>
                  </a:cubicBezTo>
                  <a:cubicBezTo>
                    <a:pt x="140" y="604"/>
                    <a:pt x="133" y="604"/>
                    <a:pt x="133" y="604"/>
                  </a:cubicBezTo>
                  <a:cubicBezTo>
                    <a:pt x="133" y="604"/>
                    <a:pt x="178" y="575"/>
                    <a:pt x="204" y="573"/>
                  </a:cubicBezTo>
                  <a:cubicBezTo>
                    <a:pt x="229" y="571"/>
                    <a:pt x="322" y="534"/>
                    <a:pt x="339" y="523"/>
                  </a:cubicBezTo>
                  <a:cubicBezTo>
                    <a:pt x="356" y="513"/>
                    <a:pt x="404" y="507"/>
                    <a:pt x="413" y="493"/>
                  </a:cubicBezTo>
                  <a:cubicBezTo>
                    <a:pt x="421" y="479"/>
                    <a:pt x="442" y="438"/>
                    <a:pt x="452" y="405"/>
                  </a:cubicBezTo>
                  <a:cubicBezTo>
                    <a:pt x="463" y="371"/>
                    <a:pt x="472" y="362"/>
                    <a:pt x="478" y="359"/>
                  </a:cubicBezTo>
                  <a:cubicBezTo>
                    <a:pt x="485" y="356"/>
                    <a:pt x="491" y="336"/>
                    <a:pt x="491" y="336"/>
                  </a:cubicBezTo>
                  <a:cubicBezTo>
                    <a:pt x="491" y="336"/>
                    <a:pt x="531" y="315"/>
                    <a:pt x="544" y="315"/>
                  </a:cubicBezTo>
                  <a:cubicBezTo>
                    <a:pt x="557" y="315"/>
                    <a:pt x="614" y="333"/>
                    <a:pt x="622" y="349"/>
                  </a:cubicBezTo>
                  <a:cubicBezTo>
                    <a:pt x="622" y="349"/>
                    <a:pt x="562" y="401"/>
                    <a:pt x="553" y="438"/>
                  </a:cubicBezTo>
                  <a:cubicBezTo>
                    <a:pt x="545" y="475"/>
                    <a:pt x="492" y="566"/>
                    <a:pt x="467" y="582"/>
                  </a:cubicBezTo>
                  <a:cubicBezTo>
                    <a:pt x="441" y="597"/>
                    <a:pt x="458" y="566"/>
                    <a:pt x="432" y="610"/>
                  </a:cubicBezTo>
                  <a:cubicBezTo>
                    <a:pt x="432" y="610"/>
                    <a:pt x="418" y="635"/>
                    <a:pt x="422" y="648"/>
                  </a:cubicBezTo>
                  <a:cubicBezTo>
                    <a:pt x="422" y="648"/>
                    <a:pt x="404" y="661"/>
                    <a:pt x="424" y="673"/>
                  </a:cubicBezTo>
                  <a:cubicBezTo>
                    <a:pt x="443" y="686"/>
                    <a:pt x="514" y="706"/>
                    <a:pt x="529" y="713"/>
                  </a:cubicBezTo>
                  <a:cubicBezTo>
                    <a:pt x="544" y="719"/>
                    <a:pt x="625" y="716"/>
                    <a:pt x="635" y="702"/>
                  </a:cubicBezTo>
                  <a:cubicBezTo>
                    <a:pt x="644" y="688"/>
                    <a:pt x="652" y="676"/>
                    <a:pt x="637" y="669"/>
                  </a:cubicBezTo>
                  <a:cubicBezTo>
                    <a:pt x="622" y="663"/>
                    <a:pt x="594" y="660"/>
                    <a:pt x="594" y="660"/>
                  </a:cubicBezTo>
                  <a:cubicBezTo>
                    <a:pt x="594" y="660"/>
                    <a:pt x="544" y="619"/>
                    <a:pt x="544" y="609"/>
                  </a:cubicBezTo>
                  <a:cubicBezTo>
                    <a:pt x="544" y="599"/>
                    <a:pt x="551" y="590"/>
                    <a:pt x="544" y="590"/>
                  </a:cubicBezTo>
                  <a:cubicBezTo>
                    <a:pt x="544" y="590"/>
                    <a:pt x="583" y="527"/>
                    <a:pt x="617" y="505"/>
                  </a:cubicBezTo>
                  <a:cubicBezTo>
                    <a:pt x="651" y="484"/>
                    <a:pt x="708" y="403"/>
                    <a:pt x="708" y="391"/>
                  </a:cubicBezTo>
                  <a:cubicBezTo>
                    <a:pt x="708" y="380"/>
                    <a:pt x="734" y="350"/>
                    <a:pt x="734" y="350"/>
                  </a:cubicBezTo>
                  <a:cubicBezTo>
                    <a:pt x="737" y="347"/>
                    <a:pt x="737" y="347"/>
                    <a:pt x="737" y="347"/>
                  </a:cubicBezTo>
                  <a:cubicBezTo>
                    <a:pt x="738" y="364"/>
                    <a:pt x="739" y="379"/>
                    <a:pt x="738" y="387"/>
                  </a:cubicBezTo>
                  <a:cubicBezTo>
                    <a:pt x="737" y="415"/>
                    <a:pt x="727" y="433"/>
                    <a:pt x="735" y="451"/>
                  </a:cubicBezTo>
                  <a:cubicBezTo>
                    <a:pt x="744" y="469"/>
                    <a:pt x="738" y="507"/>
                    <a:pt x="764" y="586"/>
                  </a:cubicBezTo>
                  <a:cubicBezTo>
                    <a:pt x="789" y="665"/>
                    <a:pt x="786" y="678"/>
                    <a:pt x="788" y="690"/>
                  </a:cubicBezTo>
                  <a:cubicBezTo>
                    <a:pt x="790" y="703"/>
                    <a:pt x="795" y="710"/>
                    <a:pt x="795" y="710"/>
                  </a:cubicBezTo>
                  <a:cubicBezTo>
                    <a:pt x="795" y="710"/>
                    <a:pt x="790" y="728"/>
                    <a:pt x="781" y="728"/>
                  </a:cubicBezTo>
                  <a:cubicBezTo>
                    <a:pt x="771" y="728"/>
                    <a:pt x="777" y="735"/>
                    <a:pt x="784" y="737"/>
                  </a:cubicBezTo>
                  <a:cubicBezTo>
                    <a:pt x="808" y="742"/>
                    <a:pt x="809" y="720"/>
                    <a:pt x="812" y="719"/>
                  </a:cubicBezTo>
                  <a:cubicBezTo>
                    <a:pt x="815" y="718"/>
                    <a:pt x="827" y="711"/>
                    <a:pt x="832" y="711"/>
                  </a:cubicBezTo>
                  <a:cubicBezTo>
                    <a:pt x="838" y="711"/>
                    <a:pt x="850" y="721"/>
                    <a:pt x="848" y="743"/>
                  </a:cubicBezTo>
                  <a:cubicBezTo>
                    <a:pt x="846" y="765"/>
                    <a:pt x="854" y="772"/>
                    <a:pt x="860" y="770"/>
                  </a:cubicBezTo>
                  <a:cubicBezTo>
                    <a:pt x="864" y="769"/>
                    <a:pt x="860" y="757"/>
                    <a:pt x="861" y="754"/>
                  </a:cubicBezTo>
                  <a:cubicBezTo>
                    <a:pt x="862" y="751"/>
                    <a:pt x="862" y="733"/>
                    <a:pt x="862" y="733"/>
                  </a:cubicBezTo>
                  <a:cubicBezTo>
                    <a:pt x="862" y="733"/>
                    <a:pt x="868" y="716"/>
                    <a:pt x="881" y="722"/>
                  </a:cubicBezTo>
                  <a:cubicBezTo>
                    <a:pt x="894" y="728"/>
                    <a:pt x="919" y="758"/>
                    <a:pt x="927" y="755"/>
                  </a:cubicBezTo>
                  <a:cubicBezTo>
                    <a:pt x="936" y="752"/>
                    <a:pt x="934" y="747"/>
                    <a:pt x="934" y="747"/>
                  </a:cubicBezTo>
                  <a:cubicBezTo>
                    <a:pt x="934" y="747"/>
                    <a:pt x="940" y="746"/>
                    <a:pt x="941" y="740"/>
                  </a:cubicBezTo>
                  <a:cubicBezTo>
                    <a:pt x="942" y="734"/>
                    <a:pt x="939" y="733"/>
                    <a:pt x="928" y="726"/>
                  </a:cubicBezTo>
                  <a:cubicBezTo>
                    <a:pt x="916" y="719"/>
                    <a:pt x="919" y="713"/>
                    <a:pt x="907" y="706"/>
                  </a:cubicBezTo>
                  <a:cubicBezTo>
                    <a:pt x="895" y="700"/>
                    <a:pt x="879" y="695"/>
                    <a:pt x="862" y="679"/>
                  </a:cubicBezTo>
                  <a:cubicBezTo>
                    <a:pt x="845" y="662"/>
                    <a:pt x="831" y="671"/>
                    <a:pt x="831" y="663"/>
                  </a:cubicBezTo>
                  <a:cubicBezTo>
                    <a:pt x="831" y="654"/>
                    <a:pt x="815" y="596"/>
                    <a:pt x="820" y="592"/>
                  </a:cubicBezTo>
                  <a:cubicBezTo>
                    <a:pt x="841" y="574"/>
                    <a:pt x="848" y="586"/>
                    <a:pt x="858" y="587"/>
                  </a:cubicBezTo>
                  <a:cubicBezTo>
                    <a:pt x="867" y="588"/>
                    <a:pt x="904" y="599"/>
                    <a:pt x="907" y="595"/>
                  </a:cubicBezTo>
                  <a:cubicBezTo>
                    <a:pt x="910" y="591"/>
                    <a:pt x="911" y="586"/>
                    <a:pt x="906" y="586"/>
                  </a:cubicBezTo>
                  <a:cubicBezTo>
                    <a:pt x="906" y="586"/>
                    <a:pt x="906" y="586"/>
                    <a:pt x="906" y="586"/>
                  </a:cubicBezTo>
                  <a:cubicBezTo>
                    <a:pt x="911" y="586"/>
                    <a:pt x="917" y="585"/>
                    <a:pt x="917" y="582"/>
                  </a:cubicBezTo>
                  <a:cubicBezTo>
                    <a:pt x="916" y="576"/>
                    <a:pt x="906" y="575"/>
                    <a:pt x="906" y="575"/>
                  </a:cubicBezTo>
                  <a:cubicBezTo>
                    <a:pt x="906" y="575"/>
                    <a:pt x="886" y="574"/>
                    <a:pt x="878" y="567"/>
                  </a:cubicBezTo>
                  <a:cubicBezTo>
                    <a:pt x="869" y="559"/>
                    <a:pt x="820" y="538"/>
                    <a:pt x="823" y="514"/>
                  </a:cubicBezTo>
                  <a:cubicBezTo>
                    <a:pt x="826" y="490"/>
                    <a:pt x="823" y="453"/>
                    <a:pt x="820" y="445"/>
                  </a:cubicBezTo>
                  <a:cubicBezTo>
                    <a:pt x="816" y="438"/>
                    <a:pt x="809" y="403"/>
                    <a:pt x="814" y="368"/>
                  </a:cubicBezTo>
                  <a:cubicBezTo>
                    <a:pt x="820" y="333"/>
                    <a:pt x="824" y="296"/>
                    <a:pt x="824" y="296"/>
                  </a:cubicBezTo>
                  <a:cubicBezTo>
                    <a:pt x="824" y="296"/>
                    <a:pt x="864" y="203"/>
                    <a:pt x="861" y="188"/>
                  </a:cubicBezTo>
                  <a:cubicBezTo>
                    <a:pt x="861" y="188"/>
                    <a:pt x="886" y="188"/>
                    <a:pt x="890" y="185"/>
                  </a:cubicBezTo>
                  <a:cubicBezTo>
                    <a:pt x="893" y="184"/>
                    <a:pt x="906" y="196"/>
                    <a:pt x="920" y="205"/>
                  </a:cubicBezTo>
                  <a:cubicBezTo>
                    <a:pt x="921" y="208"/>
                    <a:pt x="923" y="209"/>
                    <a:pt x="924" y="210"/>
                  </a:cubicBezTo>
                  <a:cubicBezTo>
                    <a:pt x="930" y="214"/>
                    <a:pt x="942" y="225"/>
                    <a:pt x="953" y="219"/>
                  </a:cubicBezTo>
                  <a:cubicBezTo>
                    <a:pt x="958" y="216"/>
                    <a:pt x="962" y="212"/>
                    <a:pt x="965" y="209"/>
                  </a:cubicBezTo>
                  <a:cubicBezTo>
                    <a:pt x="968" y="208"/>
                    <a:pt x="972" y="208"/>
                    <a:pt x="973" y="206"/>
                  </a:cubicBezTo>
                  <a:cubicBezTo>
                    <a:pt x="974" y="204"/>
                    <a:pt x="974" y="201"/>
                    <a:pt x="973" y="200"/>
                  </a:cubicBezTo>
                  <a:cubicBezTo>
                    <a:pt x="974" y="199"/>
                    <a:pt x="975" y="199"/>
                    <a:pt x="976" y="199"/>
                  </a:cubicBezTo>
                  <a:cubicBezTo>
                    <a:pt x="976" y="199"/>
                    <a:pt x="976" y="199"/>
                    <a:pt x="976" y="199"/>
                  </a:cubicBezTo>
                  <a:cubicBezTo>
                    <a:pt x="978" y="199"/>
                    <a:pt x="981" y="199"/>
                    <a:pt x="982" y="198"/>
                  </a:cubicBezTo>
                  <a:cubicBezTo>
                    <a:pt x="983" y="196"/>
                    <a:pt x="987" y="189"/>
                    <a:pt x="987" y="189"/>
                  </a:cubicBezTo>
                  <a:cubicBezTo>
                    <a:pt x="987" y="189"/>
                    <a:pt x="1001" y="191"/>
                    <a:pt x="1002" y="181"/>
                  </a:cubicBezTo>
                  <a:cubicBezTo>
                    <a:pt x="1002" y="180"/>
                    <a:pt x="1002" y="178"/>
                    <a:pt x="1002" y="176"/>
                  </a:cubicBezTo>
                  <a:cubicBezTo>
                    <a:pt x="1003" y="171"/>
                    <a:pt x="1003" y="164"/>
                    <a:pt x="1004" y="158"/>
                  </a:cubicBezTo>
                  <a:cubicBezTo>
                    <a:pt x="1005" y="156"/>
                    <a:pt x="1006" y="155"/>
                    <a:pt x="1008" y="154"/>
                  </a:cubicBezTo>
                  <a:cubicBezTo>
                    <a:pt x="1017" y="149"/>
                    <a:pt x="1034" y="141"/>
                    <a:pt x="1038" y="123"/>
                  </a:cubicBezTo>
                  <a:cubicBezTo>
                    <a:pt x="1042" y="104"/>
                    <a:pt x="1055" y="92"/>
                    <a:pt x="1031" y="59"/>
                  </a:cubicBezTo>
                  <a:close/>
                  <a:moveTo>
                    <a:pt x="728" y="310"/>
                  </a:moveTo>
                  <a:cubicBezTo>
                    <a:pt x="704" y="273"/>
                    <a:pt x="677" y="256"/>
                    <a:pt x="673" y="254"/>
                  </a:cubicBezTo>
                  <a:cubicBezTo>
                    <a:pt x="669" y="252"/>
                    <a:pt x="677" y="250"/>
                    <a:pt x="684" y="250"/>
                  </a:cubicBezTo>
                  <a:cubicBezTo>
                    <a:pt x="692" y="250"/>
                    <a:pt x="730" y="250"/>
                    <a:pt x="730" y="250"/>
                  </a:cubicBezTo>
                  <a:cubicBezTo>
                    <a:pt x="730" y="250"/>
                    <a:pt x="733" y="283"/>
                    <a:pt x="735" y="317"/>
                  </a:cubicBezTo>
                  <a:cubicBezTo>
                    <a:pt x="732" y="315"/>
                    <a:pt x="729" y="313"/>
                    <a:pt x="728" y="310"/>
                  </a:cubicBezTo>
                  <a:close/>
                </a:path>
              </a:pathLst>
            </a:custGeom>
            <a:solidFill>
              <a:srgbClr val="5B9BD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7A385462-7997-73D7-8D1A-4902BAB65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703" y="1014333"/>
              <a:ext cx="807905" cy="734267"/>
            </a:xfrm>
            <a:custGeom>
              <a:avLst/>
              <a:gdLst/>
              <a:ahLst/>
              <a:cxnLst>
                <a:cxn ang="0">
                  <a:pos x="1082" y="117"/>
                </a:cxn>
                <a:cxn ang="0">
                  <a:pos x="1044" y="21"/>
                </a:cxn>
                <a:cxn ang="0">
                  <a:pos x="952" y="36"/>
                </a:cxn>
                <a:cxn ang="0">
                  <a:pos x="897" y="139"/>
                </a:cxn>
                <a:cxn ang="0">
                  <a:pos x="666" y="217"/>
                </a:cxn>
                <a:cxn ang="0">
                  <a:pos x="515" y="336"/>
                </a:cxn>
                <a:cxn ang="0">
                  <a:pos x="399" y="598"/>
                </a:cxn>
                <a:cxn ang="0">
                  <a:pos x="119" y="787"/>
                </a:cxn>
                <a:cxn ang="0">
                  <a:pos x="26" y="840"/>
                </a:cxn>
                <a:cxn ang="0">
                  <a:pos x="32" y="922"/>
                </a:cxn>
                <a:cxn ang="0">
                  <a:pos x="133" y="1009"/>
                </a:cxn>
                <a:cxn ang="0">
                  <a:pos x="125" y="902"/>
                </a:cxn>
                <a:cxn ang="0">
                  <a:pos x="125" y="869"/>
                </a:cxn>
                <a:cxn ang="0">
                  <a:pos x="382" y="729"/>
                </a:cxn>
                <a:cxn ang="0">
                  <a:pos x="539" y="612"/>
                </a:cxn>
                <a:cxn ang="0">
                  <a:pos x="569" y="664"/>
                </a:cxn>
                <a:cxn ang="0">
                  <a:pos x="589" y="718"/>
                </a:cxn>
                <a:cxn ang="0">
                  <a:pos x="496" y="895"/>
                </a:cxn>
                <a:cxn ang="0">
                  <a:pos x="434" y="957"/>
                </a:cxn>
                <a:cxn ang="0">
                  <a:pos x="442" y="1024"/>
                </a:cxn>
                <a:cxn ang="0">
                  <a:pos x="652" y="1037"/>
                </a:cxn>
                <a:cxn ang="0">
                  <a:pos x="606" y="984"/>
                </a:cxn>
                <a:cxn ang="0">
                  <a:pos x="565" y="931"/>
                </a:cxn>
                <a:cxn ang="0">
                  <a:pos x="620" y="832"/>
                </a:cxn>
                <a:cxn ang="0">
                  <a:pos x="705" y="704"/>
                </a:cxn>
                <a:cxn ang="0">
                  <a:pos x="716" y="566"/>
                </a:cxn>
                <a:cxn ang="0">
                  <a:pos x="720" y="451"/>
                </a:cxn>
                <a:cxn ang="0">
                  <a:pos x="910" y="440"/>
                </a:cxn>
                <a:cxn ang="0">
                  <a:pos x="1008" y="421"/>
                </a:cxn>
                <a:cxn ang="0">
                  <a:pos x="920" y="403"/>
                </a:cxn>
                <a:cxn ang="0">
                  <a:pos x="910" y="319"/>
                </a:cxn>
                <a:cxn ang="0">
                  <a:pos x="1004" y="210"/>
                </a:cxn>
                <a:cxn ang="0">
                  <a:pos x="1045" y="215"/>
                </a:cxn>
                <a:cxn ang="0">
                  <a:pos x="1077" y="191"/>
                </a:cxn>
                <a:cxn ang="0">
                  <a:pos x="1079" y="176"/>
                </a:cxn>
                <a:cxn ang="0">
                  <a:pos x="1086" y="158"/>
                </a:cxn>
              </a:cxnLst>
              <a:rect l="0" t="0" r="r" b="b"/>
              <a:pathLst>
                <a:path w="1098" h="1062">
                  <a:moveTo>
                    <a:pt x="1094" y="143"/>
                  </a:moveTo>
                  <a:cubicBezTo>
                    <a:pt x="1089" y="134"/>
                    <a:pt x="1077" y="127"/>
                    <a:pt x="1082" y="117"/>
                  </a:cubicBezTo>
                  <a:cubicBezTo>
                    <a:pt x="1087" y="107"/>
                    <a:pt x="1096" y="89"/>
                    <a:pt x="1089" y="71"/>
                  </a:cubicBezTo>
                  <a:cubicBezTo>
                    <a:pt x="1081" y="53"/>
                    <a:pt x="1085" y="35"/>
                    <a:pt x="1044" y="21"/>
                  </a:cubicBezTo>
                  <a:cubicBezTo>
                    <a:pt x="1044" y="21"/>
                    <a:pt x="1035" y="20"/>
                    <a:pt x="1029" y="18"/>
                  </a:cubicBezTo>
                  <a:cubicBezTo>
                    <a:pt x="976" y="0"/>
                    <a:pt x="952" y="36"/>
                    <a:pt x="952" y="36"/>
                  </a:cubicBezTo>
                  <a:cubicBezTo>
                    <a:pt x="952" y="36"/>
                    <a:pt x="915" y="78"/>
                    <a:pt x="920" y="107"/>
                  </a:cubicBezTo>
                  <a:cubicBezTo>
                    <a:pt x="926" y="135"/>
                    <a:pt x="912" y="140"/>
                    <a:pt x="897" y="139"/>
                  </a:cubicBezTo>
                  <a:cubicBezTo>
                    <a:pt x="883" y="139"/>
                    <a:pt x="826" y="144"/>
                    <a:pt x="748" y="186"/>
                  </a:cubicBezTo>
                  <a:cubicBezTo>
                    <a:pt x="713" y="205"/>
                    <a:pt x="683" y="196"/>
                    <a:pt x="666" y="217"/>
                  </a:cubicBezTo>
                  <a:cubicBezTo>
                    <a:pt x="658" y="227"/>
                    <a:pt x="613" y="259"/>
                    <a:pt x="591" y="271"/>
                  </a:cubicBezTo>
                  <a:cubicBezTo>
                    <a:pt x="569" y="282"/>
                    <a:pt x="530" y="315"/>
                    <a:pt x="515" y="336"/>
                  </a:cubicBezTo>
                  <a:cubicBezTo>
                    <a:pt x="515" y="336"/>
                    <a:pt x="428" y="392"/>
                    <a:pt x="433" y="456"/>
                  </a:cubicBezTo>
                  <a:cubicBezTo>
                    <a:pt x="439" y="519"/>
                    <a:pt x="393" y="557"/>
                    <a:pt x="399" y="598"/>
                  </a:cubicBezTo>
                  <a:cubicBezTo>
                    <a:pt x="399" y="598"/>
                    <a:pt x="319" y="647"/>
                    <a:pt x="282" y="656"/>
                  </a:cubicBezTo>
                  <a:cubicBezTo>
                    <a:pt x="245" y="666"/>
                    <a:pt x="140" y="757"/>
                    <a:pt x="119" y="787"/>
                  </a:cubicBezTo>
                  <a:cubicBezTo>
                    <a:pt x="98" y="817"/>
                    <a:pt x="77" y="823"/>
                    <a:pt x="77" y="823"/>
                  </a:cubicBezTo>
                  <a:cubicBezTo>
                    <a:pt x="77" y="823"/>
                    <a:pt x="53" y="815"/>
                    <a:pt x="26" y="840"/>
                  </a:cubicBezTo>
                  <a:cubicBezTo>
                    <a:pt x="0" y="864"/>
                    <a:pt x="6" y="850"/>
                    <a:pt x="8" y="869"/>
                  </a:cubicBezTo>
                  <a:cubicBezTo>
                    <a:pt x="10" y="887"/>
                    <a:pt x="24" y="902"/>
                    <a:pt x="32" y="922"/>
                  </a:cubicBezTo>
                  <a:cubicBezTo>
                    <a:pt x="41" y="943"/>
                    <a:pt x="68" y="1000"/>
                    <a:pt x="80" y="1005"/>
                  </a:cubicBezTo>
                  <a:cubicBezTo>
                    <a:pt x="92" y="1009"/>
                    <a:pt x="127" y="1022"/>
                    <a:pt x="133" y="1009"/>
                  </a:cubicBezTo>
                  <a:cubicBezTo>
                    <a:pt x="139" y="995"/>
                    <a:pt x="135" y="980"/>
                    <a:pt x="123" y="952"/>
                  </a:cubicBezTo>
                  <a:cubicBezTo>
                    <a:pt x="111" y="923"/>
                    <a:pt x="125" y="902"/>
                    <a:pt x="125" y="902"/>
                  </a:cubicBezTo>
                  <a:cubicBezTo>
                    <a:pt x="125" y="902"/>
                    <a:pt x="143" y="884"/>
                    <a:pt x="139" y="877"/>
                  </a:cubicBezTo>
                  <a:cubicBezTo>
                    <a:pt x="136" y="870"/>
                    <a:pt x="125" y="869"/>
                    <a:pt x="125" y="869"/>
                  </a:cubicBezTo>
                  <a:cubicBezTo>
                    <a:pt x="125" y="869"/>
                    <a:pt x="177" y="818"/>
                    <a:pt x="206" y="807"/>
                  </a:cubicBezTo>
                  <a:cubicBezTo>
                    <a:pt x="234" y="796"/>
                    <a:pt x="377" y="732"/>
                    <a:pt x="382" y="729"/>
                  </a:cubicBezTo>
                  <a:cubicBezTo>
                    <a:pt x="386" y="725"/>
                    <a:pt x="455" y="703"/>
                    <a:pt x="470" y="692"/>
                  </a:cubicBezTo>
                  <a:cubicBezTo>
                    <a:pt x="485" y="680"/>
                    <a:pt x="533" y="613"/>
                    <a:pt x="539" y="612"/>
                  </a:cubicBezTo>
                  <a:cubicBezTo>
                    <a:pt x="546" y="611"/>
                    <a:pt x="568" y="625"/>
                    <a:pt x="589" y="610"/>
                  </a:cubicBezTo>
                  <a:cubicBezTo>
                    <a:pt x="609" y="595"/>
                    <a:pt x="562" y="655"/>
                    <a:pt x="569" y="664"/>
                  </a:cubicBezTo>
                  <a:cubicBezTo>
                    <a:pt x="575" y="674"/>
                    <a:pt x="557" y="688"/>
                    <a:pt x="566" y="705"/>
                  </a:cubicBezTo>
                  <a:cubicBezTo>
                    <a:pt x="575" y="721"/>
                    <a:pt x="589" y="718"/>
                    <a:pt x="589" y="718"/>
                  </a:cubicBezTo>
                  <a:cubicBezTo>
                    <a:pt x="589" y="718"/>
                    <a:pt x="543" y="775"/>
                    <a:pt x="537" y="815"/>
                  </a:cubicBezTo>
                  <a:cubicBezTo>
                    <a:pt x="531" y="855"/>
                    <a:pt x="513" y="873"/>
                    <a:pt x="496" y="895"/>
                  </a:cubicBezTo>
                  <a:cubicBezTo>
                    <a:pt x="479" y="917"/>
                    <a:pt x="462" y="928"/>
                    <a:pt x="462" y="928"/>
                  </a:cubicBezTo>
                  <a:cubicBezTo>
                    <a:pt x="462" y="928"/>
                    <a:pt x="446" y="922"/>
                    <a:pt x="434" y="957"/>
                  </a:cubicBezTo>
                  <a:cubicBezTo>
                    <a:pt x="422" y="991"/>
                    <a:pt x="435" y="994"/>
                    <a:pt x="428" y="1007"/>
                  </a:cubicBezTo>
                  <a:cubicBezTo>
                    <a:pt x="420" y="1021"/>
                    <a:pt x="442" y="1024"/>
                    <a:pt x="442" y="1024"/>
                  </a:cubicBezTo>
                  <a:cubicBezTo>
                    <a:pt x="442" y="1024"/>
                    <a:pt x="519" y="1040"/>
                    <a:pt x="540" y="1051"/>
                  </a:cubicBezTo>
                  <a:cubicBezTo>
                    <a:pt x="561" y="1062"/>
                    <a:pt x="641" y="1047"/>
                    <a:pt x="652" y="1037"/>
                  </a:cubicBezTo>
                  <a:cubicBezTo>
                    <a:pt x="663" y="1027"/>
                    <a:pt x="676" y="1007"/>
                    <a:pt x="647" y="1001"/>
                  </a:cubicBezTo>
                  <a:cubicBezTo>
                    <a:pt x="618" y="994"/>
                    <a:pt x="606" y="984"/>
                    <a:pt x="606" y="984"/>
                  </a:cubicBezTo>
                  <a:cubicBezTo>
                    <a:pt x="568" y="945"/>
                    <a:pt x="568" y="945"/>
                    <a:pt x="568" y="945"/>
                  </a:cubicBezTo>
                  <a:cubicBezTo>
                    <a:pt x="568" y="945"/>
                    <a:pt x="576" y="929"/>
                    <a:pt x="565" y="931"/>
                  </a:cubicBezTo>
                  <a:cubicBezTo>
                    <a:pt x="554" y="933"/>
                    <a:pt x="554" y="933"/>
                    <a:pt x="554" y="933"/>
                  </a:cubicBezTo>
                  <a:cubicBezTo>
                    <a:pt x="554" y="933"/>
                    <a:pt x="591" y="873"/>
                    <a:pt x="620" y="832"/>
                  </a:cubicBezTo>
                  <a:cubicBezTo>
                    <a:pt x="648" y="792"/>
                    <a:pt x="677" y="742"/>
                    <a:pt x="677" y="742"/>
                  </a:cubicBezTo>
                  <a:cubicBezTo>
                    <a:pt x="677" y="742"/>
                    <a:pt x="697" y="720"/>
                    <a:pt x="705" y="704"/>
                  </a:cubicBezTo>
                  <a:cubicBezTo>
                    <a:pt x="712" y="688"/>
                    <a:pt x="741" y="645"/>
                    <a:pt x="735" y="634"/>
                  </a:cubicBezTo>
                  <a:cubicBezTo>
                    <a:pt x="729" y="623"/>
                    <a:pt x="716" y="580"/>
                    <a:pt x="716" y="566"/>
                  </a:cubicBezTo>
                  <a:cubicBezTo>
                    <a:pt x="717" y="551"/>
                    <a:pt x="695" y="507"/>
                    <a:pt x="695" y="507"/>
                  </a:cubicBezTo>
                  <a:cubicBezTo>
                    <a:pt x="695" y="507"/>
                    <a:pt x="703" y="459"/>
                    <a:pt x="720" y="451"/>
                  </a:cubicBezTo>
                  <a:cubicBezTo>
                    <a:pt x="736" y="444"/>
                    <a:pt x="791" y="404"/>
                    <a:pt x="791" y="404"/>
                  </a:cubicBezTo>
                  <a:cubicBezTo>
                    <a:pt x="791" y="404"/>
                    <a:pt x="885" y="447"/>
                    <a:pt x="910" y="440"/>
                  </a:cubicBezTo>
                  <a:cubicBezTo>
                    <a:pt x="936" y="433"/>
                    <a:pt x="971" y="471"/>
                    <a:pt x="985" y="465"/>
                  </a:cubicBezTo>
                  <a:cubicBezTo>
                    <a:pt x="999" y="459"/>
                    <a:pt x="1025" y="442"/>
                    <a:pt x="1008" y="421"/>
                  </a:cubicBezTo>
                  <a:cubicBezTo>
                    <a:pt x="992" y="401"/>
                    <a:pt x="992" y="399"/>
                    <a:pt x="965" y="403"/>
                  </a:cubicBezTo>
                  <a:cubicBezTo>
                    <a:pt x="937" y="408"/>
                    <a:pt x="920" y="403"/>
                    <a:pt x="920" y="403"/>
                  </a:cubicBezTo>
                  <a:cubicBezTo>
                    <a:pt x="853" y="366"/>
                    <a:pt x="853" y="366"/>
                    <a:pt x="853" y="366"/>
                  </a:cubicBezTo>
                  <a:cubicBezTo>
                    <a:pt x="853" y="366"/>
                    <a:pt x="892" y="337"/>
                    <a:pt x="910" y="319"/>
                  </a:cubicBezTo>
                  <a:cubicBezTo>
                    <a:pt x="928" y="301"/>
                    <a:pt x="960" y="251"/>
                    <a:pt x="961" y="242"/>
                  </a:cubicBezTo>
                  <a:cubicBezTo>
                    <a:pt x="961" y="232"/>
                    <a:pt x="994" y="213"/>
                    <a:pt x="1004" y="210"/>
                  </a:cubicBezTo>
                  <a:cubicBezTo>
                    <a:pt x="1011" y="207"/>
                    <a:pt x="1026" y="216"/>
                    <a:pt x="1045" y="215"/>
                  </a:cubicBezTo>
                  <a:cubicBezTo>
                    <a:pt x="1045" y="215"/>
                    <a:pt x="1045" y="215"/>
                    <a:pt x="1045" y="215"/>
                  </a:cubicBezTo>
                  <a:cubicBezTo>
                    <a:pt x="1053" y="215"/>
                    <a:pt x="1078" y="218"/>
                    <a:pt x="1075" y="194"/>
                  </a:cubicBezTo>
                  <a:cubicBezTo>
                    <a:pt x="1076" y="193"/>
                    <a:pt x="1076" y="192"/>
                    <a:pt x="1077" y="191"/>
                  </a:cubicBezTo>
                  <a:cubicBezTo>
                    <a:pt x="1079" y="189"/>
                    <a:pt x="1084" y="184"/>
                    <a:pt x="1084" y="182"/>
                  </a:cubicBezTo>
                  <a:cubicBezTo>
                    <a:pt x="1084" y="178"/>
                    <a:pt x="1079" y="176"/>
                    <a:pt x="1079" y="176"/>
                  </a:cubicBezTo>
                  <a:cubicBezTo>
                    <a:pt x="1079" y="176"/>
                    <a:pt x="1086" y="172"/>
                    <a:pt x="1086" y="170"/>
                  </a:cubicBezTo>
                  <a:cubicBezTo>
                    <a:pt x="1086" y="167"/>
                    <a:pt x="1086" y="158"/>
                    <a:pt x="1086" y="158"/>
                  </a:cubicBezTo>
                  <a:cubicBezTo>
                    <a:pt x="1086" y="158"/>
                    <a:pt x="1098" y="153"/>
                    <a:pt x="1094" y="143"/>
                  </a:cubicBezTo>
                  <a:close/>
                </a:path>
              </a:pathLst>
            </a:custGeom>
            <a:solidFill>
              <a:srgbClr val="5B9BD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E50819A4-C62B-CA97-5D4D-7A3A3BCA0B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7072" y="783749"/>
              <a:ext cx="724230" cy="964851"/>
            </a:xfrm>
            <a:custGeom>
              <a:avLst/>
              <a:gdLst/>
              <a:ahLst/>
              <a:cxnLst>
                <a:cxn ang="0">
                  <a:pos x="852" y="1320"/>
                </a:cxn>
                <a:cxn ang="0">
                  <a:pos x="838" y="1220"/>
                </a:cxn>
                <a:cxn ang="0">
                  <a:pos x="837" y="1109"/>
                </a:cxn>
                <a:cxn ang="0">
                  <a:pos x="889" y="902"/>
                </a:cxn>
                <a:cxn ang="0">
                  <a:pos x="772" y="758"/>
                </a:cxn>
                <a:cxn ang="0">
                  <a:pos x="699" y="615"/>
                </a:cxn>
                <a:cxn ang="0">
                  <a:pos x="773" y="346"/>
                </a:cxn>
                <a:cxn ang="0">
                  <a:pos x="962" y="416"/>
                </a:cxn>
                <a:cxn ang="0">
                  <a:pos x="891" y="185"/>
                </a:cxn>
                <a:cxn ang="0">
                  <a:pos x="855" y="121"/>
                </a:cxn>
                <a:cxn ang="0">
                  <a:pos x="814" y="133"/>
                </a:cxn>
                <a:cxn ang="0">
                  <a:pos x="795" y="139"/>
                </a:cxn>
                <a:cxn ang="0">
                  <a:pos x="782" y="73"/>
                </a:cxn>
                <a:cxn ang="0">
                  <a:pos x="621" y="154"/>
                </a:cxn>
                <a:cxn ang="0">
                  <a:pos x="630" y="215"/>
                </a:cxn>
                <a:cxn ang="0">
                  <a:pos x="576" y="277"/>
                </a:cxn>
                <a:cxn ang="0">
                  <a:pos x="426" y="368"/>
                </a:cxn>
                <a:cxn ang="0">
                  <a:pos x="309" y="538"/>
                </a:cxn>
                <a:cxn ang="0">
                  <a:pos x="272" y="597"/>
                </a:cxn>
                <a:cxn ang="0">
                  <a:pos x="293" y="618"/>
                </a:cxn>
                <a:cxn ang="0">
                  <a:pos x="337" y="581"/>
                </a:cxn>
                <a:cxn ang="0">
                  <a:pos x="468" y="417"/>
                </a:cxn>
                <a:cxn ang="0">
                  <a:pos x="545" y="397"/>
                </a:cxn>
                <a:cxn ang="0">
                  <a:pos x="493" y="565"/>
                </a:cxn>
                <a:cxn ang="0">
                  <a:pos x="410" y="748"/>
                </a:cxn>
                <a:cxn ang="0">
                  <a:pos x="374" y="938"/>
                </a:cxn>
                <a:cxn ang="0">
                  <a:pos x="74" y="1121"/>
                </a:cxn>
                <a:cxn ang="0">
                  <a:pos x="4" y="1179"/>
                </a:cxn>
                <a:cxn ang="0">
                  <a:pos x="135" y="1321"/>
                </a:cxn>
                <a:cxn ang="0">
                  <a:pos x="147" y="1242"/>
                </a:cxn>
                <a:cxn ang="0">
                  <a:pos x="145" y="1169"/>
                </a:cxn>
                <a:cxn ang="0">
                  <a:pos x="255" y="1118"/>
                </a:cxn>
                <a:cxn ang="0">
                  <a:pos x="506" y="976"/>
                </a:cxn>
                <a:cxn ang="0">
                  <a:pos x="590" y="858"/>
                </a:cxn>
                <a:cxn ang="0">
                  <a:pos x="683" y="865"/>
                </a:cxn>
                <a:cxn ang="0">
                  <a:pos x="771" y="1043"/>
                </a:cxn>
                <a:cxn ang="0">
                  <a:pos x="712" y="1223"/>
                </a:cxn>
                <a:cxn ang="0">
                  <a:pos x="732" y="1281"/>
                </a:cxn>
                <a:cxn ang="0">
                  <a:pos x="875" y="1384"/>
                </a:cxn>
                <a:cxn ang="0">
                  <a:pos x="862" y="1339"/>
                </a:cxn>
                <a:cxn ang="0">
                  <a:pos x="854" y="224"/>
                </a:cxn>
                <a:cxn ang="0">
                  <a:pos x="859" y="286"/>
                </a:cxn>
                <a:cxn ang="0">
                  <a:pos x="798" y="225"/>
                </a:cxn>
                <a:cxn ang="0">
                  <a:pos x="831" y="212"/>
                </a:cxn>
              </a:cxnLst>
              <a:rect l="0" t="0" r="r" b="b"/>
              <a:pathLst>
                <a:path w="983" h="1394">
                  <a:moveTo>
                    <a:pt x="862" y="1339"/>
                  </a:moveTo>
                  <a:cubicBezTo>
                    <a:pt x="852" y="1320"/>
                    <a:pt x="852" y="1320"/>
                    <a:pt x="852" y="1320"/>
                  </a:cubicBezTo>
                  <a:cubicBezTo>
                    <a:pt x="830" y="1248"/>
                    <a:pt x="830" y="1248"/>
                    <a:pt x="830" y="1248"/>
                  </a:cubicBezTo>
                  <a:cubicBezTo>
                    <a:pt x="830" y="1248"/>
                    <a:pt x="850" y="1225"/>
                    <a:pt x="838" y="1220"/>
                  </a:cubicBezTo>
                  <a:cubicBezTo>
                    <a:pt x="825" y="1216"/>
                    <a:pt x="823" y="1220"/>
                    <a:pt x="823" y="1220"/>
                  </a:cubicBezTo>
                  <a:cubicBezTo>
                    <a:pt x="823" y="1220"/>
                    <a:pt x="823" y="1158"/>
                    <a:pt x="837" y="1109"/>
                  </a:cubicBezTo>
                  <a:cubicBezTo>
                    <a:pt x="852" y="1060"/>
                    <a:pt x="873" y="1006"/>
                    <a:pt x="871" y="966"/>
                  </a:cubicBezTo>
                  <a:cubicBezTo>
                    <a:pt x="869" y="927"/>
                    <a:pt x="886" y="915"/>
                    <a:pt x="889" y="902"/>
                  </a:cubicBezTo>
                  <a:cubicBezTo>
                    <a:pt x="893" y="888"/>
                    <a:pt x="891" y="853"/>
                    <a:pt x="857" y="831"/>
                  </a:cubicBezTo>
                  <a:cubicBezTo>
                    <a:pt x="823" y="809"/>
                    <a:pt x="799" y="777"/>
                    <a:pt x="772" y="758"/>
                  </a:cubicBezTo>
                  <a:cubicBezTo>
                    <a:pt x="746" y="739"/>
                    <a:pt x="690" y="713"/>
                    <a:pt x="674" y="696"/>
                  </a:cubicBezTo>
                  <a:cubicBezTo>
                    <a:pt x="659" y="680"/>
                    <a:pt x="689" y="649"/>
                    <a:pt x="699" y="615"/>
                  </a:cubicBezTo>
                  <a:cubicBezTo>
                    <a:pt x="710" y="581"/>
                    <a:pt x="755" y="472"/>
                    <a:pt x="755" y="444"/>
                  </a:cubicBezTo>
                  <a:cubicBezTo>
                    <a:pt x="754" y="415"/>
                    <a:pt x="771" y="350"/>
                    <a:pt x="773" y="346"/>
                  </a:cubicBezTo>
                  <a:cubicBezTo>
                    <a:pt x="774" y="342"/>
                    <a:pt x="827" y="392"/>
                    <a:pt x="870" y="402"/>
                  </a:cubicBezTo>
                  <a:cubicBezTo>
                    <a:pt x="912" y="413"/>
                    <a:pt x="941" y="432"/>
                    <a:pt x="962" y="416"/>
                  </a:cubicBezTo>
                  <a:cubicBezTo>
                    <a:pt x="983" y="401"/>
                    <a:pt x="977" y="360"/>
                    <a:pt x="969" y="340"/>
                  </a:cubicBezTo>
                  <a:cubicBezTo>
                    <a:pt x="961" y="319"/>
                    <a:pt x="900" y="197"/>
                    <a:pt x="891" y="185"/>
                  </a:cubicBezTo>
                  <a:cubicBezTo>
                    <a:pt x="882" y="173"/>
                    <a:pt x="883" y="174"/>
                    <a:pt x="882" y="164"/>
                  </a:cubicBezTo>
                  <a:cubicBezTo>
                    <a:pt x="881" y="154"/>
                    <a:pt x="862" y="121"/>
                    <a:pt x="855" y="121"/>
                  </a:cubicBezTo>
                  <a:cubicBezTo>
                    <a:pt x="847" y="120"/>
                    <a:pt x="838" y="117"/>
                    <a:pt x="835" y="123"/>
                  </a:cubicBezTo>
                  <a:cubicBezTo>
                    <a:pt x="835" y="123"/>
                    <a:pt x="816" y="110"/>
                    <a:pt x="814" y="133"/>
                  </a:cubicBezTo>
                  <a:cubicBezTo>
                    <a:pt x="814" y="133"/>
                    <a:pt x="812" y="136"/>
                    <a:pt x="802" y="134"/>
                  </a:cubicBezTo>
                  <a:cubicBezTo>
                    <a:pt x="797" y="133"/>
                    <a:pt x="795" y="136"/>
                    <a:pt x="795" y="139"/>
                  </a:cubicBezTo>
                  <a:cubicBezTo>
                    <a:pt x="790" y="134"/>
                    <a:pt x="784" y="125"/>
                    <a:pt x="785" y="116"/>
                  </a:cubicBezTo>
                  <a:cubicBezTo>
                    <a:pt x="788" y="104"/>
                    <a:pt x="786" y="86"/>
                    <a:pt x="782" y="73"/>
                  </a:cubicBezTo>
                  <a:cubicBezTo>
                    <a:pt x="773" y="48"/>
                    <a:pt x="699" y="0"/>
                    <a:pt x="634" y="54"/>
                  </a:cubicBezTo>
                  <a:cubicBezTo>
                    <a:pt x="634" y="54"/>
                    <a:pt x="600" y="109"/>
                    <a:pt x="621" y="154"/>
                  </a:cubicBezTo>
                  <a:cubicBezTo>
                    <a:pt x="641" y="200"/>
                    <a:pt x="645" y="188"/>
                    <a:pt x="642" y="197"/>
                  </a:cubicBezTo>
                  <a:cubicBezTo>
                    <a:pt x="639" y="205"/>
                    <a:pt x="635" y="207"/>
                    <a:pt x="630" y="215"/>
                  </a:cubicBezTo>
                  <a:cubicBezTo>
                    <a:pt x="625" y="223"/>
                    <a:pt x="610" y="235"/>
                    <a:pt x="606" y="236"/>
                  </a:cubicBezTo>
                  <a:cubicBezTo>
                    <a:pt x="603" y="237"/>
                    <a:pt x="579" y="265"/>
                    <a:pt x="576" y="277"/>
                  </a:cubicBezTo>
                  <a:cubicBezTo>
                    <a:pt x="574" y="288"/>
                    <a:pt x="555" y="302"/>
                    <a:pt x="542" y="304"/>
                  </a:cubicBezTo>
                  <a:cubicBezTo>
                    <a:pt x="509" y="308"/>
                    <a:pt x="442" y="361"/>
                    <a:pt x="426" y="368"/>
                  </a:cubicBezTo>
                  <a:cubicBezTo>
                    <a:pt x="413" y="374"/>
                    <a:pt x="415" y="387"/>
                    <a:pt x="395" y="401"/>
                  </a:cubicBezTo>
                  <a:cubicBezTo>
                    <a:pt x="375" y="416"/>
                    <a:pt x="322" y="529"/>
                    <a:pt x="309" y="538"/>
                  </a:cubicBezTo>
                  <a:cubicBezTo>
                    <a:pt x="296" y="547"/>
                    <a:pt x="281" y="571"/>
                    <a:pt x="280" y="580"/>
                  </a:cubicBezTo>
                  <a:cubicBezTo>
                    <a:pt x="280" y="580"/>
                    <a:pt x="267" y="590"/>
                    <a:pt x="272" y="597"/>
                  </a:cubicBezTo>
                  <a:cubicBezTo>
                    <a:pt x="277" y="604"/>
                    <a:pt x="276" y="611"/>
                    <a:pt x="284" y="612"/>
                  </a:cubicBezTo>
                  <a:cubicBezTo>
                    <a:pt x="284" y="612"/>
                    <a:pt x="289" y="620"/>
                    <a:pt x="293" y="618"/>
                  </a:cubicBezTo>
                  <a:cubicBezTo>
                    <a:pt x="293" y="618"/>
                    <a:pt x="304" y="627"/>
                    <a:pt x="313" y="625"/>
                  </a:cubicBezTo>
                  <a:cubicBezTo>
                    <a:pt x="322" y="624"/>
                    <a:pt x="337" y="628"/>
                    <a:pt x="337" y="581"/>
                  </a:cubicBezTo>
                  <a:cubicBezTo>
                    <a:pt x="337" y="534"/>
                    <a:pt x="381" y="520"/>
                    <a:pt x="401" y="491"/>
                  </a:cubicBezTo>
                  <a:cubicBezTo>
                    <a:pt x="421" y="462"/>
                    <a:pt x="467" y="425"/>
                    <a:pt x="468" y="417"/>
                  </a:cubicBezTo>
                  <a:cubicBezTo>
                    <a:pt x="468" y="417"/>
                    <a:pt x="503" y="421"/>
                    <a:pt x="530" y="404"/>
                  </a:cubicBezTo>
                  <a:cubicBezTo>
                    <a:pt x="556" y="387"/>
                    <a:pt x="545" y="397"/>
                    <a:pt x="545" y="397"/>
                  </a:cubicBezTo>
                  <a:cubicBezTo>
                    <a:pt x="545" y="397"/>
                    <a:pt x="546" y="435"/>
                    <a:pt x="528" y="457"/>
                  </a:cubicBezTo>
                  <a:cubicBezTo>
                    <a:pt x="510" y="479"/>
                    <a:pt x="494" y="548"/>
                    <a:pt x="493" y="565"/>
                  </a:cubicBezTo>
                  <a:cubicBezTo>
                    <a:pt x="493" y="565"/>
                    <a:pt x="458" y="601"/>
                    <a:pt x="448" y="627"/>
                  </a:cubicBezTo>
                  <a:cubicBezTo>
                    <a:pt x="438" y="653"/>
                    <a:pt x="407" y="714"/>
                    <a:pt x="410" y="748"/>
                  </a:cubicBezTo>
                  <a:cubicBezTo>
                    <a:pt x="413" y="773"/>
                    <a:pt x="410" y="837"/>
                    <a:pt x="415" y="870"/>
                  </a:cubicBezTo>
                  <a:cubicBezTo>
                    <a:pt x="414" y="893"/>
                    <a:pt x="396" y="921"/>
                    <a:pt x="374" y="938"/>
                  </a:cubicBezTo>
                  <a:cubicBezTo>
                    <a:pt x="330" y="972"/>
                    <a:pt x="251" y="1006"/>
                    <a:pt x="146" y="1090"/>
                  </a:cubicBezTo>
                  <a:cubicBezTo>
                    <a:pt x="146" y="1090"/>
                    <a:pt x="89" y="1123"/>
                    <a:pt x="74" y="1121"/>
                  </a:cubicBezTo>
                  <a:cubicBezTo>
                    <a:pt x="58" y="1120"/>
                    <a:pt x="29" y="1136"/>
                    <a:pt x="14" y="1151"/>
                  </a:cubicBezTo>
                  <a:cubicBezTo>
                    <a:pt x="0" y="1165"/>
                    <a:pt x="1" y="1164"/>
                    <a:pt x="4" y="1179"/>
                  </a:cubicBezTo>
                  <a:cubicBezTo>
                    <a:pt x="7" y="1194"/>
                    <a:pt x="52" y="1239"/>
                    <a:pt x="58" y="1246"/>
                  </a:cubicBezTo>
                  <a:cubicBezTo>
                    <a:pt x="63" y="1254"/>
                    <a:pt x="122" y="1320"/>
                    <a:pt x="135" y="1321"/>
                  </a:cubicBezTo>
                  <a:cubicBezTo>
                    <a:pt x="148" y="1322"/>
                    <a:pt x="170" y="1316"/>
                    <a:pt x="170" y="1303"/>
                  </a:cubicBezTo>
                  <a:cubicBezTo>
                    <a:pt x="170" y="1289"/>
                    <a:pt x="147" y="1247"/>
                    <a:pt x="147" y="1242"/>
                  </a:cubicBezTo>
                  <a:cubicBezTo>
                    <a:pt x="148" y="1236"/>
                    <a:pt x="143" y="1186"/>
                    <a:pt x="143" y="1186"/>
                  </a:cubicBezTo>
                  <a:cubicBezTo>
                    <a:pt x="145" y="1169"/>
                    <a:pt x="145" y="1169"/>
                    <a:pt x="145" y="1169"/>
                  </a:cubicBezTo>
                  <a:cubicBezTo>
                    <a:pt x="131" y="1162"/>
                    <a:pt x="131" y="1162"/>
                    <a:pt x="131" y="1162"/>
                  </a:cubicBezTo>
                  <a:cubicBezTo>
                    <a:pt x="131" y="1162"/>
                    <a:pt x="213" y="1126"/>
                    <a:pt x="255" y="1118"/>
                  </a:cubicBezTo>
                  <a:cubicBezTo>
                    <a:pt x="298" y="1111"/>
                    <a:pt x="414" y="1030"/>
                    <a:pt x="426" y="1030"/>
                  </a:cubicBezTo>
                  <a:cubicBezTo>
                    <a:pt x="437" y="1029"/>
                    <a:pt x="489" y="1015"/>
                    <a:pt x="506" y="976"/>
                  </a:cubicBezTo>
                  <a:cubicBezTo>
                    <a:pt x="523" y="937"/>
                    <a:pt x="562" y="877"/>
                    <a:pt x="588" y="859"/>
                  </a:cubicBezTo>
                  <a:cubicBezTo>
                    <a:pt x="589" y="859"/>
                    <a:pt x="589" y="858"/>
                    <a:pt x="590" y="858"/>
                  </a:cubicBezTo>
                  <a:cubicBezTo>
                    <a:pt x="612" y="869"/>
                    <a:pt x="639" y="888"/>
                    <a:pt x="639" y="888"/>
                  </a:cubicBezTo>
                  <a:cubicBezTo>
                    <a:pt x="683" y="865"/>
                    <a:pt x="683" y="865"/>
                    <a:pt x="683" y="865"/>
                  </a:cubicBezTo>
                  <a:cubicBezTo>
                    <a:pt x="683" y="865"/>
                    <a:pt x="784" y="890"/>
                    <a:pt x="788" y="909"/>
                  </a:cubicBezTo>
                  <a:cubicBezTo>
                    <a:pt x="793" y="928"/>
                    <a:pt x="765" y="1017"/>
                    <a:pt x="771" y="1043"/>
                  </a:cubicBezTo>
                  <a:cubicBezTo>
                    <a:pt x="778" y="1069"/>
                    <a:pt x="765" y="1180"/>
                    <a:pt x="760" y="1181"/>
                  </a:cubicBezTo>
                  <a:cubicBezTo>
                    <a:pt x="754" y="1183"/>
                    <a:pt x="718" y="1205"/>
                    <a:pt x="712" y="1223"/>
                  </a:cubicBezTo>
                  <a:cubicBezTo>
                    <a:pt x="712" y="1223"/>
                    <a:pt x="697" y="1230"/>
                    <a:pt x="700" y="1237"/>
                  </a:cubicBezTo>
                  <a:cubicBezTo>
                    <a:pt x="703" y="1244"/>
                    <a:pt x="719" y="1267"/>
                    <a:pt x="732" y="1281"/>
                  </a:cubicBezTo>
                  <a:cubicBezTo>
                    <a:pt x="745" y="1295"/>
                    <a:pt x="810" y="1357"/>
                    <a:pt x="822" y="1365"/>
                  </a:cubicBezTo>
                  <a:cubicBezTo>
                    <a:pt x="834" y="1372"/>
                    <a:pt x="868" y="1394"/>
                    <a:pt x="875" y="1384"/>
                  </a:cubicBezTo>
                  <a:cubicBezTo>
                    <a:pt x="881" y="1374"/>
                    <a:pt x="876" y="1356"/>
                    <a:pt x="869" y="1347"/>
                  </a:cubicBezTo>
                  <a:cubicBezTo>
                    <a:pt x="862" y="1339"/>
                    <a:pt x="862" y="1339"/>
                    <a:pt x="862" y="1339"/>
                  </a:cubicBezTo>
                  <a:close/>
                  <a:moveTo>
                    <a:pt x="831" y="212"/>
                  </a:moveTo>
                  <a:cubicBezTo>
                    <a:pt x="849" y="214"/>
                    <a:pt x="852" y="212"/>
                    <a:pt x="854" y="224"/>
                  </a:cubicBezTo>
                  <a:cubicBezTo>
                    <a:pt x="856" y="236"/>
                    <a:pt x="884" y="275"/>
                    <a:pt x="882" y="296"/>
                  </a:cubicBezTo>
                  <a:cubicBezTo>
                    <a:pt x="882" y="296"/>
                    <a:pt x="874" y="299"/>
                    <a:pt x="859" y="286"/>
                  </a:cubicBezTo>
                  <a:cubicBezTo>
                    <a:pt x="844" y="272"/>
                    <a:pt x="837" y="284"/>
                    <a:pt x="815" y="250"/>
                  </a:cubicBezTo>
                  <a:cubicBezTo>
                    <a:pt x="805" y="234"/>
                    <a:pt x="800" y="227"/>
                    <a:pt x="798" y="225"/>
                  </a:cubicBezTo>
                  <a:cubicBezTo>
                    <a:pt x="801" y="225"/>
                    <a:pt x="806" y="221"/>
                    <a:pt x="805" y="204"/>
                  </a:cubicBezTo>
                  <a:cubicBezTo>
                    <a:pt x="814" y="208"/>
                    <a:pt x="824" y="212"/>
                    <a:pt x="831" y="212"/>
                  </a:cubicBez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76043081-D94D-553F-8498-F61CF2EEC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42226" y="946812"/>
              <a:ext cx="862769" cy="811556"/>
            </a:xfrm>
            <a:custGeom>
              <a:avLst/>
              <a:gdLst/>
              <a:ahLst/>
              <a:cxnLst>
                <a:cxn ang="0">
                  <a:pos x="1071" y="1060"/>
                </a:cxn>
                <a:cxn ang="0">
                  <a:pos x="1043" y="1039"/>
                </a:cxn>
                <a:cxn ang="0">
                  <a:pos x="994" y="894"/>
                </a:cxn>
                <a:cxn ang="0">
                  <a:pos x="959" y="712"/>
                </a:cxn>
                <a:cxn ang="0">
                  <a:pos x="863" y="581"/>
                </a:cxn>
                <a:cxn ang="0">
                  <a:pos x="835" y="468"/>
                </a:cxn>
                <a:cxn ang="0">
                  <a:pos x="876" y="396"/>
                </a:cxn>
                <a:cxn ang="0">
                  <a:pos x="966" y="227"/>
                </a:cxn>
                <a:cxn ang="0">
                  <a:pos x="992" y="187"/>
                </a:cxn>
                <a:cxn ang="0">
                  <a:pos x="1013" y="210"/>
                </a:cxn>
                <a:cxn ang="0">
                  <a:pos x="1046" y="200"/>
                </a:cxn>
                <a:cxn ang="0">
                  <a:pos x="1057" y="189"/>
                </a:cxn>
                <a:cxn ang="0">
                  <a:pos x="1069" y="180"/>
                </a:cxn>
                <a:cxn ang="0">
                  <a:pos x="1074" y="178"/>
                </a:cxn>
                <a:cxn ang="0">
                  <a:pos x="1082" y="151"/>
                </a:cxn>
                <a:cxn ang="0">
                  <a:pos x="1112" y="114"/>
                </a:cxn>
                <a:cxn ang="0">
                  <a:pos x="1117" y="89"/>
                </a:cxn>
                <a:cxn ang="0">
                  <a:pos x="1020" y="6"/>
                </a:cxn>
                <a:cxn ang="0">
                  <a:pos x="859" y="59"/>
                </a:cxn>
                <a:cxn ang="0">
                  <a:pos x="742" y="110"/>
                </a:cxn>
                <a:cxn ang="0">
                  <a:pos x="505" y="251"/>
                </a:cxn>
                <a:cxn ang="0">
                  <a:pos x="394" y="293"/>
                </a:cxn>
                <a:cxn ang="0">
                  <a:pos x="413" y="295"/>
                </a:cxn>
                <a:cxn ang="0">
                  <a:pos x="392" y="332"/>
                </a:cxn>
                <a:cxn ang="0">
                  <a:pos x="411" y="344"/>
                </a:cxn>
                <a:cxn ang="0">
                  <a:pos x="432" y="345"/>
                </a:cxn>
                <a:cxn ang="0">
                  <a:pos x="477" y="327"/>
                </a:cxn>
                <a:cxn ang="0">
                  <a:pos x="515" y="316"/>
                </a:cxn>
                <a:cxn ang="0">
                  <a:pos x="452" y="366"/>
                </a:cxn>
                <a:cxn ang="0">
                  <a:pos x="367" y="389"/>
                </a:cxn>
                <a:cxn ang="0">
                  <a:pos x="402" y="396"/>
                </a:cxn>
                <a:cxn ang="0">
                  <a:pos x="352" y="409"/>
                </a:cxn>
                <a:cxn ang="0">
                  <a:pos x="363" y="420"/>
                </a:cxn>
                <a:cxn ang="0">
                  <a:pos x="362" y="435"/>
                </a:cxn>
                <a:cxn ang="0">
                  <a:pos x="409" y="429"/>
                </a:cxn>
                <a:cxn ang="0">
                  <a:pos x="369" y="454"/>
                </a:cxn>
                <a:cxn ang="0">
                  <a:pos x="425" y="441"/>
                </a:cxn>
                <a:cxn ang="0">
                  <a:pos x="443" y="440"/>
                </a:cxn>
                <a:cxn ang="0">
                  <a:pos x="502" y="392"/>
                </a:cxn>
                <a:cxn ang="0">
                  <a:pos x="658" y="276"/>
                </a:cxn>
                <a:cxn ang="0">
                  <a:pos x="640" y="357"/>
                </a:cxn>
                <a:cxn ang="0">
                  <a:pos x="577" y="434"/>
                </a:cxn>
                <a:cxn ang="0">
                  <a:pos x="480" y="663"/>
                </a:cxn>
                <a:cxn ang="0">
                  <a:pos x="325" y="639"/>
                </a:cxn>
                <a:cxn ang="0">
                  <a:pos x="188" y="531"/>
                </a:cxn>
                <a:cxn ang="0">
                  <a:pos x="60" y="566"/>
                </a:cxn>
                <a:cxn ang="0">
                  <a:pos x="68" y="647"/>
                </a:cxn>
                <a:cxn ang="0">
                  <a:pos x="146" y="652"/>
                </a:cxn>
                <a:cxn ang="0">
                  <a:pos x="166" y="639"/>
                </a:cxn>
                <a:cxn ang="0">
                  <a:pos x="396" y="793"/>
                </a:cxn>
                <a:cxn ang="0">
                  <a:pos x="597" y="706"/>
                </a:cxn>
                <a:cxn ang="0">
                  <a:pos x="669" y="680"/>
                </a:cxn>
                <a:cxn ang="0">
                  <a:pos x="721" y="691"/>
                </a:cxn>
                <a:cxn ang="0">
                  <a:pos x="791" y="679"/>
                </a:cxn>
                <a:cxn ang="0">
                  <a:pos x="908" y="894"/>
                </a:cxn>
                <a:cxn ang="0">
                  <a:pos x="932" y="1037"/>
                </a:cxn>
                <a:cxn ang="0">
                  <a:pos x="984" y="1119"/>
                </a:cxn>
                <a:cxn ang="0">
                  <a:pos x="1164" y="1133"/>
                </a:cxn>
                <a:cxn ang="0">
                  <a:pos x="566" y="274"/>
                </a:cxn>
                <a:cxn ang="0">
                  <a:pos x="580" y="261"/>
                </a:cxn>
              </a:cxnLst>
              <a:rect l="0" t="0" r="r" b="b"/>
              <a:pathLst>
                <a:path w="1173" h="1174">
                  <a:moveTo>
                    <a:pt x="1135" y="1096"/>
                  </a:moveTo>
                  <a:cubicBezTo>
                    <a:pt x="1097" y="1078"/>
                    <a:pt x="1073" y="1067"/>
                    <a:pt x="1071" y="1060"/>
                  </a:cubicBezTo>
                  <a:cubicBezTo>
                    <a:pt x="1069" y="1053"/>
                    <a:pt x="1062" y="1046"/>
                    <a:pt x="1058" y="1040"/>
                  </a:cubicBezTo>
                  <a:cubicBezTo>
                    <a:pt x="1053" y="1034"/>
                    <a:pt x="1043" y="1039"/>
                    <a:pt x="1043" y="1039"/>
                  </a:cubicBezTo>
                  <a:cubicBezTo>
                    <a:pt x="1033" y="1041"/>
                    <a:pt x="1033" y="1041"/>
                    <a:pt x="1033" y="1041"/>
                  </a:cubicBezTo>
                  <a:cubicBezTo>
                    <a:pt x="1033" y="1041"/>
                    <a:pt x="1001" y="982"/>
                    <a:pt x="994" y="894"/>
                  </a:cubicBezTo>
                  <a:cubicBezTo>
                    <a:pt x="988" y="805"/>
                    <a:pt x="967" y="779"/>
                    <a:pt x="967" y="779"/>
                  </a:cubicBezTo>
                  <a:cubicBezTo>
                    <a:pt x="967" y="779"/>
                    <a:pt x="962" y="725"/>
                    <a:pt x="959" y="712"/>
                  </a:cubicBezTo>
                  <a:cubicBezTo>
                    <a:pt x="956" y="700"/>
                    <a:pt x="898" y="634"/>
                    <a:pt x="886" y="624"/>
                  </a:cubicBezTo>
                  <a:cubicBezTo>
                    <a:pt x="874" y="614"/>
                    <a:pt x="878" y="601"/>
                    <a:pt x="863" y="581"/>
                  </a:cubicBezTo>
                  <a:cubicBezTo>
                    <a:pt x="847" y="561"/>
                    <a:pt x="818" y="528"/>
                    <a:pt x="818" y="528"/>
                  </a:cubicBezTo>
                  <a:cubicBezTo>
                    <a:pt x="818" y="528"/>
                    <a:pt x="835" y="478"/>
                    <a:pt x="835" y="468"/>
                  </a:cubicBezTo>
                  <a:cubicBezTo>
                    <a:pt x="835" y="458"/>
                    <a:pt x="883" y="436"/>
                    <a:pt x="879" y="416"/>
                  </a:cubicBezTo>
                  <a:cubicBezTo>
                    <a:pt x="876" y="396"/>
                    <a:pt x="873" y="408"/>
                    <a:pt x="876" y="396"/>
                  </a:cubicBezTo>
                  <a:cubicBezTo>
                    <a:pt x="879" y="384"/>
                    <a:pt x="907" y="346"/>
                    <a:pt x="920" y="324"/>
                  </a:cubicBezTo>
                  <a:cubicBezTo>
                    <a:pt x="934" y="302"/>
                    <a:pt x="966" y="265"/>
                    <a:pt x="966" y="227"/>
                  </a:cubicBezTo>
                  <a:cubicBezTo>
                    <a:pt x="966" y="188"/>
                    <a:pt x="970" y="191"/>
                    <a:pt x="978" y="188"/>
                  </a:cubicBezTo>
                  <a:cubicBezTo>
                    <a:pt x="982" y="186"/>
                    <a:pt x="988" y="186"/>
                    <a:pt x="992" y="187"/>
                  </a:cubicBezTo>
                  <a:cubicBezTo>
                    <a:pt x="995" y="189"/>
                    <a:pt x="997" y="192"/>
                    <a:pt x="1000" y="194"/>
                  </a:cubicBezTo>
                  <a:cubicBezTo>
                    <a:pt x="1002" y="199"/>
                    <a:pt x="1007" y="206"/>
                    <a:pt x="1013" y="210"/>
                  </a:cubicBezTo>
                  <a:cubicBezTo>
                    <a:pt x="1016" y="211"/>
                    <a:pt x="1019" y="212"/>
                    <a:pt x="1023" y="211"/>
                  </a:cubicBezTo>
                  <a:cubicBezTo>
                    <a:pt x="1031" y="214"/>
                    <a:pt x="1041" y="215"/>
                    <a:pt x="1046" y="200"/>
                  </a:cubicBezTo>
                  <a:cubicBezTo>
                    <a:pt x="1046" y="200"/>
                    <a:pt x="1057" y="199"/>
                    <a:pt x="1058" y="196"/>
                  </a:cubicBezTo>
                  <a:cubicBezTo>
                    <a:pt x="1060" y="193"/>
                    <a:pt x="1057" y="189"/>
                    <a:pt x="1057" y="189"/>
                  </a:cubicBezTo>
                  <a:cubicBezTo>
                    <a:pt x="1057" y="189"/>
                    <a:pt x="1064" y="189"/>
                    <a:pt x="1066" y="187"/>
                  </a:cubicBezTo>
                  <a:cubicBezTo>
                    <a:pt x="1066" y="186"/>
                    <a:pt x="1068" y="183"/>
                    <a:pt x="1069" y="180"/>
                  </a:cubicBezTo>
                  <a:cubicBezTo>
                    <a:pt x="1070" y="181"/>
                    <a:pt x="1071" y="180"/>
                    <a:pt x="1072" y="179"/>
                  </a:cubicBezTo>
                  <a:cubicBezTo>
                    <a:pt x="1073" y="179"/>
                    <a:pt x="1073" y="178"/>
                    <a:pt x="1074" y="178"/>
                  </a:cubicBezTo>
                  <a:cubicBezTo>
                    <a:pt x="1078" y="177"/>
                    <a:pt x="1083" y="176"/>
                    <a:pt x="1084" y="169"/>
                  </a:cubicBezTo>
                  <a:cubicBezTo>
                    <a:pt x="1084" y="163"/>
                    <a:pt x="1082" y="157"/>
                    <a:pt x="1082" y="151"/>
                  </a:cubicBezTo>
                  <a:cubicBezTo>
                    <a:pt x="1083" y="148"/>
                    <a:pt x="1085" y="144"/>
                    <a:pt x="1087" y="142"/>
                  </a:cubicBezTo>
                  <a:cubicBezTo>
                    <a:pt x="1094" y="137"/>
                    <a:pt x="1108" y="128"/>
                    <a:pt x="1112" y="114"/>
                  </a:cubicBezTo>
                  <a:cubicBezTo>
                    <a:pt x="1116" y="106"/>
                    <a:pt x="1119" y="98"/>
                    <a:pt x="1117" y="92"/>
                  </a:cubicBezTo>
                  <a:cubicBezTo>
                    <a:pt x="1117" y="91"/>
                    <a:pt x="1117" y="90"/>
                    <a:pt x="1117" y="89"/>
                  </a:cubicBezTo>
                  <a:cubicBezTo>
                    <a:pt x="1118" y="80"/>
                    <a:pt x="1117" y="71"/>
                    <a:pt x="1109" y="59"/>
                  </a:cubicBezTo>
                  <a:cubicBezTo>
                    <a:pt x="1098" y="31"/>
                    <a:pt x="1075" y="0"/>
                    <a:pt x="1020" y="6"/>
                  </a:cubicBezTo>
                  <a:cubicBezTo>
                    <a:pt x="966" y="13"/>
                    <a:pt x="951" y="60"/>
                    <a:pt x="951" y="60"/>
                  </a:cubicBezTo>
                  <a:cubicBezTo>
                    <a:pt x="951" y="60"/>
                    <a:pt x="918" y="35"/>
                    <a:pt x="859" y="59"/>
                  </a:cubicBezTo>
                  <a:cubicBezTo>
                    <a:pt x="859" y="59"/>
                    <a:pt x="831" y="76"/>
                    <a:pt x="817" y="75"/>
                  </a:cubicBezTo>
                  <a:cubicBezTo>
                    <a:pt x="794" y="75"/>
                    <a:pt x="786" y="88"/>
                    <a:pt x="742" y="110"/>
                  </a:cubicBezTo>
                  <a:cubicBezTo>
                    <a:pt x="742" y="110"/>
                    <a:pt x="707" y="127"/>
                    <a:pt x="677" y="136"/>
                  </a:cubicBezTo>
                  <a:cubicBezTo>
                    <a:pt x="616" y="154"/>
                    <a:pt x="532" y="249"/>
                    <a:pt x="505" y="251"/>
                  </a:cubicBezTo>
                  <a:cubicBezTo>
                    <a:pt x="446" y="255"/>
                    <a:pt x="467" y="259"/>
                    <a:pt x="442" y="268"/>
                  </a:cubicBezTo>
                  <a:cubicBezTo>
                    <a:pt x="418" y="276"/>
                    <a:pt x="413" y="284"/>
                    <a:pt x="394" y="293"/>
                  </a:cubicBezTo>
                  <a:cubicBezTo>
                    <a:pt x="394" y="293"/>
                    <a:pt x="384" y="300"/>
                    <a:pt x="398" y="301"/>
                  </a:cubicBezTo>
                  <a:cubicBezTo>
                    <a:pt x="412" y="302"/>
                    <a:pt x="413" y="295"/>
                    <a:pt x="413" y="295"/>
                  </a:cubicBezTo>
                  <a:cubicBezTo>
                    <a:pt x="422" y="296"/>
                    <a:pt x="422" y="296"/>
                    <a:pt x="422" y="296"/>
                  </a:cubicBezTo>
                  <a:cubicBezTo>
                    <a:pt x="422" y="296"/>
                    <a:pt x="388" y="325"/>
                    <a:pt x="392" y="332"/>
                  </a:cubicBezTo>
                  <a:cubicBezTo>
                    <a:pt x="398" y="339"/>
                    <a:pt x="405" y="331"/>
                    <a:pt x="405" y="331"/>
                  </a:cubicBezTo>
                  <a:cubicBezTo>
                    <a:pt x="405" y="331"/>
                    <a:pt x="394" y="349"/>
                    <a:pt x="411" y="344"/>
                  </a:cubicBezTo>
                  <a:cubicBezTo>
                    <a:pt x="421" y="341"/>
                    <a:pt x="426" y="337"/>
                    <a:pt x="428" y="334"/>
                  </a:cubicBezTo>
                  <a:cubicBezTo>
                    <a:pt x="426" y="339"/>
                    <a:pt x="423" y="347"/>
                    <a:pt x="432" y="345"/>
                  </a:cubicBezTo>
                  <a:cubicBezTo>
                    <a:pt x="447" y="342"/>
                    <a:pt x="457" y="326"/>
                    <a:pt x="457" y="326"/>
                  </a:cubicBezTo>
                  <a:cubicBezTo>
                    <a:pt x="457" y="326"/>
                    <a:pt x="460" y="333"/>
                    <a:pt x="477" y="327"/>
                  </a:cubicBezTo>
                  <a:cubicBezTo>
                    <a:pt x="493" y="322"/>
                    <a:pt x="497" y="318"/>
                    <a:pt x="497" y="318"/>
                  </a:cubicBezTo>
                  <a:cubicBezTo>
                    <a:pt x="515" y="316"/>
                    <a:pt x="515" y="316"/>
                    <a:pt x="515" y="316"/>
                  </a:cubicBezTo>
                  <a:cubicBezTo>
                    <a:pt x="515" y="316"/>
                    <a:pt x="494" y="346"/>
                    <a:pt x="484" y="351"/>
                  </a:cubicBezTo>
                  <a:cubicBezTo>
                    <a:pt x="474" y="355"/>
                    <a:pt x="474" y="364"/>
                    <a:pt x="452" y="366"/>
                  </a:cubicBezTo>
                  <a:cubicBezTo>
                    <a:pt x="430" y="368"/>
                    <a:pt x="406" y="384"/>
                    <a:pt x="406" y="384"/>
                  </a:cubicBezTo>
                  <a:cubicBezTo>
                    <a:pt x="406" y="384"/>
                    <a:pt x="366" y="383"/>
                    <a:pt x="367" y="389"/>
                  </a:cubicBezTo>
                  <a:cubicBezTo>
                    <a:pt x="368" y="396"/>
                    <a:pt x="378" y="396"/>
                    <a:pt x="386" y="396"/>
                  </a:cubicBezTo>
                  <a:cubicBezTo>
                    <a:pt x="394" y="396"/>
                    <a:pt x="396" y="393"/>
                    <a:pt x="402" y="396"/>
                  </a:cubicBezTo>
                  <a:cubicBezTo>
                    <a:pt x="409" y="399"/>
                    <a:pt x="385" y="406"/>
                    <a:pt x="385" y="406"/>
                  </a:cubicBezTo>
                  <a:cubicBezTo>
                    <a:pt x="385" y="406"/>
                    <a:pt x="357" y="406"/>
                    <a:pt x="352" y="409"/>
                  </a:cubicBezTo>
                  <a:cubicBezTo>
                    <a:pt x="346" y="413"/>
                    <a:pt x="349" y="419"/>
                    <a:pt x="356" y="419"/>
                  </a:cubicBezTo>
                  <a:cubicBezTo>
                    <a:pt x="363" y="419"/>
                    <a:pt x="363" y="420"/>
                    <a:pt x="363" y="420"/>
                  </a:cubicBezTo>
                  <a:cubicBezTo>
                    <a:pt x="363" y="420"/>
                    <a:pt x="357" y="421"/>
                    <a:pt x="354" y="426"/>
                  </a:cubicBezTo>
                  <a:cubicBezTo>
                    <a:pt x="350" y="430"/>
                    <a:pt x="353" y="435"/>
                    <a:pt x="362" y="435"/>
                  </a:cubicBezTo>
                  <a:cubicBezTo>
                    <a:pt x="371" y="435"/>
                    <a:pt x="390" y="432"/>
                    <a:pt x="390" y="432"/>
                  </a:cubicBezTo>
                  <a:cubicBezTo>
                    <a:pt x="409" y="429"/>
                    <a:pt x="409" y="429"/>
                    <a:pt x="409" y="429"/>
                  </a:cubicBezTo>
                  <a:cubicBezTo>
                    <a:pt x="409" y="429"/>
                    <a:pt x="413" y="434"/>
                    <a:pt x="407" y="435"/>
                  </a:cubicBezTo>
                  <a:cubicBezTo>
                    <a:pt x="400" y="436"/>
                    <a:pt x="366" y="450"/>
                    <a:pt x="369" y="454"/>
                  </a:cubicBezTo>
                  <a:cubicBezTo>
                    <a:pt x="373" y="457"/>
                    <a:pt x="371" y="462"/>
                    <a:pt x="392" y="456"/>
                  </a:cubicBezTo>
                  <a:cubicBezTo>
                    <a:pt x="413" y="449"/>
                    <a:pt x="425" y="441"/>
                    <a:pt x="425" y="441"/>
                  </a:cubicBezTo>
                  <a:cubicBezTo>
                    <a:pt x="425" y="441"/>
                    <a:pt x="419" y="461"/>
                    <a:pt x="429" y="456"/>
                  </a:cubicBezTo>
                  <a:cubicBezTo>
                    <a:pt x="436" y="454"/>
                    <a:pt x="436" y="444"/>
                    <a:pt x="443" y="440"/>
                  </a:cubicBezTo>
                  <a:cubicBezTo>
                    <a:pt x="451" y="437"/>
                    <a:pt x="468" y="430"/>
                    <a:pt x="475" y="416"/>
                  </a:cubicBezTo>
                  <a:cubicBezTo>
                    <a:pt x="483" y="402"/>
                    <a:pt x="502" y="392"/>
                    <a:pt x="502" y="392"/>
                  </a:cubicBezTo>
                  <a:cubicBezTo>
                    <a:pt x="502" y="392"/>
                    <a:pt x="561" y="340"/>
                    <a:pt x="589" y="331"/>
                  </a:cubicBezTo>
                  <a:cubicBezTo>
                    <a:pt x="618" y="322"/>
                    <a:pt x="650" y="276"/>
                    <a:pt x="658" y="276"/>
                  </a:cubicBezTo>
                  <a:cubicBezTo>
                    <a:pt x="666" y="276"/>
                    <a:pt x="719" y="274"/>
                    <a:pt x="719" y="274"/>
                  </a:cubicBezTo>
                  <a:cubicBezTo>
                    <a:pt x="719" y="274"/>
                    <a:pt x="707" y="325"/>
                    <a:pt x="640" y="357"/>
                  </a:cubicBezTo>
                  <a:cubicBezTo>
                    <a:pt x="640" y="357"/>
                    <a:pt x="633" y="382"/>
                    <a:pt x="604" y="398"/>
                  </a:cubicBezTo>
                  <a:cubicBezTo>
                    <a:pt x="575" y="415"/>
                    <a:pt x="584" y="421"/>
                    <a:pt x="577" y="434"/>
                  </a:cubicBezTo>
                  <a:cubicBezTo>
                    <a:pt x="571" y="446"/>
                    <a:pt x="544" y="465"/>
                    <a:pt x="536" y="494"/>
                  </a:cubicBezTo>
                  <a:cubicBezTo>
                    <a:pt x="529" y="524"/>
                    <a:pt x="498" y="644"/>
                    <a:pt x="480" y="663"/>
                  </a:cubicBezTo>
                  <a:cubicBezTo>
                    <a:pt x="462" y="681"/>
                    <a:pt x="447" y="728"/>
                    <a:pt x="428" y="711"/>
                  </a:cubicBezTo>
                  <a:cubicBezTo>
                    <a:pt x="409" y="695"/>
                    <a:pt x="354" y="646"/>
                    <a:pt x="325" y="639"/>
                  </a:cubicBezTo>
                  <a:cubicBezTo>
                    <a:pt x="296" y="633"/>
                    <a:pt x="200" y="600"/>
                    <a:pt x="199" y="590"/>
                  </a:cubicBezTo>
                  <a:cubicBezTo>
                    <a:pt x="198" y="580"/>
                    <a:pt x="199" y="542"/>
                    <a:pt x="188" y="531"/>
                  </a:cubicBezTo>
                  <a:cubicBezTo>
                    <a:pt x="177" y="520"/>
                    <a:pt x="176" y="508"/>
                    <a:pt x="152" y="512"/>
                  </a:cubicBezTo>
                  <a:cubicBezTo>
                    <a:pt x="129" y="517"/>
                    <a:pt x="83" y="556"/>
                    <a:pt x="60" y="566"/>
                  </a:cubicBezTo>
                  <a:cubicBezTo>
                    <a:pt x="38" y="576"/>
                    <a:pt x="0" y="634"/>
                    <a:pt x="16" y="645"/>
                  </a:cubicBezTo>
                  <a:cubicBezTo>
                    <a:pt x="33" y="656"/>
                    <a:pt x="43" y="660"/>
                    <a:pt x="68" y="647"/>
                  </a:cubicBezTo>
                  <a:cubicBezTo>
                    <a:pt x="94" y="634"/>
                    <a:pt x="101" y="643"/>
                    <a:pt x="113" y="644"/>
                  </a:cubicBezTo>
                  <a:cubicBezTo>
                    <a:pt x="124" y="645"/>
                    <a:pt x="141" y="657"/>
                    <a:pt x="146" y="652"/>
                  </a:cubicBezTo>
                  <a:cubicBezTo>
                    <a:pt x="150" y="646"/>
                    <a:pt x="150" y="639"/>
                    <a:pt x="150" y="639"/>
                  </a:cubicBezTo>
                  <a:cubicBezTo>
                    <a:pt x="150" y="639"/>
                    <a:pt x="149" y="632"/>
                    <a:pt x="166" y="639"/>
                  </a:cubicBezTo>
                  <a:cubicBezTo>
                    <a:pt x="182" y="647"/>
                    <a:pt x="287" y="732"/>
                    <a:pt x="327" y="754"/>
                  </a:cubicBezTo>
                  <a:cubicBezTo>
                    <a:pt x="367" y="777"/>
                    <a:pt x="380" y="783"/>
                    <a:pt x="396" y="793"/>
                  </a:cubicBezTo>
                  <a:cubicBezTo>
                    <a:pt x="411" y="803"/>
                    <a:pt x="452" y="840"/>
                    <a:pt x="487" y="798"/>
                  </a:cubicBezTo>
                  <a:cubicBezTo>
                    <a:pt x="521" y="756"/>
                    <a:pt x="591" y="707"/>
                    <a:pt x="597" y="706"/>
                  </a:cubicBezTo>
                  <a:cubicBezTo>
                    <a:pt x="604" y="705"/>
                    <a:pt x="629" y="694"/>
                    <a:pt x="643" y="689"/>
                  </a:cubicBezTo>
                  <a:cubicBezTo>
                    <a:pt x="656" y="685"/>
                    <a:pt x="669" y="680"/>
                    <a:pt x="669" y="680"/>
                  </a:cubicBezTo>
                  <a:cubicBezTo>
                    <a:pt x="674" y="658"/>
                    <a:pt x="674" y="658"/>
                    <a:pt x="674" y="658"/>
                  </a:cubicBezTo>
                  <a:cubicBezTo>
                    <a:pt x="674" y="658"/>
                    <a:pt x="710" y="695"/>
                    <a:pt x="721" y="691"/>
                  </a:cubicBezTo>
                  <a:cubicBezTo>
                    <a:pt x="732" y="688"/>
                    <a:pt x="758" y="679"/>
                    <a:pt x="758" y="679"/>
                  </a:cubicBezTo>
                  <a:cubicBezTo>
                    <a:pt x="758" y="679"/>
                    <a:pt x="786" y="668"/>
                    <a:pt x="791" y="679"/>
                  </a:cubicBezTo>
                  <a:cubicBezTo>
                    <a:pt x="795" y="690"/>
                    <a:pt x="863" y="740"/>
                    <a:pt x="865" y="746"/>
                  </a:cubicBezTo>
                  <a:cubicBezTo>
                    <a:pt x="867" y="751"/>
                    <a:pt x="883" y="867"/>
                    <a:pt x="908" y="894"/>
                  </a:cubicBezTo>
                  <a:cubicBezTo>
                    <a:pt x="934" y="920"/>
                    <a:pt x="951" y="1009"/>
                    <a:pt x="952" y="1016"/>
                  </a:cubicBezTo>
                  <a:cubicBezTo>
                    <a:pt x="953" y="1022"/>
                    <a:pt x="940" y="1016"/>
                    <a:pt x="932" y="1037"/>
                  </a:cubicBezTo>
                  <a:cubicBezTo>
                    <a:pt x="925" y="1058"/>
                    <a:pt x="919" y="1085"/>
                    <a:pt x="926" y="1093"/>
                  </a:cubicBezTo>
                  <a:cubicBezTo>
                    <a:pt x="932" y="1101"/>
                    <a:pt x="953" y="1119"/>
                    <a:pt x="984" y="1119"/>
                  </a:cubicBezTo>
                  <a:cubicBezTo>
                    <a:pt x="1015" y="1119"/>
                    <a:pt x="1038" y="1135"/>
                    <a:pt x="1054" y="1138"/>
                  </a:cubicBezTo>
                  <a:cubicBezTo>
                    <a:pt x="1071" y="1142"/>
                    <a:pt x="1156" y="1174"/>
                    <a:pt x="1164" y="1133"/>
                  </a:cubicBezTo>
                  <a:cubicBezTo>
                    <a:pt x="1164" y="1133"/>
                    <a:pt x="1173" y="1115"/>
                    <a:pt x="1135" y="1096"/>
                  </a:cubicBezTo>
                  <a:close/>
                  <a:moveTo>
                    <a:pt x="566" y="274"/>
                  </a:moveTo>
                  <a:cubicBezTo>
                    <a:pt x="560" y="278"/>
                    <a:pt x="555" y="278"/>
                    <a:pt x="555" y="278"/>
                  </a:cubicBezTo>
                  <a:cubicBezTo>
                    <a:pt x="555" y="278"/>
                    <a:pt x="564" y="265"/>
                    <a:pt x="580" y="261"/>
                  </a:cubicBezTo>
                  <a:cubicBezTo>
                    <a:pt x="580" y="261"/>
                    <a:pt x="572" y="270"/>
                    <a:pt x="566" y="274"/>
                  </a:cubicBezTo>
                  <a:close/>
                </a:path>
              </a:pathLst>
            </a:custGeom>
            <a:solidFill>
              <a:srgbClr val="70AD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90D86E78-2B0E-B792-54FC-7970EDFC9B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6556" y="828299"/>
              <a:ext cx="732465" cy="930069"/>
            </a:xfrm>
            <a:custGeom>
              <a:avLst/>
              <a:gdLst/>
              <a:ahLst/>
              <a:cxnLst>
                <a:cxn ang="0">
                  <a:pos x="940" y="1268"/>
                </a:cxn>
                <a:cxn ang="0">
                  <a:pos x="889" y="1190"/>
                </a:cxn>
                <a:cxn ang="0">
                  <a:pos x="834" y="1062"/>
                </a:cxn>
                <a:cxn ang="0">
                  <a:pos x="802" y="871"/>
                </a:cxn>
                <a:cxn ang="0">
                  <a:pos x="767" y="801"/>
                </a:cxn>
                <a:cxn ang="0">
                  <a:pos x="682" y="685"/>
                </a:cxn>
                <a:cxn ang="0">
                  <a:pos x="664" y="669"/>
                </a:cxn>
                <a:cxn ang="0">
                  <a:pos x="637" y="589"/>
                </a:cxn>
                <a:cxn ang="0">
                  <a:pos x="735" y="431"/>
                </a:cxn>
                <a:cxn ang="0">
                  <a:pos x="792" y="413"/>
                </a:cxn>
                <a:cxn ang="0">
                  <a:pos x="793" y="375"/>
                </a:cxn>
                <a:cxn ang="0">
                  <a:pos x="779" y="358"/>
                </a:cxn>
                <a:cxn ang="0">
                  <a:pos x="721" y="368"/>
                </a:cxn>
                <a:cxn ang="0">
                  <a:pos x="644" y="422"/>
                </a:cxn>
                <a:cxn ang="0">
                  <a:pos x="603" y="231"/>
                </a:cxn>
                <a:cxn ang="0">
                  <a:pos x="607" y="201"/>
                </a:cxn>
                <a:cxn ang="0">
                  <a:pos x="630" y="197"/>
                </a:cxn>
                <a:cxn ang="0">
                  <a:pos x="658" y="164"/>
                </a:cxn>
                <a:cxn ang="0">
                  <a:pos x="657" y="151"/>
                </a:cxn>
                <a:cxn ang="0">
                  <a:pos x="659" y="148"/>
                </a:cxn>
                <a:cxn ang="0">
                  <a:pos x="658" y="132"/>
                </a:cxn>
                <a:cxn ang="0">
                  <a:pos x="659" y="112"/>
                </a:cxn>
                <a:cxn ang="0">
                  <a:pos x="645" y="92"/>
                </a:cxn>
                <a:cxn ang="0">
                  <a:pos x="587" y="4"/>
                </a:cxn>
                <a:cxn ang="0">
                  <a:pos x="527" y="9"/>
                </a:cxn>
                <a:cxn ang="0">
                  <a:pos x="474" y="123"/>
                </a:cxn>
                <a:cxn ang="0">
                  <a:pos x="500" y="200"/>
                </a:cxn>
                <a:cxn ang="0">
                  <a:pos x="412" y="264"/>
                </a:cxn>
                <a:cxn ang="0">
                  <a:pos x="309" y="403"/>
                </a:cxn>
                <a:cxn ang="0">
                  <a:pos x="328" y="672"/>
                </a:cxn>
                <a:cxn ang="0">
                  <a:pos x="369" y="726"/>
                </a:cxn>
                <a:cxn ang="0">
                  <a:pos x="396" y="722"/>
                </a:cxn>
                <a:cxn ang="0">
                  <a:pos x="414" y="798"/>
                </a:cxn>
                <a:cxn ang="0">
                  <a:pos x="388" y="926"/>
                </a:cxn>
                <a:cxn ang="0">
                  <a:pos x="141" y="916"/>
                </a:cxn>
                <a:cxn ang="0">
                  <a:pos x="95" y="872"/>
                </a:cxn>
                <a:cxn ang="0">
                  <a:pos x="38" y="921"/>
                </a:cxn>
                <a:cxn ang="0">
                  <a:pos x="27" y="1085"/>
                </a:cxn>
                <a:cxn ang="0">
                  <a:pos x="125" y="991"/>
                </a:cxn>
                <a:cxn ang="0">
                  <a:pos x="170" y="985"/>
                </a:cxn>
                <a:cxn ang="0">
                  <a:pos x="436" y="1035"/>
                </a:cxn>
                <a:cxn ang="0">
                  <a:pos x="540" y="871"/>
                </a:cxn>
                <a:cxn ang="0">
                  <a:pos x="587" y="866"/>
                </a:cxn>
                <a:cxn ang="0">
                  <a:pos x="708" y="901"/>
                </a:cxn>
                <a:cxn ang="0">
                  <a:pos x="801" y="1185"/>
                </a:cxn>
                <a:cxn ang="0">
                  <a:pos x="775" y="1242"/>
                </a:cxn>
                <a:cxn ang="0">
                  <a:pos x="868" y="1304"/>
                </a:cxn>
                <a:cxn ang="0">
                  <a:pos x="975" y="1306"/>
                </a:cxn>
                <a:cxn ang="0">
                  <a:pos x="381" y="545"/>
                </a:cxn>
                <a:cxn ang="0">
                  <a:pos x="400" y="407"/>
                </a:cxn>
                <a:cxn ang="0">
                  <a:pos x="425" y="637"/>
                </a:cxn>
                <a:cxn ang="0">
                  <a:pos x="396" y="639"/>
                </a:cxn>
              </a:cxnLst>
              <a:rect l="0" t="0" r="r" b="b"/>
              <a:pathLst>
                <a:path w="996" h="1345">
                  <a:moveTo>
                    <a:pt x="975" y="1306"/>
                  </a:moveTo>
                  <a:cubicBezTo>
                    <a:pt x="955" y="1290"/>
                    <a:pt x="943" y="1273"/>
                    <a:pt x="940" y="1268"/>
                  </a:cubicBezTo>
                  <a:cubicBezTo>
                    <a:pt x="937" y="1263"/>
                    <a:pt x="907" y="1236"/>
                    <a:pt x="899" y="1226"/>
                  </a:cubicBezTo>
                  <a:cubicBezTo>
                    <a:pt x="891" y="1216"/>
                    <a:pt x="898" y="1193"/>
                    <a:pt x="889" y="1190"/>
                  </a:cubicBezTo>
                  <a:cubicBezTo>
                    <a:pt x="880" y="1187"/>
                    <a:pt x="874" y="1200"/>
                    <a:pt x="874" y="1200"/>
                  </a:cubicBezTo>
                  <a:cubicBezTo>
                    <a:pt x="874" y="1200"/>
                    <a:pt x="833" y="1087"/>
                    <a:pt x="834" y="1062"/>
                  </a:cubicBezTo>
                  <a:cubicBezTo>
                    <a:pt x="835" y="1036"/>
                    <a:pt x="828" y="984"/>
                    <a:pt x="816" y="966"/>
                  </a:cubicBezTo>
                  <a:cubicBezTo>
                    <a:pt x="804" y="947"/>
                    <a:pt x="804" y="884"/>
                    <a:pt x="802" y="871"/>
                  </a:cubicBezTo>
                  <a:cubicBezTo>
                    <a:pt x="800" y="858"/>
                    <a:pt x="786" y="841"/>
                    <a:pt x="786" y="841"/>
                  </a:cubicBezTo>
                  <a:cubicBezTo>
                    <a:pt x="786" y="841"/>
                    <a:pt x="778" y="818"/>
                    <a:pt x="767" y="801"/>
                  </a:cubicBezTo>
                  <a:cubicBezTo>
                    <a:pt x="756" y="785"/>
                    <a:pt x="751" y="776"/>
                    <a:pt x="735" y="758"/>
                  </a:cubicBezTo>
                  <a:cubicBezTo>
                    <a:pt x="725" y="747"/>
                    <a:pt x="694" y="697"/>
                    <a:pt x="682" y="685"/>
                  </a:cubicBezTo>
                  <a:cubicBezTo>
                    <a:pt x="677" y="680"/>
                    <a:pt x="671" y="678"/>
                    <a:pt x="664" y="676"/>
                  </a:cubicBezTo>
                  <a:cubicBezTo>
                    <a:pt x="664" y="669"/>
                    <a:pt x="664" y="669"/>
                    <a:pt x="664" y="669"/>
                  </a:cubicBezTo>
                  <a:cubicBezTo>
                    <a:pt x="664" y="669"/>
                    <a:pt x="652" y="638"/>
                    <a:pt x="647" y="632"/>
                  </a:cubicBezTo>
                  <a:cubicBezTo>
                    <a:pt x="642" y="627"/>
                    <a:pt x="634" y="604"/>
                    <a:pt x="637" y="589"/>
                  </a:cubicBezTo>
                  <a:cubicBezTo>
                    <a:pt x="640" y="574"/>
                    <a:pt x="646" y="497"/>
                    <a:pt x="646" y="497"/>
                  </a:cubicBezTo>
                  <a:cubicBezTo>
                    <a:pt x="646" y="497"/>
                    <a:pt x="722" y="434"/>
                    <a:pt x="735" y="431"/>
                  </a:cubicBezTo>
                  <a:cubicBezTo>
                    <a:pt x="748" y="428"/>
                    <a:pt x="766" y="425"/>
                    <a:pt x="775" y="416"/>
                  </a:cubicBezTo>
                  <a:cubicBezTo>
                    <a:pt x="775" y="416"/>
                    <a:pt x="786" y="417"/>
                    <a:pt x="792" y="413"/>
                  </a:cubicBezTo>
                  <a:cubicBezTo>
                    <a:pt x="799" y="408"/>
                    <a:pt x="803" y="399"/>
                    <a:pt x="801" y="393"/>
                  </a:cubicBezTo>
                  <a:cubicBezTo>
                    <a:pt x="798" y="387"/>
                    <a:pt x="804" y="380"/>
                    <a:pt x="793" y="375"/>
                  </a:cubicBezTo>
                  <a:cubicBezTo>
                    <a:pt x="793" y="375"/>
                    <a:pt x="792" y="364"/>
                    <a:pt x="782" y="360"/>
                  </a:cubicBezTo>
                  <a:cubicBezTo>
                    <a:pt x="772" y="356"/>
                    <a:pt x="779" y="358"/>
                    <a:pt x="779" y="358"/>
                  </a:cubicBezTo>
                  <a:cubicBezTo>
                    <a:pt x="779" y="358"/>
                    <a:pt x="771" y="346"/>
                    <a:pt x="755" y="346"/>
                  </a:cubicBezTo>
                  <a:cubicBezTo>
                    <a:pt x="740" y="347"/>
                    <a:pt x="729" y="351"/>
                    <a:pt x="721" y="368"/>
                  </a:cubicBezTo>
                  <a:cubicBezTo>
                    <a:pt x="713" y="384"/>
                    <a:pt x="710" y="402"/>
                    <a:pt x="683" y="409"/>
                  </a:cubicBezTo>
                  <a:cubicBezTo>
                    <a:pt x="656" y="416"/>
                    <a:pt x="644" y="422"/>
                    <a:pt x="644" y="422"/>
                  </a:cubicBezTo>
                  <a:cubicBezTo>
                    <a:pt x="644" y="422"/>
                    <a:pt x="650" y="342"/>
                    <a:pt x="631" y="301"/>
                  </a:cubicBezTo>
                  <a:cubicBezTo>
                    <a:pt x="613" y="261"/>
                    <a:pt x="600" y="246"/>
                    <a:pt x="603" y="231"/>
                  </a:cubicBezTo>
                  <a:cubicBezTo>
                    <a:pt x="606" y="215"/>
                    <a:pt x="607" y="203"/>
                    <a:pt x="607" y="203"/>
                  </a:cubicBezTo>
                  <a:cubicBezTo>
                    <a:pt x="607" y="201"/>
                    <a:pt x="607" y="201"/>
                    <a:pt x="607" y="201"/>
                  </a:cubicBezTo>
                  <a:cubicBezTo>
                    <a:pt x="612" y="200"/>
                    <a:pt x="618" y="199"/>
                    <a:pt x="623" y="197"/>
                  </a:cubicBezTo>
                  <a:cubicBezTo>
                    <a:pt x="626" y="197"/>
                    <a:pt x="629" y="197"/>
                    <a:pt x="630" y="197"/>
                  </a:cubicBezTo>
                  <a:cubicBezTo>
                    <a:pt x="637" y="195"/>
                    <a:pt x="655" y="194"/>
                    <a:pt x="657" y="181"/>
                  </a:cubicBezTo>
                  <a:cubicBezTo>
                    <a:pt x="659" y="175"/>
                    <a:pt x="659" y="169"/>
                    <a:pt x="658" y="164"/>
                  </a:cubicBezTo>
                  <a:cubicBezTo>
                    <a:pt x="660" y="161"/>
                    <a:pt x="662" y="158"/>
                    <a:pt x="662" y="156"/>
                  </a:cubicBezTo>
                  <a:cubicBezTo>
                    <a:pt x="661" y="153"/>
                    <a:pt x="659" y="152"/>
                    <a:pt x="657" y="151"/>
                  </a:cubicBezTo>
                  <a:cubicBezTo>
                    <a:pt x="657" y="150"/>
                    <a:pt x="658" y="149"/>
                    <a:pt x="658" y="149"/>
                  </a:cubicBezTo>
                  <a:cubicBezTo>
                    <a:pt x="658" y="149"/>
                    <a:pt x="658" y="148"/>
                    <a:pt x="659" y="148"/>
                  </a:cubicBezTo>
                  <a:cubicBezTo>
                    <a:pt x="660" y="147"/>
                    <a:pt x="662" y="144"/>
                    <a:pt x="661" y="143"/>
                  </a:cubicBezTo>
                  <a:cubicBezTo>
                    <a:pt x="660" y="141"/>
                    <a:pt x="658" y="132"/>
                    <a:pt x="658" y="132"/>
                  </a:cubicBezTo>
                  <a:cubicBezTo>
                    <a:pt x="658" y="132"/>
                    <a:pt x="669" y="124"/>
                    <a:pt x="663" y="115"/>
                  </a:cubicBezTo>
                  <a:cubicBezTo>
                    <a:pt x="662" y="114"/>
                    <a:pt x="660" y="113"/>
                    <a:pt x="659" y="112"/>
                  </a:cubicBezTo>
                  <a:cubicBezTo>
                    <a:pt x="655" y="107"/>
                    <a:pt x="650" y="102"/>
                    <a:pt x="645" y="97"/>
                  </a:cubicBezTo>
                  <a:cubicBezTo>
                    <a:pt x="645" y="96"/>
                    <a:pt x="645" y="94"/>
                    <a:pt x="645" y="92"/>
                  </a:cubicBezTo>
                  <a:cubicBezTo>
                    <a:pt x="648" y="81"/>
                    <a:pt x="654" y="62"/>
                    <a:pt x="642" y="46"/>
                  </a:cubicBezTo>
                  <a:cubicBezTo>
                    <a:pt x="630" y="30"/>
                    <a:pt x="631" y="9"/>
                    <a:pt x="587" y="4"/>
                  </a:cubicBezTo>
                  <a:cubicBezTo>
                    <a:pt x="582" y="4"/>
                    <a:pt x="574" y="3"/>
                    <a:pt x="569" y="3"/>
                  </a:cubicBezTo>
                  <a:cubicBezTo>
                    <a:pt x="555" y="0"/>
                    <a:pt x="541" y="3"/>
                    <a:pt x="527" y="9"/>
                  </a:cubicBezTo>
                  <a:cubicBezTo>
                    <a:pt x="481" y="31"/>
                    <a:pt x="459" y="56"/>
                    <a:pt x="474" y="122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8" y="134"/>
                    <a:pt x="484" y="145"/>
                    <a:pt x="496" y="154"/>
                  </a:cubicBezTo>
                  <a:cubicBezTo>
                    <a:pt x="516" y="168"/>
                    <a:pt x="504" y="198"/>
                    <a:pt x="500" y="200"/>
                  </a:cubicBezTo>
                  <a:cubicBezTo>
                    <a:pt x="496" y="201"/>
                    <a:pt x="456" y="215"/>
                    <a:pt x="448" y="231"/>
                  </a:cubicBezTo>
                  <a:cubicBezTo>
                    <a:pt x="439" y="246"/>
                    <a:pt x="420" y="259"/>
                    <a:pt x="412" y="264"/>
                  </a:cubicBezTo>
                  <a:cubicBezTo>
                    <a:pt x="380" y="285"/>
                    <a:pt x="348" y="337"/>
                    <a:pt x="337" y="361"/>
                  </a:cubicBezTo>
                  <a:cubicBezTo>
                    <a:pt x="327" y="382"/>
                    <a:pt x="309" y="378"/>
                    <a:pt x="309" y="403"/>
                  </a:cubicBezTo>
                  <a:cubicBezTo>
                    <a:pt x="308" y="427"/>
                    <a:pt x="299" y="554"/>
                    <a:pt x="318" y="593"/>
                  </a:cubicBezTo>
                  <a:cubicBezTo>
                    <a:pt x="338" y="633"/>
                    <a:pt x="324" y="648"/>
                    <a:pt x="328" y="672"/>
                  </a:cubicBezTo>
                  <a:cubicBezTo>
                    <a:pt x="333" y="695"/>
                    <a:pt x="336" y="717"/>
                    <a:pt x="355" y="727"/>
                  </a:cubicBezTo>
                  <a:cubicBezTo>
                    <a:pt x="355" y="727"/>
                    <a:pt x="366" y="731"/>
                    <a:pt x="369" y="726"/>
                  </a:cubicBezTo>
                  <a:cubicBezTo>
                    <a:pt x="369" y="726"/>
                    <a:pt x="382" y="729"/>
                    <a:pt x="385" y="724"/>
                  </a:cubicBezTo>
                  <a:cubicBezTo>
                    <a:pt x="396" y="722"/>
                    <a:pt x="396" y="722"/>
                    <a:pt x="396" y="722"/>
                  </a:cubicBezTo>
                  <a:cubicBezTo>
                    <a:pt x="398" y="758"/>
                    <a:pt x="398" y="758"/>
                    <a:pt x="398" y="758"/>
                  </a:cubicBezTo>
                  <a:cubicBezTo>
                    <a:pt x="398" y="758"/>
                    <a:pt x="407" y="789"/>
                    <a:pt x="414" y="798"/>
                  </a:cubicBezTo>
                  <a:cubicBezTo>
                    <a:pt x="410" y="827"/>
                    <a:pt x="407" y="859"/>
                    <a:pt x="408" y="868"/>
                  </a:cubicBezTo>
                  <a:cubicBezTo>
                    <a:pt x="410" y="886"/>
                    <a:pt x="420" y="945"/>
                    <a:pt x="388" y="926"/>
                  </a:cubicBezTo>
                  <a:cubicBezTo>
                    <a:pt x="357" y="906"/>
                    <a:pt x="298" y="919"/>
                    <a:pt x="255" y="925"/>
                  </a:cubicBezTo>
                  <a:cubicBezTo>
                    <a:pt x="212" y="931"/>
                    <a:pt x="150" y="924"/>
                    <a:pt x="141" y="916"/>
                  </a:cubicBezTo>
                  <a:cubicBezTo>
                    <a:pt x="131" y="908"/>
                    <a:pt x="122" y="891"/>
                    <a:pt x="110" y="884"/>
                  </a:cubicBezTo>
                  <a:cubicBezTo>
                    <a:pt x="98" y="877"/>
                    <a:pt x="95" y="872"/>
                    <a:pt x="95" y="872"/>
                  </a:cubicBezTo>
                  <a:cubicBezTo>
                    <a:pt x="95" y="872"/>
                    <a:pt x="92" y="867"/>
                    <a:pt x="76" y="869"/>
                  </a:cubicBezTo>
                  <a:cubicBezTo>
                    <a:pt x="61" y="871"/>
                    <a:pt x="46" y="895"/>
                    <a:pt x="38" y="921"/>
                  </a:cubicBezTo>
                  <a:cubicBezTo>
                    <a:pt x="29" y="946"/>
                    <a:pt x="3" y="974"/>
                    <a:pt x="3" y="999"/>
                  </a:cubicBezTo>
                  <a:cubicBezTo>
                    <a:pt x="3" y="1025"/>
                    <a:pt x="0" y="1094"/>
                    <a:pt x="27" y="1085"/>
                  </a:cubicBezTo>
                  <a:cubicBezTo>
                    <a:pt x="62" y="1073"/>
                    <a:pt x="77" y="1028"/>
                    <a:pt x="94" y="1014"/>
                  </a:cubicBezTo>
                  <a:cubicBezTo>
                    <a:pt x="110" y="1000"/>
                    <a:pt x="126" y="996"/>
                    <a:pt x="125" y="991"/>
                  </a:cubicBezTo>
                  <a:cubicBezTo>
                    <a:pt x="124" y="986"/>
                    <a:pt x="123" y="983"/>
                    <a:pt x="123" y="983"/>
                  </a:cubicBezTo>
                  <a:cubicBezTo>
                    <a:pt x="123" y="983"/>
                    <a:pt x="146" y="980"/>
                    <a:pt x="170" y="985"/>
                  </a:cubicBezTo>
                  <a:cubicBezTo>
                    <a:pt x="194" y="990"/>
                    <a:pt x="304" y="1016"/>
                    <a:pt x="338" y="1016"/>
                  </a:cubicBezTo>
                  <a:cubicBezTo>
                    <a:pt x="372" y="1016"/>
                    <a:pt x="414" y="1042"/>
                    <a:pt x="436" y="1035"/>
                  </a:cubicBezTo>
                  <a:cubicBezTo>
                    <a:pt x="457" y="1028"/>
                    <a:pt x="486" y="1009"/>
                    <a:pt x="512" y="926"/>
                  </a:cubicBezTo>
                  <a:cubicBezTo>
                    <a:pt x="512" y="926"/>
                    <a:pt x="532" y="878"/>
                    <a:pt x="540" y="871"/>
                  </a:cubicBezTo>
                  <a:cubicBezTo>
                    <a:pt x="549" y="864"/>
                    <a:pt x="560" y="854"/>
                    <a:pt x="560" y="854"/>
                  </a:cubicBezTo>
                  <a:cubicBezTo>
                    <a:pt x="560" y="854"/>
                    <a:pt x="575" y="870"/>
                    <a:pt x="587" y="866"/>
                  </a:cubicBezTo>
                  <a:cubicBezTo>
                    <a:pt x="600" y="862"/>
                    <a:pt x="610" y="855"/>
                    <a:pt x="618" y="857"/>
                  </a:cubicBezTo>
                  <a:cubicBezTo>
                    <a:pt x="626" y="859"/>
                    <a:pt x="698" y="881"/>
                    <a:pt x="708" y="901"/>
                  </a:cubicBezTo>
                  <a:cubicBezTo>
                    <a:pt x="718" y="922"/>
                    <a:pt x="719" y="1016"/>
                    <a:pt x="739" y="1039"/>
                  </a:cubicBezTo>
                  <a:cubicBezTo>
                    <a:pt x="760" y="1061"/>
                    <a:pt x="801" y="1152"/>
                    <a:pt x="801" y="1185"/>
                  </a:cubicBezTo>
                  <a:cubicBezTo>
                    <a:pt x="801" y="1185"/>
                    <a:pt x="788" y="1206"/>
                    <a:pt x="785" y="1220"/>
                  </a:cubicBezTo>
                  <a:cubicBezTo>
                    <a:pt x="782" y="1235"/>
                    <a:pt x="776" y="1233"/>
                    <a:pt x="775" y="1242"/>
                  </a:cubicBezTo>
                  <a:cubicBezTo>
                    <a:pt x="774" y="1251"/>
                    <a:pt x="769" y="1256"/>
                    <a:pt x="784" y="1263"/>
                  </a:cubicBezTo>
                  <a:cubicBezTo>
                    <a:pt x="799" y="1270"/>
                    <a:pt x="846" y="1297"/>
                    <a:pt x="868" y="1304"/>
                  </a:cubicBezTo>
                  <a:cubicBezTo>
                    <a:pt x="891" y="1311"/>
                    <a:pt x="965" y="1345"/>
                    <a:pt x="980" y="1336"/>
                  </a:cubicBezTo>
                  <a:cubicBezTo>
                    <a:pt x="996" y="1327"/>
                    <a:pt x="996" y="1323"/>
                    <a:pt x="975" y="1306"/>
                  </a:cubicBezTo>
                  <a:close/>
                  <a:moveTo>
                    <a:pt x="396" y="639"/>
                  </a:moveTo>
                  <a:cubicBezTo>
                    <a:pt x="390" y="632"/>
                    <a:pt x="379" y="566"/>
                    <a:pt x="381" y="545"/>
                  </a:cubicBezTo>
                  <a:cubicBezTo>
                    <a:pt x="383" y="523"/>
                    <a:pt x="388" y="464"/>
                    <a:pt x="386" y="432"/>
                  </a:cubicBezTo>
                  <a:cubicBezTo>
                    <a:pt x="384" y="400"/>
                    <a:pt x="400" y="407"/>
                    <a:pt x="400" y="407"/>
                  </a:cubicBezTo>
                  <a:cubicBezTo>
                    <a:pt x="398" y="446"/>
                    <a:pt x="424" y="499"/>
                    <a:pt x="426" y="529"/>
                  </a:cubicBezTo>
                  <a:cubicBezTo>
                    <a:pt x="428" y="559"/>
                    <a:pt x="419" y="612"/>
                    <a:pt x="425" y="637"/>
                  </a:cubicBezTo>
                  <a:cubicBezTo>
                    <a:pt x="431" y="663"/>
                    <a:pt x="420" y="667"/>
                    <a:pt x="420" y="667"/>
                  </a:cubicBezTo>
                  <a:cubicBezTo>
                    <a:pt x="419" y="660"/>
                    <a:pt x="402" y="647"/>
                    <a:pt x="396" y="639"/>
                  </a:cubicBezTo>
                  <a:close/>
                </a:path>
              </a:pathLst>
            </a:custGeom>
            <a:solidFill>
              <a:srgbClr val="70AD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D681AA49-FA54-A618-4912-105C92D6F9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8100" y="774193"/>
              <a:ext cx="726978" cy="984177"/>
            </a:xfrm>
            <a:custGeom>
              <a:avLst/>
              <a:gdLst/>
              <a:ahLst/>
              <a:cxnLst>
                <a:cxn ang="0">
                  <a:pos x="934" y="1345"/>
                </a:cxn>
                <a:cxn ang="0">
                  <a:pos x="886" y="1265"/>
                </a:cxn>
                <a:cxn ang="0">
                  <a:pos x="835" y="1135"/>
                </a:cxn>
                <a:cxn ang="0">
                  <a:pos x="809" y="944"/>
                </a:cxn>
                <a:cxn ang="0">
                  <a:pos x="776" y="873"/>
                </a:cxn>
                <a:cxn ang="0">
                  <a:pos x="763" y="849"/>
                </a:cxn>
                <a:cxn ang="0">
                  <a:pos x="658" y="696"/>
                </a:cxn>
                <a:cxn ang="0">
                  <a:pos x="657" y="693"/>
                </a:cxn>
                <a:cxn ang="0">
                  <a:pos x="677" y="612"/>
                </a:cxn>
                <a:cxn ang="0">
                  <a:pos x="725" y="338"/>
                </a:cxn>
                <a:cxn ang="0">
                  <a:pos x="920" y="390"/>
                </a:cxn>
                <a:cxn ang="0">
                  <a:pos x="828" y="167"/>
                </a:cxn>
                <a:cxn ang="0">
                  <a:pos x="786" y="106"/>
                </a:cxn>
                <a:cxn ang="0">
                  <a:pos x="746" y="122"/>
                </a:cxn>
                <a:cxn ang="0">
                  <a:pos x="728" y="130"/>
                </a:cxn>
                <a:cxn ang="0">
                  <a:pos x="709" y="65"/>
                </a:cxn>
                <a:cxn ang="0">
                  <a:pos x="556" y="161"/>
                </a:cxn>
                <a:cxn ang="0">
                  <a:pos x="571" y="221"/>
                </a:cxn>
                <a:cxn ang="0">
                  <a:pos x="523" y="287"/>
                </a:cxn>
                <a:cxn ang="0">
                  <a:pos x="382" y="392"/>
                </a:cxn>
                <a:cxn ang="0">
                  <a:pos x="281" y="572"/>
                </a:cxn>
                <a:cxn ang="0">
                  <a:pos x="250" y="634"/>
                </a:cxn>
                <a:cxn ang="0">
                  <a:pos x="273" y="653"/>
                </a:cxn>
                <a:cxn ang="0">
                  <a:pos x="313" y="612"/>
                </a:cxn>
                <a:cxn ang="0">
                  <a:pos x="428" y="437"/>
                </a:cxn>
                <a:cxn ang="0">
                  <a:pos x="502" y="409"/>
                </a:cxn>
                <a:cxn ang="0">
                  <a:pos x="467" y="582"/>
                </a:cxn>
                <a:cxn ang="0">
                  <a:pos x="411" y="701"/>
                </a:cxn>
                <a:cxn ang="0">
                  <a:pos x="406" y="721"/>
                </a:cxn>
                <a:cxn ang="0">
                  <a:pos x="410" y="835"/>
                </a:cxn>
                <a:cxn ang="0">
                  <a:pos x="415" y="929"/>
                </a:cxn>
                <a:cxn ang="0">
                  <a:pos x="260" y="981"/>
                </a:cxn>
                <a:cxn ang="0">
                  <a:pos x="117" y="935"/>
                </a:cxn>
                <a:cxn ang="0">
                  <a:pos x="84" y="918"/>
                </a:cxn>
                <a:cxn ang="0">
                  <a:pos x="6" y="1046"/>
                </a:cxn>
                <a:cxn ang="0">
                  <a:pos x="96" y="1064"/>
                </a:cxn>
                <a:cxn ang="0">
                  <a:pos x="127" y="1034"/>
                </a:cxn>
                <a:cxn ang="0">
                  <a:pos x="341" y="1074"/>
                </a:cxn>
                <a:cxn ang="0">
                  <a:pos x="517" y="989"/>
                </a:cxn>
                <a:cxn ang="0">
                  <a:pos x="567" y="919"/>
                </a:cxn>
                <a:cxn ang="0">
                  <a:pos x="625" y="923"/>
                </a:cxn>
                <a:cxn ang="0">
                  <a:pos x="741" y="1110"/>
                </a:cxn>
                <a:cxn ang="0">
                  <a:pos x="781" y="1292"/>
                </a:cxn>
                <a:cxn ang="0">
                  <a:pos x="778" y="1335"/>
                </a:cxn>
                <a:cxn ang="0">
                  <a:pos x="972" y="1414"/>
                </a:cxn>
                <a:cxn ang="0">
                  <a:pos x="744" y="193"/>
                </a:cxn>
                <a:cxn ang="0">
                  <a:pos x="794" y="209"/>
                </a:cxn>
                <a:cxn ang="0">
                  <a:pos x="805" y="270"/>
                </a:cxn>
                <a:cxn ang="0">
                  <a:pos x="738" y="215"/>
                </a:cxn>
              </a:cxnLst>
              <a:rect l="0" t="0" r="r" b="b"/>
              <a:pathLst>
                <a:path w="988" h="1423">
                  <a:moveTo>
                    <a:pt x="968" y="1385"/>
                  </a:moveTo>
                  <a:cubicBezTo>
                    <a:pt x="948" y="1368"/>
                    <a:pt x="937" y="1350"/>
                    <a:pt x="934" y="1345"/>
                  </a:cubicBezTo>
                  <a:cubicBezTo>
                    <a:pt x="931" y="1339"/>
                    <a:pt x="902" y="1312"/>
                    <a:pt x="895" y="1301"/>
                  </a:cubicBezTo>
                  <a:cubicBezTo>
                    <a:pt x="887" y="1291"/>
                    <a:pt x="895" y="1269"/>
                    <a:pt x="886" y="1265"/>
                  </a:cubicBezTo>
                  <a:cubicBezTo>
                    <a:pt x="877" y="1262"/>
                    <a:pt x="870" y="1275"/>
                    <a:pt x="870" y="1275"/>
                  </a:cubicBezTo>
                  <a:cubicBezTo>
                    <a:pt x="870" y="1275"/>
                    <a:pt x="833" y="1161"/>
                    <a:pt x="835" y="1135"/>
                  </a:cubicBezTo>
                  <a:cubicBezTo>
                    <a:pt x="837" y="1110"/>
                    <a:pt x="831" y="1058"/>
                    <a:pt x="820" y="1039"/>
                  </a:cubicBezTo>
                  <a:cubicBezTo>
                    <a:pt x="808" y="1020"/>
                    <a:pt x="810" y="957"/>
                    <a:pt x="809" y="944"/>
                  </a:cubicBezTo>
                  <a:cubicBezTo>
                    <a:pt x="807" y="930"/>
                    <a:pt x="793" y="914"/>
                    <a:pt x="793" y="914"/>
                  </a:cubicBezTo>
                  <a:cubicBezTo>
                    <a:pt x="793" y="914"/>
                    <a:pt x="787" y="890"/>
                    <a:pt x="776" y="873"/>
                  </a:cubicBezTo>
                  <a:cubicBezTo>
                    <a:pt x="771" y="864"/>
                    <a:pt x="767" y="857"/>
                    <a:pt x="762" y="850"/>
                  </a:cubicBezTo>
                  <a:cubicBezTo>
                    <a:pt x="763" y="849"/>
                    <a:pt x="763" y="849"/>
                    <a:pt x="763" y="849"/>
                  </a:cubicBezTo>
                  <a:cubicBezTo>
                    <a:pt x="763" y="849"/>
                    <a:pt x="702" y="742"/>
                    <a:pt x="677" y="721"/>
                  </a:cubicBezTo>
                  <a:cubicBezTo>
                    <a:pt x="666" y="711"/>
                    <a:pt x="661" y="704"/>
                    <a:pt x="658" y="696"/>
                  </a:cubicBezTo>
                  <a:cubicBezTo>
                    <a:pt x="660" y="696"/>
                    <a:pt x="660" y="696"/>
                    <a:pt x="660" y="696"/>
                  </a:cubicBezTo>
                  <a:cubicBezTo>
                    <a:pt x="659" y="695"/>
                    <a:pt x="658" y="694"/>
                    <a:pt x="657" y="693"/>
                  </a:cubicBezTo>
                  <a:cubicBezTo>
                    <a:pt x="656" y="687"/>
                    <a:pt x="656" y="680"/>
                    <a:pt x="656" y="670"/>
                  </a:cubicBezTo>
                  <a:cubicBezTo>
                    <a:pt x="661" y="654"/>
                    <a:pt x="672" y="633"/>
                    <a:pt x="677" y="612"/>
                  </a:cubicBezTo>
                  <a:cubicBezTo>
                    <a:pt x="685" y="577"/>
                    <a:pt x="719" y="465"/>
                    <a:pt x="716" y="437"/>
                  </a:cubicBezTo>
                  <a:cubicBezTo>
                    <a:pt x="713" y="408"/>
                    <a:pt x="724" y="342"/>
                    <a:pt x="725" y="338"/>
                  </a:cubicBezTo>
                  <a:cubicBezTo>
                    <a:pt x="726" y="333"/>
                    <a:pt x="783" y="378"/>
                    <a:pt x="827" y="384"/>
                  </a:cubicBezTo>
                  <a:cubicBezTo>
                    <a:pt x="870" y="391"/>
                    <a:pt x="900" y="407"/>
                    <a:pt x="920" y="390"/>
                  </a:cubicBezTo>
                  <a:cubicBezTo>
                    <a:pt x="939" y="373"/>
                    <a:pt x="930" y="332"/>
                    <a:pt x="920" y="313"/>
                  </a:cubicBezTo>
                  <a:cubicBezTo>
                    <a:pt x="910" y="293"/>
                    <a:pt x="838" y="177"/>
                    <a:pt x="828" y="167"/>
                  </a:cubicBezTo>
                  <a:cubicBezTo>
                    <a:pt x="818" y="156"/>
                    <a:pt x="819" y="156"/>
                    <a:pt x="817" y="146"/>
                  </a:cubicBezTo>
                  <a:cubicBezTo>
                    <a:pt x="815" y="136"/>
                    <a:pt x="793" y="106"/>
                    <a:pt x="786" y="106"/>
                  </a:cubicBezTo>
                  <a:cubicBezTo>
                    <a:pt x="778" y="106"/>
                    <a:pt x="768" y="104"/>
                    <a:pt x="766" y="110"/>
                  </a:cubicBezTo>
                  <a:cubicBezTo>
                    <a:pt x="766" y="110"/>
                    <a:pt x="746" y="98"/>
                    <a:pt x="746" y="122"/>
                  </a:cubicBezTo>
                  <a:cubicBezTo>
                    <a:pt x="746" y="122"/>
                    <a:pt x="744" y="125"/>
                    <a:pt x="735" y="124"/>
                  </a:cubicBezTo>
                  <a:cubicBezTo>
                    <a:pt x="729" y="124"/>
                    <a:pt x="728" y="127"/>
                    <a:pt x="728" y="130"/>
                  </a:cubicBezTo>
                  <a:cubicBezTo>
                    <a:pt x="723" y="125"/>
                    <a:pt x="715" y="116"/>
                    <a:pt x="716" y="108"/>
                  </a:cubicBezTo>
                  <a:cubicBezTo>
                    <a:pt x="717" y="95"/>
                    <a:pt x="714" y="77"/>
                    <a:pt x="709" y="65"/>
                  </a:cubicBezTo>
                  <a:cubicBezTo>
                    <a:pt x="698" y="41"/>
                    <a:pt x="620" y="0"/>
                    <a:pt x="560" y="60"/>
                  </a:cubicBezTo>
                  <a:cubicBezTo>
                    <a:pt x="560" y="60"/>
                    <a:pt x="531" y="118"/>
                    <a:pt x="556" y="161"/>
                  </a:cubicBezTo>
                  <a:cubicBezTo>
                    <a:pt x="581" y="204"/>
                    <a:pt x="583" y="193"/>
                    <a:pt x="581" y="201"/>
                  </a:cubicBezTo>
                  <a:cubicBezTo>
                    <a:pt x="578" y="210"/>
                    <a:pt x="575" y="212"/>
                    <a:pt x="571" y="221"/>
                  </a:cubicBezTo>
                  <a:cubicBezTo>
                    <a:pt x="566" y="229"/>
                    <a:pt x="552" y="242"/>
                    <a:pt x="549" y="243"/>
                  </a:cubicBezTo>
                  <a:cubicBezTo>
                    <a:pt x="546" y="245"/>
                    <a:pt x="524" y="275"/>
                    <a:pt x="523" y="287"/>
                  </a:cubicBezTo>
                  <a:cubicBezTo>
                    <a:pt x="522" y="299"/>
                    <a:pt x="504" y="314"/>
                    <a:pt x="491" y="317"/>
                  </a:cubicBezTo>
                  <a:cubicBezTo>
                    <a:pt x="459" y="324"/>
                    <a:pt x="397" y="384"/>
                    <a:pt x="382" y="392"/>
                  </a:cubicBezTo>
                  <a:cubicBezTo>
                    <a:pt x="370" y="399"/>
                    <a:pt x="372" y="412"/>
                    <a:pt x="354" y="428"/>
                  </a:cubicBezTo>
                  <a:cubicBezTo>
                    <a:pt x="336" y="444"/>
                    <a:pt x="293" y="562"/>
                    <a:pt x="281" y="572"/>
                  </a:cubicBezTo>
                  <a:cubicBezTo>
                    <a:pt x="269" y="582"/>
                    <a:pt x="256" y="608"/>
                    <a:pt x="256" y="617"/>
                  </a:cubicBezTo>
                  <a:cubicBezTo>
                    <a:pt x="256" y="617"/>
                    <a:pt x="244" y="627"/>
                    <a:pt x="250" y="634"/>
                  </a:cubicBezTo>
                  <a:cubicBezTo>
                    <a:pt x="255" y="640"/>
                    <a:pt x="255" y="648"/>
                    <a:pt x="263" y="648"/>
                  </a:cubicBezTo>
                  <a:cubicBezTo>
                    <a:pt x="263" y="648"/>
                    <a:pt x="269" y="656"/>
                    <a:pt x="273" y="653"/>
                  </a:cubicBezTo>
                  <a:cubicBezTo>
                    <a:pt x="273" y="653"/>
                    <a:pt x="285" y="661"/>
                    <a:pt x="293" y="659"/>
                  </a:cubicBezTo>
                  <a:cubicBezTo>
                    <a:pt x="302" y="657"/>
                    <a:pt x="317" y="659"/>
                    <a:pt x="313" y="612"/>
                  </a:cubicBezTo>
                  <a:cubicBezTo>
                    <a:pt x="308" y="566"/>
                    <a:pt x="351" y="547"/>
                    <a:pt x="368" y="517"/>
                  </a:cubicBezTo>
                  <a:cubicBezTo>
                    <a:pt x="385" y="486"/>
                    <a:pt x="428" y="445"/>
                    <a:pt x="428" y="437"/>
                  </a:cubicBezTo>
                  <a:cubicBezTo>
                    <a:pt x="428" y="437"/>
                    <a:pt x="463" y="438"/>
                    <a:pt x="488" y="418"/>
                  </a:cubicBezTo>
                  <a:cubicBezTo>
                    <a:pt x="513" y="399"/>
                    <a:pt x="502" y="409"/>
                    <a:pt x="502" y="409"/>
                  </a:cubicBezTo>
                  <a:cubicBezTo>
                    <a:pt x="502" y="409"/>
                    <a:pt x="508" y="447"/>
                    <a:pt x="492" y="471"/>
                  </a:cubicBezTo>
                  <a:cubicBezTo>
                    <a:pt x="475" y="495"/>
                    <a:pt x="467" y="564"/>
                    <a:pt x="467" y="582"/>
                  </a:cubicBezTo>
                  <a:cubicBezTo>
                    <a:pt x="467" y="582"/>
                    <a:pt x="435" y="621"/>
                    <a:pt x="428" y="648"/>
                  </a:cubicBezTo>
                  <a:cubicBezTo>
                    <a:pt x="424" y="660"/>
                    <a:pt x="417" y="680"/>
                    <a:pt x="411" y="701"/>
                  </a:cubicBezTo>
                  <a:cubicBezTo>
                    <a:pt x="410" y="702"/>
                    <a:pt x="410" y="702"/>
                    <a:pt x="410" y="702"/>
                  </a:cubicBezTo>
                  <a:cubicBezTo>
                    <a:pt x="410" y="702"/>
                    <a:pt x="408" y="709"/>
                    <a:pt x="406" y="721"/>
                  </a:cubicBezTo>
                  <a:cubicBezTo>
                    <a:pt x="402" y="737"/>
                    <a:pt x="400" y="753"/>
                    <a:pt x="401" y="766"/>
                  </a:cubicBezTo>
                  <a:cubicBezTo>
                    <a:pt x="400" y="788"/>
                    <a:pt x="402" y="813"/>
                    <a:pt x="410" y="835"/>
                  </a:cubicBezTo>
                  <a:cubicBezTo>
                    <a:pt x="414" y="845"/>
                    <a:pt x="418" y="852"/>
                    <a:pt x="423" y="859"/>
                  </a:cubicBezTo>
                  <a:cubicBezTo>
                    <a:pt x="419" y="888"/>
                    <a:pt x="414" y="919"/>
                    <a:pt x="415" y="929"/>
                  </a:cubicBezTo>
                  <a:cubicBezTo>
                    <a:pt x="417" y="946"/>
                    <a:pt x="425" y="1005"/>
                    <a:pt x="394" y="985"/>
                  </a:cubicBezTo>
                  <a:cubicBezTo>
                    <a:pt x="363" y="965"/>
                    <a:pt x="303" y="976"/>
                    <a:pt x="260" y="981"/>
                  </a:cubicBezTo>
                  <a:cubicBezTo>
                    <a:pt x="217" y="985"/>
                    <a:pt x="155" y="976"/>
                    <a:pt x="146" y="968"/>
                  </a:cubicBezTo>
                  <a:cubicBezTo>
                    <a:pt x="138" y="959"/>
                    <a:pt x="129" y="942"/>
                    <a:pt x="117" y="935"/>
                  </a:cubicBezTo>
                  <a:cubicBezTo>
                    <a:pt x="105" y="927"/>
                    <a:pt x="102" y="922"/>
                    <a:pt x="102" y="922"/>
                  </a:cubicBezTo>
                  <a:cubicBezTo>
                    <a:pt x="102" y="922"/>
                    <a:pt x="99" y="917"/>
                    <a:pt x="84" y="918"/>
                  </a:cubicBezTo>
                  <a:cubicBezTo>
                    <a:pt x="69" y="920"/>
                    <a:pt x="52" y="944"/>
                    <a:pt x="43" y="969"/>
                  </a:cubicBezTo>
                  <a:cubicBezTo>
                    <a:pt x="34" y="994"/>
                    <a:pt x="7" y="1021"/>
                    <a:pt x="6" y="1046"/>
                  </a:cubicBezTo>
                  <a:cubicBezTo>
                    <a:pt x="5" y="1072"/>
                    <a:pt x="0" y="1141"/>
                    <a:pt x="28" y="1133"/>
                  </a:cubicBezTo>
                  <a:cubicBezTo>
                    <a:pt x="63" y="1122"/>
                    <a:pt x="79" y="1077"/>
                    <a:pt x="96" y="1064"/>
                  </a:cubicBezTo>
                  <a:cubicBezTo>
                    <a:pt x="113" y="1050"/>
                    <a:pt x="129" y="1048"/>
                    <a:pt x="129" y="1042"/>
                  </a:cubicBezTo>
                  <a:cubicBezTo>
                    <a:pt x="128" y="1037"/>
                    <a:pt x="127" y="1034"/>
                    <a:pt x="127" y="1034"/>
                  </a:cubicBezTo>
                  <a:cubicBezTo>
                    <a:pt x="127" y="1034"/>
                    <a:pt x="149" y="1032"/>
                    <a:pt x="174" y="1038"/>
                  </a:cubicBezTo>
                  <a:cubicBezTo>
                    <a:pt x="198" y="1044"/>
                    <a:pt x="307" y="1073"/>
                    <a:pt x="341" y="1074"/>
                  </a:cubicBezTo>
                  <a:cubicBezTo>
                    <a:pt x="374" y="1075"/>
                    <a:pt x="416" y="1102"/>
                    <a:pt x="438" y="1096"/>
                  </a:cubicBezTo>
                  <a:cubicBezTo>
                    <a:pt x="459" y="1089"/>
                    <a:pt x="489" y="1072"/>
                    <a:pt x="517" y="989"/>
                  </a:cubicBezTo>
                  <a:cubicBezTo>
                    <a:pt x="517" y="989"/>
                    <a:pt x="539" y="942"/>
                    <a:pt x="548" y="935"/>
                  </a:cubicBezTo>
                  <a:cubicBezTo>
                    <a:pt x="556" y="928"/>
                    <a:pt x="567" y="919"/>
                    <a:pt x="567" y="919"/>
                  </a:cubicBezTo>
                  <a:cubicBezTo>
                    <a:pt x="567" y="919"/>
                    <a:pt x="582" y="935"/>
                    <a:pt x="595" y="932"/>
                  </a:cubicBezTo>
                  <a:cubicBezTo>
                    <a:pt x="607" y="928"/>
                    <a:pt x="617" y="921"/>
                    <a:pt x="625" y="923"/>
                  </a:cubicBezTo>
                  <a:cubicBezTo>
                    <a:pt x="633" y="926"/>
                    <a:pt x="705" y="950"/>
                    <a:pt x="714" y="971"/>
                  </a:cubicBezTo>
                  <a:cubicBezTo>
                    <a:pt x="724" y="992"/>
                    <a:pt x="721" y="1086"/>
                    <a:pt x="741" y="1110"/>
                  </a:cubicBezTo>
                  <a:cubicBezTo>
                    <a:pt x="761" y="1133"/>
                    <a:pt x="799" y="1225"/>
                    <a:pt x="798" y="1257"/>
                  </a:cubicBezTo>
                  <a:cubicBezTo>
                    <a:pt x="798" y="1257"/>
                    <a:pt x="784" y="1278"/>
                    <a:pt x="781" y="1292"/>
                  </a:cubicBezTo>
                  <a:cubicBezTo>
                    <a:pt x="777" y="1307"/>
                    <a:pt x="771" y="1304"/>
                    <a:pt x="770" y="1314"/>
                  </a:cubicBezTo>
                  <a:cubicBezTo>
                    <a:pt x="768" y="1323"/>
                    <a:pt x="763" y="1328"/>
                    <a:pt x="778" y="1335"/>
                  </a:cubicBezTo>
                  <a:cubicBezTo>
                    <a:pt x="793" y="1343"/>
                    <a:pt x="839" y="1371"/>
                    <a:pt x="861" y="1379"/>
                  </a:cubicBezTo>
                  <a:cubicBezTo>
                    <a:pt x="884" y="1387"/>
                    <a:pt x="957" y="1423"/>
                    <a:pt x="972" y="1414"/>
                  </a:cubicBezTo>
                  <a:cubicBezTo>
                    <a:pt x="988" y="1406"/>
                    <a:pt x="988" y="1402"/>
                    <a:pt x="968" y="1385"/>
                  </a:cubicBezTo>
                  <a:close/>
                  <a:moveTo>
                    <a:pt x="744" y="193"/>
                  </a:moveTo>
                  <a:cubicBezTo>
                    <a:pt x="753" y="196"/>
                    <a:pt x="763" y="199"/>
                    <a:pt x="770" y="199"/>
                  </a:cubicBezTo>
                  <a:cubicBezTo>
                    <a:pt x="789" y="199"/>
                    <a:pt x="791" y="197"/>
                    <a:pt x="794" y="209"/>
                  </a:cubicBezTo>
                  <a:cubicBezTo>
                    <a:pt x="797" y="221"/>
                    <a:pt x="829" y="257"/>
                    <a:pt x="829" y="278"/>
                  </a:cubicBezTo>
                  <a:cubicBezTo>
                    <a:pt x="829" y="278"/>
                    <a:pt x="821" y="281"/>
                    <a:pt x="805" y="270"/>
                  </a:cubicBezTo>
                  <a:cubicBezTo>
                    <a:pt x="789" y="258"/>
                    <a:pt x="783" y="270"/>
                    <a:pt x="758" y="238"/>
                  </a:cubicBezTo>
                  <a:cubicBezTo>
                    <a:pt x="746" y="223"/>
                    <a:pt x="741" y="217"/>
                    <a:pt x="738" y="215"/>
                  </a:cubicBezTo>
                  <a:cubicBezTo>
                    <a:pt x="741" y="214"/>
                    <a:pt x="747" y="210"/>
                    <a:pt x="744" y="193"/>
                  </a:cubicBez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B1C0D011-8423-D7DC-6352-D5787AF3F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0756" y="839894"/>
              <a:ext cx="659766" cy="918475"/>
            </a:xfrm>
            <a:custGeom>
              <a:avLst/>
              <a:gdLst/>
              <a:ahLst/>
              <a:cxnLst>
                <a:cxn ang="0">
                  <a:pos x="875" y="1275"/>
                </a:cxn>
                <a:cxn ang="0">
                  <a:pos x="834" y="1187"/>
                </a:cxn>
                <a:cxn ang="0">
                  <a:pos x="825" y="1160"/>
                </a:cxn>
                <a:cxn ang="0">
                  <a:pos x="849" y="903"/>
                </a:cxn>
                <a:cxn ang="0">
                  <a:pos x="822" y="769"/>
                </a:cxn>
                <a:cxn ang="0">
                  <a:pos x="694" y="687"/>
                </a:cxn>
                <a:cxn ang="0">
                  <a:pos x="652" y="526"/>
                </a:cxn>
                <a:cxn ang="0">
                  <a:pos x="730" y="330"/>
                </a:cxn>
                <a:cxn ang="0">
                  <a:pos x="742" y="270"/>
                </a:cxn>
                <a:cxn ang="0">
                  <a:pos x="711" y="254"/>
                </a:cxn>
                <a:cxn ang="0">
                  <a:pos x="687" y="298"/>
                </a:cxn>
                <a:cxn ang="0">
                  <a:pos x="634" y="267"/>
                </a:cxn>
                <a:cxn ang="0">
                  <a:pos x="622" y="190"/>
                </a:cxn>
                <a:cxn ang="0">
                  <a:pos x="635" y="188"/>
                </a:cxn>
                <a:cxn ang="0">
                  <a:pos x="663" y="145"/>
                </a:cxn>
                <a:cxn ang="0">
                  <a:pos x="659" y="138"/>
                </a:cxn>
                <a:cxn ang="0">
                  <a:pos x="658" y="122"/>
                </a:cxn>
                <a:cxn ang="0">
                  <a:pos x="642" y="82"/>
                </a:cxn>
                <a:cxn ang="0">
                  <a:pos x="577" y="1"/>
                </a:cxn>
                <a:cxn ang="0">
                  <a:pos x="474" y="79"/>
                </a:cxn>
                <a:cxn ang="0">
                  <a:pos x="514" y="174"/>
                </a:cxn>
                <a:cxn ang="0">
                  <a:pos x="493" y="201"/>
                </a:cxn>
                <a:cxn ang="0">
                  <a:pos x="441" y="280"/>
                </a:cxn>
                <a:cxn ang="0">
                  <a:pos x="314" y="401"/>
                </a:cxn>
                <a:cxn ang="0">
                  <a:pos x="232" y="597"/>
                </a:cxn>
                <a:cxn ang="0">
                  <a:pos x="241" y="628"/>
                </a:cxn>
                <a:cxn ang="0">
                  <a:pos x="272" y="636"/>
                </a:cxn>
                <a:cxn ang="0">
                  <a:pos x="335" y="489"/>
                </a:cxn>
                <a:cxn ang="0">
                  <a:pos x="447" y="380"/>
                </a:cxn>
                <a:cxn ang="0">
                  <a:pos x="454" y="433"/>
                </a:cxn>
                <a:cxn ang="0">
                  <a:pos x="405" y="614"/>
                </a:cxn>
                <a:cxn ang="0">
                  <a:pos x="398" y="783"/>
                </a:cxn>
                <a:cxn ang="0">
                  <a:pos x="351" y="921"/>
                </a:cxn>
                <a:cxn ang="0">
                  <a:pos x="69" y="1132"/>
                </a:cxn>
                <a:cxn ang="0">
                  <a:pos x="5" y="1195"/>
                </a:cxn>
                <a:cxn ang="0">
                  <a:pos x="149" y="1325"/>
                </a:cxn>
                <a:cxn ang="0">
                  <a:pos x="154" y="1244"/>
                </a:cxn>
                <a:cxn ang="0">
                  <a:pos x="144" y="1172"/>
                </a:cxn>
                <a:cxn ang="0">
                  <a:pos x="250" y="1111"/>
                </a:cxn>
                <a:cxn ang="0">
                  <a:pos x="486" y="946"/>
                </a:cxn>
                <a:cxn ang="0">
                  <a:pos x="558" y="821"/>
                </a:cxn>
                <a:cxn ang="0">
                  <a:pos x="651" y="819"/>
                </a:cxn>
                <a:cxn ang="0">
                  <a:pos x="757" y="988"/>
                </a:cxn>
                <a:cxn ang="0">
                  <a:pos x="714" y="1173"/>
                </a:cxn>
                <a:cxn ang="0">
                  <a:pos x="739" y="1229"/>
                </a:cxn>
                <a:cxn ang="0">
                  <a:pos x="891" y="1318"/>
                </a:cxn>
              </a:cxnLst>
              <a:rect l="0" t="0" r="r" b="b"/>
              <a:pathLst>
                <a:path w="896" h="1329">
                  <a:moveTo>
                    <a:pt x="882" y="1282"/>
                  </a:moveTo>
                  <a:cubicBezTo>
                    <a:pt x="875" y="1275"/>
                    <a:pt x="875" y="1275"/>
                    <a:pt x="875" y="1275"/>
                  </a:cubicBezTo>
                  <a:cubicBezTo>
                    <a:pt x="863" y="1256"/>
                    <a:pt x="863" y="1256"/>
                    <a:pt x="863" y="1256"/>
                  </a:cubicBezTo>
                  <a:cubicBezTo>
                    <a:pt x="834" y="1187"/>
                    <a:pt x="834" y="1187"/>
                    <a:pt x="834" y="1187"/>
                  </a:cubicBezTo>
                  <a:cubicBezTo>
                    <a:pt x="834" y="1187"/>
                    <a:pt x="852" y="1162"/>
                    <a:pt x="839" y="1159"/>
                  </a:cubicBezTo>
                  <a:cubicBezTo>
                    <a:pt x="826" y="1155"/>
                    <a:pt x="825" y="1160"/>
                    <a:pt x="825" y="1160"/>
                  </a:cubicBezTo>
                  <a:cubicBezTo>
                    <a:pt x="825" y="1160"/>
                    <a:pt x="818" y="1098"/>
                    <a:pt x="828" y="1048"/>
                  </a:cubicBezTo>
                  <a:cubicBezTo>
                    <a:pt x="838" y="998"/>
                    <a:pt x="854" y="942"/>
                    <a:pt x="849" y="903"/>
                  </a:cubicBezTo>
                  <a:cubicBezTo>
                    <a:pt x="843" y="864"/>
                    <a:pt x="858" y="851"/>
                    <a:pt x="861" y="837"/>
                  </a:cubicBezTo>
                  <a:cubicBezTo>
                    <a:pt x="863" y="823"/>
                    <a:pt x="857" y="788"/>
                    <a:pt x="822" y="769"/>
                  </a:cubicBezTo>
                  <a:cubicBezTo>
                    <a:pt x="786" y="751"/>
                    <a:pt x="759" y="721"/>
                    <a:pt x="730" y="704"/>
                  </a:cubicBezTo>
                  <a:cubicBezTo>
                    <a:pt x="721" y="699"/>
                    <a:pt x="708" y="693"/>
                    <a:pt x="694" y="687"/>
                  </a:cubicBezTo>
                  <a:cubicBezTo>
                    <a:pt x="667" y="655"/>
                    <a:pt x="632" y="616"/>
                    <a:pt x="624" y="614"/>
                  </a:cubicBezTo>
                  <a:cubicBezTo>
                    <a:pt x="611" y="611"/>
                    <a:pt x="643" y="533"/>
                    <a:pt x="652" y="526"/>
                  </a:cubicBezTo>
                  <a:cubicBezTo>
                    <a:pt x="661" y="518"/>
                    <a:pt x="700" y="460"/>
                    <a:pt x="704" y="439"/>
                  </a:cubicBezTo>
                  <a:cubicBezTo>
                    <a:pt x="707" y="418"/>
                    <a:pt x="730" y="330"/>
                    <a:pt x="730" y="330"/>
                  </a:cubicBezTo>
                  <a:cubicBezTo>
                    <a:pt x="730" y="330"/>
                    <a:pt x="741" y="316"/>
                    <a:pt x="743" y="304"/>
                  </a:cubicBezTo>
                  <a:cubicBezTo>
                    <a:pt x="744" y="293"/>
                    <a:pt x="752" y="281"/>
                    <a:pt x="742" y="270"/>
                  </a:cubicBezTo>
                  <a:cubicBezTo>
                    <a:pt x="736" y="262"/>
                    <a:pt x="737" y="252"/>
                    <a:pt x="727" y="257"/>
                  </a:cubicBezTo>
                  <a:cubicBezTo>
                    <a:pt x="724" y="259"/>
                    <a:pt x="723" y="245"/>
                    <a:pt x="711" y="254"/>
                  </a:cubicBezTo>
                  <a:cubicBezTo>
                    <a:pt x="709" y="256"/>
                    <a:pt x="706" y="244"/>
                    <a:pt x="694" y="259"/>
                  </a:cubicBezTo>
                  <a:cubicBezTo>
                    <a:pt x="679" y="277"/>
                    <a:pt x="680" y="282"/>
                    <a:pt x="687" y="298"/>
                  </a:cubicBezTo>
                  <a:cubicBezTo>
                    <a:pt x="693" y="314"/>
                    <a:pt x="702" y="319"/>
                    <a:pt x="661" y="397"/>
                  </a:cubicBezTo>
                  <a:cubicBezTo>
                    <a:pt x="661" y="397"/>
                    <a:pt x="661" y="318"/>
                    <a:pt x="634" y="267"/>
                  </a:cubicBezTo>
                  <a:cubicBezTo>
                    <a:pt x="608" y="219"/>
                    <a:pt x="614" y="213"/>
                    <a:pt x="614" y="213"/>
                  </a:cubicBezTo>
                  <a:cubicBezTo>
                    <a:pt x="622" y="190"/>
                    <a:pt x="622" y="190"/>
                    <a:pt x="622" y="190"/>
                  </a:cubicBezTo>
                  <a:cubicBezTo>
                    <a:pt x="622" y="190"/>
                    <a:pt x="623" y="190"/>
                    <a:pt x="626" y="189"/>
                  </a:cubicBezTo>
                  <a:cubicBezTo>
                    <a:pt x="630" y="189"/>
                    <a:pt x="633" y="189"/>
                    <a:pt x="635" y="188"/>
                  </a:cubicBezTo>
                  <a:cubicBezTo>
                    <a:pt x="643" y="185"/>
                    <a:pt x="670" y="181"/>
                    <a:pt x="657" y="157"/>
                  </a:cubicBezTo>
                  <a:cubicBezTo>
                    <a:pt x="657" y="157"/>
                    <a:pt x="665" y="148"/>
                    <a:pt x="663" y="145"/>
                  </a:cubicBezTo>
                  <a:cubicBezTo>
                    <a:pt x="663" y="143"/>
                    <a:pt x="660" y="141"/>
                    <a:pt x="659" y="141"/>
                  </a:cubicBezTo>
                  <a:cubicBezTo>
                    <a:pt x="659" y="140"/>
                    <a:pt x="659" y="139"/>
                    <a:pt x="659" y="138"/>
                  </a:cubicBezTo>
                  <a:cubicBezTo>
                    <a:pt x="660" y="136"/>
                    <a:pt x="662" y="134"/>
                    <a:pt x="662" y="132"/>
                  </a:cubicBezTo>
                  <a:cubicBezTo>
                    <a:pt x="661" y="130"/>
                    <a:pt x="658" y="122"/>
                    <a:pt x="658" y="122"/>
                  </a:cubicBezTo>
                  <a:cubicBezTo>
                    <a:pt x="658" y="122"/>
                    <a:pt x="669" y="112"/>
                    <a:pt x="661" y="105"/>
                  </a:cubicBezTo>
                  <a:cubicBezTo>
                    <a:pt x="654" y="97"/>
                    <a:pt x="641" y="93"/>
                    <a:pt x="642" y="82"/>
                  </a:cubicBezTo>
                  <a:cubicBezTo>
                    <a:pt x="644" y="72"/>
                    <a:pt x="648" y="52"/>
                    <a:pt x="635" y="37"/>
                  </a:cubicBezTo>
                  <a:cubicBezTo>
                    <a:pt x="623" y="22"/>
                    <a:pt x="621" y="2"/>
                    <a:pt x="577" y="1"/>
                  </a:cubicBezTo>
                  <a:cubicBezTo>
                    <a:pt x="538" y="0"/>
                    <a:pt x="503" y="7"/>
                    <a:pt x="485" y="44"/>
                  </a:cubicBezTo>
                  <a:cubicBezTo>
                    <a:pt x="475" y="59"/>
                    <a:pt x="474" y="75"/>
                    <a:pt x="474" y="79"/>
                  </a:cubicBezTo>
                  <a:cubicBezTo>
                    <a:pt x="474" y="79"/>
                    <a:pt x="467" y="140"/>
                    <a:pt x="509" y="168"/>
                  </a:cubicBezTo>
                  <a:cubicBezTo>
                    <a:pt x="509" y="168"/>
                    <a:pt x="512" y="171"/>
                    <a:pt x="514" y="174"/>
                  </a:cubicBezTo>
                  <a:cubicBezTo>
                    <a:pt x="514" y="175"/>
                    <a:pt x="513" y="176"/>
                    <a:pt x="513" y="177"/>
                  </a:cubicBezTo>
                  <a:cubicBezTo>
                    <a:pt x="509" y="186"/>
                    <a:pt x="496" y="200"/>
                    <a:pt x="493" y="201"/>
                  </a:cubicBezTo>
                  <a:cubicBezTo>
                    <a:pt x="490" y="203"/>
                    <a:pt x="471" y="235"/>
                    <a:pt x="471" y="247"/>
                  </a:cubicBezTo>
                  <a:cubicBezTo>
                    <a:pt x="471" y="259"/>
                    <a:pt x="454" y="276"/>
                    <a:pt x="441" y="280"/>
                  </a:cubicBezTo>
                  <a:cubicBezTo>
                    <a:pt x="410" y="289"/>
                    <a:pt x="353" y="354"/>
                    <a:pt x="339" y="363"/>
                  </a:cubicBezTo>
                  <a:cubicBezTo>
                    <a:pt x="327" y="371"/>
                    <a:pt x="331" y="383"/>
                    <a:pt x="314" y="401"/>
                  </a:cubicBezTo>
                  <a:cubicBezTo>
                    <a:pt x="297" y="419"/>
                    <a:pt x="264" y="540"/>
                    <a:pt x="253" y="551"/>
                  </a:cubicBezTo>
                  <a:cubicBezTo>
                    <a:pt x="242" y="562"/>
                    <a:pt x="231" y="589"/>
                    <a:pt x="232" y="597"/>
                  </a:cubicBezTo>
                  <a:cubicBezTo>
                    <a:pt x="232" y="597"/>
                    <a:pt x="221" y="609"/>
                    <a:pt x="227" y="615"/>
                  </a:cubicBezTo>
                  <a:cubicBezTo>
                    <a:pt x="233" y="621"/>
                    <a:pt x="233" y="629"/>
                    <a:pt x="241" y="628"/>
                  </a:cubicBezTo>
                  <a:cubicBezTo>
                    <a:pt x="241" y="628"/>
                    <a:pt x="248" y="635"/>
                    <a:pt x="251" y="633"/>
                  </a:cubicBezTo>
                  <a:cubicBezTo>
                    <a:pt x="251" y="633"/>
                    <a:pt x="264" y="639"/>
                    <a:pt x="272" y="636"/>
                  </a:cubicBezTo>
                  <a:cubicBezTo>
                    <a:pt x="281" y="633"/>
                    <a:pt x="296" y="634"/>
                    <a:pt x="288" y="588"/>
                  </a:cubicBezTo>
                  <a:cubicBezTo>
                    <a:pt x="280" y="542"/>
                    <a:pt x="320" y="520"/>
                    <a:pt x="335" y="489"/>
                  </a:cubicBezTo>
                  <a:cubicBezTo>
                    <a:pt x="350" y="457"/>
                    <a:pt x="389" y="412"/>
                    <a:pt x="388" y="404"/>
                  </a:cubicBezTo>
                  <a:cubicBezTo>
                    <a:pt x="388" y="404"/>
                    <a:pt x="424" y="402"/>
                    <a:pt x="447" y="380"/>
                  </a:cubicBezTo>
                  <a:cubicBezTo>
                    <a:pt x="470" y="359"/>
                    <a:pt x="460" y="371"/>
                    <a:pt x="460" y="371"/>
                  </a:cubicBezTo>
                  <a:cubicBezTo>
                    <a:pt x="460" y="371"/>
                    <a:pt x="469" y="408"/>
                    <a:pt x="454" y="433"/>
                  </a:cubicBezTo>
                  <a:cubicBezTo>
                    <a:pt x="440" y="458"/>
                    <a:pt x="437" y="528"/>
                    <a:pt x="439" y="545"/>
                  </a:cubicBezTo>
                  <a:cubicBezTo>
                    <a:pt x="439" y="545"/>
                    <a:pt x="411" y="587"/>
                    <a:pt x="405" y="614"/>
                  </a:cubicBezTo>
                  <a:cubicBezTo>
                    <a:pt x="400" y="642"/>
                    <a:pt x="380" y="707"/>
                    <a:pt x="389" y="740"/>
                  </a:cubicBezTo>
                  <a:cubicBezTo>
                    <a:pt x="392" y="749"/>
                    <a:pt x="395" y="765"/>
                    <a:pt x="398" y="783"/>
                  </a:cubicBezTo>
                  <a:cubicBezTo>
                    <a:pt x="386" y="850"/>
                    <a:pt x="386" y="850"/>
                    <a:pt x="386" y="850"/>
                  </a:cubicBezTo>
                  <a:cubicBezTo>
                    <a:pt x="387" y="873"/>
                    <a:pt x="371" y="902"/>
                    <a:pt x="351" y="921"/>
                  </a:cubicBezTo>
                  <a:cubicBezTo>
                    <a:pt x="310" y="959"/>
                    <a:pt x="235" y="1000"/>
                    <a:pt x="138" y="1094"/>
                  </a:cubicBezTo>
                  <a:cubicBezTo>
                    <a:pt x="138" y="1094"/>
                    <a:pt x="85" y="1132"/>
                    <a:pt x="69" y="1132"/>
                  </a:cubicBezTo>
                  <a:cubicBezTo>
                    <a:pt x="53" y="1132"/>
                    <a:pt x="26" y="1150"/>
                    <a:pt x="13" y="1166"/>
                  </a:cubicBezTo>
                  <a:cubicBezTo>
                    <a:pt x="0" y="1182"/>
                    <a:pt x="1" y="1181"/>
                    <a:pt x="5" y="1195"/>
                  </a:cubicBezTo>
                  <a:cubicBezTo>
                    <a:pt x="10" y="1210"/>
                    <a:pt x="59" y="1250"/>
                    <a:pt x="65" y="1257"/>
                  </a:cubicBezTo>
                  <a:cubicBezTo>
                    <a:pt x="70" y="1265"/>
                    <a:pt x="136" y="1325"/>
                    <a:pt x="149" y="1325"/>
                  </a:cubicBezTo>
                  <a:cubicBezTo>
                    <a:pt x="162" y="1325"/>
                    <a:pt x="183" y="1316"/>
                    <a:pt x="182" y="1303"/>
                  </a:cubicBezTo>
                  <a:cubicBezTo>
                    <a:pt x="180" y="1290"/>
                    <a:pt x="154" y="1250"/>
                    <a:pt x="154" y="1244"/>
                  </a:cubicBezTo>
                  <a:cubicBezTo>
                    <a:pt x="154" y="1239"/>
                    <a:pt x="144" y="1189"/>
                    <a:pt x="144" y="1189"/>
                  </a:cubicBezTo>
                  <a:cubicBezTo>
                    <a:pt x="144" y="1172"/>
                    <a:pt x="144" y="1172"/>
                    <a:pt x="144" y="1172"/>
                  </a:cubicBezTo>
                  <a:cubicBezTo>
                    <a:pt x="130" y="1166"/>
                    <a:pt x="130" y="1166"/>
                    <a:pt x="130" y="1166"/>
                  </a:cubicBezTo>
                  <a:cubicBezTo>
                    <a:pt x="130" y="1166"/>
                    <a:pt x="208" y="1123"/>
                    <a:pt x="250" y="1111"/>
                  </a:cubicBezTo>
                  <a:cubicBezTo>
                    <a:pt x="292" y="1100"/>
                    <a:pt x="399" y="1009"/>
                    <a:pt x="411" y="1007"/>
                  </a:cubicBezTo>
                  <a:cubicBezTo>
                    <a:pt x="423" y="1006"/>
                    <a:pt x="473" y="987"/>
                    <a:pt x="486" y="946"/>
                  </a:cubicBezTo>
                  <a:cubicBezTo>
                    <a:pt x="499" y="906"/>
                    <a:pt x="532" y="842"/>
                    <a:pt x="557" y="822"/>
                  </a:cubicBezTo>
                  <a:cubicBezTo>
                    <a:pt x="558" y="822"/>
                    <a:pt x="558" y="821"/>
                    <a:pt x="558" y="821"/>
                  </a:cubicBezTo>
                  <a:cubicBezTo>
                    <a:pt x="581" y="830"/>
                    <a:pt x="610" y="846"/>
                    <a:pt x="610" y="846"/>
                  </a:cubicBezTo>
                  <a:cubicBezTo>
                    <a:pt x="651" y="819"/>
                    <a:pt x="651" y="819"/>
                    <a:pt x="651" y="819"/>
                  </a:cubicBezTo>
                  <a:cubicBezTo>
                    <a:pt x="651" y="819"/>
                    <a:pt x="754" y="834"/>
                    <a:pt x="761" y="853"/>
                  </a:cubicBezTo>
                  <a:cubicBezTo>
                    <a:pt x="767" y="871"/>
                    <a:pt x="748" y="963"/>
                    <a:pt x="757" y="988"/>
                  </a:cubicBezTo>
                  <a:cubicBezTo>
                    <a:pt x="765" y="1013"/>
                    <a:pt x="763" y="1125"/>
                    <a:pt x="758" y="1127"/>
                  </a:cubicBezTo>
                  <a:cubicBezTo>
                    <a:pt x="752" y="1129"/>
                    <a:pt x="719" y="1154"/>
                    <a:pt x="714" y="1173"/>
                  </a:cubicBezTo>
                  <a:cubicBezTo>
                    <a:pt x="714" y="1173"/>
                    <a:pt x="700" y="1181"/>
                    <a:pt x="703" y="1188"/>
                  </a:cubicBezTo>
                  <a:cubicBezTo>
                    <a:pt x="707" y="1194"/>
                    <a:pt x="725" y="1216"/>
                    <a:pt x="739" y="1229"/>
                  </a:cubicBezTo>
                  <a:cubicBezTo>
                    <a:pt x="753" y="1242"/>
                    <a:pt x="824" y="1297"/>
                    <a:pt x="837" y="1304"/>
                  </a:cubicBezTo>
                  <a:cubicBezTo>
                    <a:pt x="850" y="1310"/>
                    <a:pt x="886" y="1329"/>
                    <a:pt x="891" y="1318"/>
                  </a:cubicBezTo>
                  <a:cubicBezTo>
                    <a:pt x="896" y="1307"/>
                    <a:pt x="890" y="1290"/>
                    <a:pt x="882" y="1282"/>
                  </a:cubicBezTo>
                  <a:close/>
                </a:path>
              </a:pathLst>
            </a:custGeom>
            <a:solidFill>
              <a:srgbClr val="70AD4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355">
                <a:defRPr/>
              </a:pPr>
              <a:endParaRPr lang="de-DE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D570779-90A5-67E8-393B-B05C28EE544D}"/>
                </a:ext>
              </a:extLst>
            </p:cNvPr>
            <p:cNvSpPr/>
            <p:nvPr/>
          </p:nvSpPr>
          <p:spPr>
            <a:xfrm>
              <a:off x="1665554" y="1780440"/>
              <a:ext cx="236220" cy="23622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371519E-DDBE-47E3-9930-F957C0051E12}"/>
                </a:ext>
              </a:extLst>
            </p:cNvPr>
            <p:cNvSpPr/>
            <p:nvPr/>
          </p:nvSpPr>
          <p:spPr>
            <a:xfrm>
              <a:off x="1964567" y="1780440"/>
              <a:ext cx="236220" cy="23622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067292A-9808-B6A4-FEEC-DBD968274538}"/>
                </a:ext>
              </a:extLst>
            </p:cNvPr>
            <p:cNvSpPr/>
            <p:nvPr/>
          </p:nvSpPr>
          <p:spPr>
            <a:xfrm>
              <a:off x="2263581" y="1780440"/>
              <a:ext cx="236220" cy="23622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AA739C0-EEFE-DCED-7379-AB59FA290D51}"/>
                </a:ext>
              </a:extLst>
            </p:cNvPr>
            <p:cNvSpPr/>
            <p:nvPr/>
          </p:nvSpPr>
          <p:spPr>
            <a:xfrm>
              <a:off x="2572120" y="1780440"/>
              <a:ext cx="236220" cy="236220"/>
            </a:xfrm>
            <a:prstGeom prst="ellipse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50AF9D6-1190-DF03-BF2B-E5D5CB268EF4}"/>
                </a:ext>
              </a:extLst>
            </p:cNvPr>
            <p:cNvSpPr/>
            <p:nvPr/>
          </p:nvSpPr>
          <p:spPr>
            <a:xfrm>
              <a:off x="2871133" y="1780440"/>
              <a:ext cx="236220" cy="236220"/>
            </a:xfrm>
            <a:prstGeom prst="ellipse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74DB5BD-C574-237F-6F7E-3A1D448EC6B0}"/>
                </a:ext>
              </a:extLst>
            </p:cNvPr>
            <p:cNvSpPr/>
            <p:nvPr/>
          </p:nvSpPr>
          <p:spPr>
            <a:xfrm>
              <a:off x="3170146" y="1780440"/>
              <a:ext cx="236220" cy="236220"/>
            </a:xfrm>
            <a:prstGeom prst="ellipse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C67AC82-08DB-FF9D-ABC8-A97B8A8E1BD1}"/>
                </a:ext>
              </a:extLst>
            </p:cNvPr>
            <p:cNvSpPr/>
            <p:nvPr/>
          </p:nvSpPr>
          <p:spPr>
            <a:xfrm>
              <a:off x="3469160" y="1780440"/>
              <a:ext cx="236220" cy="236220"/>
            </a:xfrm>
            <a:prstGeom prst="ellipse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A16500D-5443-75D3-657F-2E72981509EA}"/>
                </a:ext>
              </a:extLst>
            </p:cNvPr>
            <p:cNvSpPr/>
            <p:nvPr/>
          </p:nvSpPr>
          <p:spPr>
            <a:xfrm>
              <a:off x="3768174" y="1780440"/>
              <a:ext cx="236220" cy="236220"/>
            </a:xfrm>
            <a:prstGeom prst="ellipse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07A15B2-29DB-7359-7675-BEBC89E4070B}"/>
                </a:ext>
              </a:extLst>
            </p:cNvPr>
            <p:cNvSpPr/>
            <p:nvPr/>
          </p:nvSpPr>
          <p:spPr>
            <a:xfrm>
              <a:off x="4067187" y="1780440"/>
              <a:ext cx="236220" cy="236220"/>
            </a:xfrm>
            <a:prstGeom prst="ellipse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7A053B0-61C2-2AAD-6BD2-3FD37760353D}"/>
                </a:ext>
              </a:extLst>
            </p:cNvPr>
            <p:cNvSpPr/>
            <p:nvPr/>
          </p:nvSpPr>
          <p:spPr>
            <a:xfrm>
              <a:off x="4366200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C06C7B8-92EC-B07E-1073-F4DBB833D62D}"/>
                </a:ext>
              </a:extLst>
            </p:cNvPr>
            <p:cNvSpPr/>
            <p:nvPr/>
          </p:nvSpPr>
          <p:spPr>
            <a:xfrm>
              <a:off x="4665213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260315D-43CA-B5AB-CFF9-55B551C124B7}"/>
                </a:ext>
              </a:extLst>
            </p:cNvPr>
            <p:cNvSpPr/>
            <p:nvPr/>
          </p:nvSpPr>
          <p:spPr>
            <a:xfrm>
              <a:off x="4964228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C4EA1A7-AE0E-3AAA-6C3E-ADAD108FD003}"/>
                </a:ext>
              </a:extLst>
            </p:cNvPr>
            <p:cNvSpPr/>
            <p:nvPr/>
          </p:nvSpPr>
          <p:spPr>
            <a:xfrm>
              <a:off x="5263241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1FF74E7-3BDC-CBB3-85D4-415C42572EAC}"/>
                </a:ext>
              </a:extLst>
            </p:cNvPr>
            <p:cNvSpPr/>
            <p:nvPr/>
          </p:nvSpPr>
          <p:spPr>
            <a:xfrm>
              <a:off x="5562254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BAA10AA-1BFE-D9EE-E276-14F23277286B}"/>
                </a:ext>
              </a:extLst>
            </p:cNvPr>
            <p:cNvSpPr/>
            <p:nvPr/>
          </p:nvSpPr>
          <p:spPr>
            <a:xfrm>
              <a:off x="5861267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EAA3A1F-DAA8-ABE9-D32C-11D2C97C854C}"/>
                </a:ext>
              </a:extLst>
            </p:cNvPr>
            <p:cNvSpPr/>
            <p:nvPr/>
          </p:nvSpPr>
          <p:spPr>
            <a:xfrm>
              <a:off x="6160282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ED2E077-E3ED-CE36-2709-53A9EDF4027C}"/>
                </a:ext>
              </a:extLst>
            </p:cNvPr>
            <p:cNvSpPr/>
            <p:nvPr/>
          </p:nvSpPr>
          <p:spPr>
            <a:xfrm>
              <a:off x="6459295" y="1780440"/>
              <a:ext cx="236220" cy="236220"/>
            </a:xfrm>
            <a:prstGeom prst="ellipse">
              <a:avLst/>
            </a:prstGeom>
            <a:solidFill>
              <a:srgbClr val="A5A5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22CA339-E3DF-1806-2F51-01D9A1AFFF5C}"/>
                </a:ext>
              </a:extLst>
            </p:cNvPr>
            <p:cNvSpPr/>
            <p:nvPr/>
          </p:nvSpPr>
          <p:spPr>
            <a:xfrm>
              <a:off x="6780632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91181BF-5717-7F93-412F-35BD03B12A0D}"/>
                </a:ext>
              </a:extLst>
            </p:cNvPr>
            <p:cNvSpPr/>
            <p:nvPr/>
          </p:nvSpPr>
          <p:spPr>
            <a:xfrm>
              <a:off x="7079643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186F16C-5451-A04C-420A-A433C9D7B8DE}"/>
                </a:ext>
              </a:extLst>
            </p:cNvPr>
            <p:cNvSpPr/>
            <p:nvPr/>
          </p:nvSpPr>
          <p:spPr>
            <a:xfrm>
              <a:off x="7378657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B91B98B-C230-EF67-5A0C-667FC8896850}"/>
                </a:ext>
              </a:extLst>
            </p:cNvPr>
            <p:cNvSpPr/>
            <p:nvPr/>
          </p:nvSpPr>
          <p:spPr>
            <a:xfrm>
              <a:off x="7677670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C39C372-4B93-AA5C-BCF2-440BA2379290}"/>
                </a:ext>
              </a:extLst>
            </p:cNvPr>
            <p:cNvSpPr/>
            <p:nvPr/>
          </p:nvSpPr>
          <p:spPr>
            <a:xfrm>
              <a:off x="7976686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55AA14A-4967-9969-91A2-40E9E315C51C}"/>
                </a:ext>
              </a:extLst>
            </p:cNvPr>
            <p:cNvSpPr/>
            <p:nvPr/>
          </p:nvSpPr>
          <p:spPr>
            <a:xfrm>
              <a:off x="8275698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5CBCDBD-4897-764F-3023-9BF08BB52414}"/>
                </a:ext>
              </a:extLst>
            </p:cNvPr>
            <p:cNvSpPr/>
            <p:nvPr/>
          </p:nvSpPr>
          <p:spPr>
            <a:xfrm>
              <a:off x="8574711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CE3F3C1-BF0A-156C-53EC-8B0B6695C3E7}"/>
                </a:ext>
              </a:extLst>
            </p:cNvPr>
            <p:cNvSpPr/>
            <p:nvPr/>
          </p:nvSpPr>
          <p:spPr>
            <a:xfrm>
              <a:off x="8873738" y="1780440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522630F-566A-6FC4-3D8B-BFD3A3123D9F}"/>
                </a:ext>
              </a:extLst>
            </p:cNvPr>
            <p:cNvSpPr/>
            <p:nvPr/>
          </p:nvSpPr>
          <p:spPr>
            <a:xfrm>
              <a:off x="1366527" y="1780440"/>
              <a:ext cx="236220" cy="23622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44A5EBD-0527-F05D-D51B-522A7A6F791B}"/>
                </a:ext>
              </a:extLst>
            </p:cNvPr>
            <p:cNvSpPr/>
            <p:nvPr/>
          </p:nvSpPr>
          <p:spPr>
            <a:xfrm>
              <a:off x="9172750" y="1780439"/>
              <a:ext cx="236220" cy="236220"/>
            </a:xfrm>
            <a:prstGeom prst="ellipse">
              <a:avLst/>
            </a:pr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55">
                <a:defRPr/>
              </a:pPr>
              <a:endParaRPr lang="en-US" sz="1050" kern="0">
                <a:solidFill>
                  <a:prstClr val="white"/>
                </a:solidFill>
                <a:latin typeface="Tahoma"/>
              </a:endParaRPr>
            </a:p>
          </p:txBody>
        </p:sp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E8BA5EA1-A45B-76DD-0E59-02C11AD44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9945"/>
            <a:ext cx="12192000" cy="358062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CFB63C00-164F-2852-CB1E-F95FB517142A}"/>
              </a:ext>
            </a:extLst>
          </p:cNvPr>
          <p:cNvSpPr txBox="1"/>
          <p:nvPr/>
        </p:nvSpPr>
        <p:spPr>
          <a:xfrm>
            <a:off x="5038872" y="6541646"/>
            <a:ext cx="2903312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2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Sigmasoft</a:t>
            </a:r>
            <a:r>
              <a:rPr lang="en-US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- ICBD Confidential</a:t>
            </a:r>
            <a:endParaRPr lang="en-US" sz="1200">
              <a:solidFill>
                <a:schemeClr val="bg1"/>
              </a:solidFill>
              <a:ea typeface="Verdana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1F5A9653-AD56-A158-829F-E628AEED52EC}"/>
              </a:ext>
            </a:extLst>
          </p:cNvPr>
          <p:cNvSpPr/>
          <p:nvPr/>
        </p:nvSpPr>
        <p:spPr>
          <a:xfrm>
            <a:off x="1201244" y="1328711"/>
            <a:ext cx="2795776" cy="223404"/>
          </a:xfrm>
          <a:prstGeom prst="roundRect">
            <a:avLst>
              <a:gd name="adj" fmla="val 4796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&amp; Model Setup</a:t>
            </a:r>
            <a:endParaRPr lang="en-IN" sz="1000" b="1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0" name="Diagram 109">
            <a:extLst>
              <a:ext uri="{FF2B5EF4-FFF2-40B4-BE49-F238E27FC236}">
                <a16:creationId xmlns:a16="http://schemas.microsoft.com/office/drawing/2014/main" id="{868053C9-5929-13EA-129D-EDEC5474CB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020483"/>
              </p:ext>
            </p:extLst>
          </p:nvPr>
        </p:nvGraphicFramePr>
        <p:xfrm>
          <a:off x="739431" y="826268"/>
          <a:ext cx="10626718" cy="355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DC34723A-5F78-2DD3-4453-BFA97B67C8FE}"/>
              </a:ext>
            </a:extLst>
          </p:cNvPr>
          <p:cNvSpPr/>
          <p:nvPr/>
        </p:nvSpPr>
        <p:spPr>
          <a:xfrm>
            <a:off x="1145632" y="1595205"/>
            <a:ext cx="2942739" cy="169880"/>
          </a:xfrm>
          <a:prstGeom prst="roundRect">
            <a:avLst>
              <a:gd name="adj" fmla="val 22189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NetSuite Validation, Semantic Model, and Transformation.</a:t>
            </a:r>
            <a:endParaRPr lang="en-IN" sz="9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ECC21F66-945B-7511-478A-646EBD91549E}"/>
              </a:ext>
            </a:extLst>
          </p:cNvPr>
          <p:cNvSpPr/>
          <p:nvPr/>
        </p:nvSpPr>
        <p:spPr>
          <a:xfrm>
            <a:off x="1663457" y="1889536"/>
            <a:ext cx="4513715" cy="352291"/>
          </a:xfrm>
          <a:prstGeom prst="roundRect">
            <a:avLst>
              <a:gd name="adj" fmla="val 4796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Statement Development</a:t>
            </a:r>
            <a:endParaRPr lang="en-IN" sz="1000" b="1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AB267996-5B07-9AED-4789-D855FBF11615}"/>
              </a:ext>
            </a:extLst>
          </p:cNvPr>
          <p:cNvSpPr/>
          <p:nvPr/>
        </p:nvSpPr>
        <p:spPr>
          <a:xfrm>
            <a:off x="1785620" y="2316370"/>
            <a:ext cx="2258455" cy="352291"/>
          </a:xfrm>
          <a:prstGeom prst="roundRect">
            <a:avLst>
              <a:gd name="adj" fmla="val 22189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Definition, Prototype, Dashboard development and initial Validation</a:t>
            </a:r>
            <a:endParaRPr lang="en-IN" sz="10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3CB63F1B-DB78-804E-4B69-7E19134825CC}"/>
              </a:ext>
            </a:extLst>
          </p:cNvPr>
          <p:cNvSpPr/>
          <p:nvPr/>
        </p:nvSpPr>
        <p:spPr>
          <a:xfrm>
            <a:off x="4041766" y="3411072"/>
            <a:ext cx="3721462" cy="352291"/>
          </a:xfrm>
          <a:prstGeom prst="roundRect">
            <a:avLst>
              <a:gd name="adj" fmla="val 4796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 Sheet Development</a:t>
            </a:r>
            <a:endParaRPr lang="en-IN" sz="1000" b="1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32D56694-A90D-A2FF-9A5B-941B7C372F59}"/>
              </a:ext>
            </a:extLst>
          </p:cNvPr>
          <p:cNvSpPr/>
          <p:nvPr/>
        </p:nvSpPr>
        <p:spPr>
          <a:xfrm>
            <a:off x="6577648" y="4862333"/>
            <a:ext cx="4581993" cy="352291"/>
          </a:xfrm>
          <a:prstGeom prst="roundRect">
            <a:avLst>
              <a:gd name="adj" fmla="val 4796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 Flow Development</a:t>
            </a:r>
            <a:endParaRPr lang="en-IN" sz="1000" b="1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130AC72C-ACD2-ED16-E021-39DB645F083F}"/>
              </a:ext>
            </a:extLst>
          </p:cNvPr>
          <p:cNvSpPr/>
          <p:nvPr/>
        </p:nvSpPr>
        <p:spPr>
          <a:xfrm>
            <a:off x="4563283" y="3811454"/>
            <a:ext cx="2372426" cy="352291"/>
          </a:xfrm>
          <a:prstGeom prst="roundRect">
            <a:avLst>
              <a:gd name="adj" fmla="val 22189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Definition, Prototype, Dashboard development and initial Validation</a:t>
            </a:r>
            <a:endParaRPr lang="en-IN" sz="10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2B7CA1AB-F28C-E54D-362F-2B765BBB4F0A}"/>
              </a:ext>
            </a:extLst>
          </p:cNvPr>
          <p:cNvSpPr/>
          <p:nvPr/>
        </p:nvSpPr>
        <p:spPr>
          <a:xfrm>
            <a:off x="7295445" y="5254214"/>
            <a:ext cx="2258455" cy="352291"/>
          </a:xfrm>
          <a:prstGeom prst="roundRect">
            <a:avLst>
              <a:gd name="adj" fmla="val 22189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Definition, Prototype, Dashboard development and initial Validation</a:t>
            </a:r>
            <a:endParaRPr lang="en-IN" sz="10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E713B7D-8BE9-6CA9-036F-04780A04C453}"/>
              </a:ext>
            </a:extLst>
          </p:cNvPr>
          <p:cNvSpPr/>
          <p:nvPr/>
        </p:nvSpPr>
        <p:spPr>
          <a:xfrm>
            <a:off x="1201243" y="1328348"/>
            <a:ext cx="741966" cy="223404"/>
          </a:xfrm>
          <a:prstGeom prst="roundRect">
            <a:avLst>
              <a:gd name="adj" fmla="val 47961"/>
            </a:avLst>
          </a:prstGeom>
          <a:solidFill>
            <a:srgbClr val="5F0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1AB7C9D-ABFA-DB12-2F54-561F4D7872FD}"/>
              </a:ext>
            </a:extLst>
          </p:cNvPr>
          <p:cNvSpPr/>
          <p:nvPr/>
        </p:nvSpPr>
        <p:spPr>
          <a:xfrm>
            <a:off x="1672154" y="1896021"/>
            <a:ext cx="827961" cy="352291"/>
          </a:xfrm>
          <a:prstGeom prst="roundRect">
            <a:avLst>
              <a:gd name="adj" fmla="val 47961"/>
            </a:avLst>
          </a:prstGeom>
          <a:solidFill>
            <a:srgbClr val="5F0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F1196A55-C77E-922A-CC10-C1D39676181A}"/>
              </a:ext>
            </a:extLst>
          </p:cNvPr>
          <p:cNvSpPr/>
          <p:nvPr/>
        </p:nvSpPr>
        <p:spPr>
          <a:xfrm>
            <a:off x="3270952" y="2803635"/>
            <a:ext cx="2795776" cy="241781"/>
          </a:xfrm>
          <a:prstGeom prst="roundRect">
            <a:avLst>
              <a:gd name="adj" fmla="val 4796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&amp; Model Setup</a:t>
            </a:r>
            <a:endParaRPr lang="en-IN" sz="1000" b="1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7CDCE4F6-A126-E02A-AB8B-1B78FD37C7EB}"/>
              </a:ext>
            </a:extLst>
          </p:cNvPr>
          <p:cNvSpPr/>
          <p:nvPr/>
        </p:nvSpPr>
        <p:spPr>
          <a:xfrm>
            <a:off x="3564540" y="3074509"/>
            <a:ext cx="2414523" cy="204999"/>
          </a:xfrm>
          <a:prstGeom prst="roundRect">
            <a:avLst>
              <a:gd name="adj" fmla="val 22189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 Enhancement if required.</a:t>
            </a:r>
            <a:endParaRPr lang="en-IN" sz="10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D89AF003-7557-0A28-E543-2E6EEB677D6D}"/>
              </a:ext>
            </a:extLst>
          </p:cNvPr>
          <p:cNvSpPr/>
          <p:nvPr/>
        </p:nvSpPr>
        <p:spPr>
          <a:xfrm>
            <a:off x="6253585" y="4311939"/>
            <a:ext cx="2795776" cy="241781"/>
          </a:xfrm>
          <a:prstGeom prst="roundRect">
            <a:avLst>
              <a:gd name="adj" fmla="val 4796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&amp; Model Setup</a:t>
            </a:r>
            <a:endParaRPr lang="en-IN" sz="1000" b="1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CAC93DC1-7B1D-ADFA-F6E1-6570839D89C9}"/>
              </a:ext>
            </a:extLst>
          </p:cNvPr>
          <p:cNvSpPr/>
          <p:nvPr/>
        </p:nvSpPr>
        <p:spPr>
          <a:xfrm>
            <a:off x="6490528" y="4576984"/>
            <a:ext cx="2414523" cy="204999"/>
          </a:xfrm>
          <a:prstGeom prst="roundRect">
            <a:avLst>
              <a:gd name="adj" fmla="val 22189"/>
            </a:avLst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 Enhancement if required.</a:t>
            </a:r>
            <a:endParaRPr lang="en-IN" sz="100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983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6B5E-C0EA-A56A-E696-82279430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393C39-B00D-37A7-52B7-83C1445FDC92}"/>
              </a:ext>
            </a:extLst>
          </p:cNvPr>
          <p:cNvSpPr txBox="1"/>
          <p:nvPr/>
        </p:nvSpPr>
        <p:spPr>
          <a:xfrm>
            <a:off x="0" y="4973825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Vision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a leading global consulting and information - technology company integrated with key industry partners, cared for by its employees, and trusted by its Clients.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AA04F-5613-F3F1-DE0C-DD90D7EEF1DA}"/>
              </a:ext>
            </a:extLst>
          </p:cNvPr>
          <p:cNvSpPr txBox="1"/>
          <p:nvPr/>
        </p:nvSpPr>
        <p:spPr>
          <a:xfrm>
            <a:off x="0" y="552068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Mission 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create strategies, designs, deployments, and enhancements to deliver world-class customer, partner and employee experiences.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do this to empower our client's employees, customers and partners to work the way they want on their devices of choice.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"THE" leading experience partner.</a:t>
            </a:r>
          </a:p>
        </p:txBody>
      </p:sp>
      <p:pic>
        <p:nvPicPr>
          <p:cNvPr id="332" name="Picture 331" descr="Close-up of hands shaking">
            <a:extLst>
              <a:ext uri="{FF2B5EF4-FFF2-40B4-BE49-F238E27FC236}">
                <a16:creationId xmlns:a16="http://schemas.microsoft.com/office/drawing/2014/main" id="{86422201-C709-215E-A4C2-FE65C6969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21265"/>
            <a:ext cx="7423484" cy="4951406"/>
          </a:xfrm>
          <a:prstGeom prst="rect">
            <a:avLst/>
          </a:prstGeom>
        </p:spPr>
      </p:pic>
      <p:sp>
        <p:nvSpPr>
          <p:cNvPr id="333" name="TextBox 332">
            <a:extLst>
              <a:ext uri="{FF2B5EF4-FFF2-40B4-BE49-F238E27FC236}">
                <a16:creationId xmlns:a16="http://schemas.microsoft.com/office/drawing/2014/main" id="{8EBD2DD8-2E41-55C9-EEF9-A1D0AC30BC37}"/>
              </a:ext>
            </a:extLst>
          </p:cNvPr>
          <p:cNvSpPr txBox="1"/>
          <p:nvPr/>
        </p:nvSpPr>
        <p:spPr>
          <a:xfrm>
            <a:off x="8504349" y="3682173"/>
            <a:ext cx="30559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 w="22225">
                  <a:noFill/>
                  <a:prstDash val="solid"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! 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2CE76744-AA3E-85AB-620A-F010C8DF9B18}"/>
              </a:ext>
            </a:extLst>
          </p:cNvPr>
          <p:cNvSpPr/>
          <p:nvPr/>
        </p:nvSpPr>
        <p:spPr>
          <a:xfrm>
            <a:off x="0" y="21264"/>
            <a:ext cx="12192000" cy="4975043"/>
          </a:xfrm>
          <a:prstGeom prst="rect">
            <a:avLst/>
          </a:prstGeom>
          <a:solidFill>
            <a:schemeClr val="bg1">
              <a:lumMod val="9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859BD47C-AD93-ACFB-64B6-872CD3ED87CE}"/>
              </a:ext>
            </a:extLst>
          </p:cNvPr>
          <p:cNvSpPr/>
          <p:nvPr/>
        </p:nvSpPr>
        <p:spPr>
          <a:xfrm>
            <a:off x="8747358" y="4481549"/>
            <a:ext cx="2377440" cy="45719"/>
          </a:xfrm>
          <a:prstGeom prst="rect">
            <a:avLst/>
          </a:prstGeom>
          <a:solidFill>
            <a:srgbClr val="0E2F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336" name="Picture 335">
            <a:extLst>
              <a:ext uri="{FF2B5EF4-FFF2-40B4-BE49-F238E27FC236}">
                <a16:creationId xmlns:a16="http://schemas.microsoft.com/office/drawing/2014/main" id="{244FFA6E-E7F1-01F3-7D98-DF8C6287C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155" y="432332"/>
            <a:ext cx="4207811" cy="2053971"/>
          </a:xfrm>
          <a:prstGeom prst="rect">
            <a:avLst/>
          </a:prstGeom>
        </p:spPr>
      </p:pic>
      <p:pic>
        <p:nvPicPr>
          <p:cNvPr id="337" name="Graphic 336" descr="Marker with solid fill">
            <a:extLst>
              <a:ext uri="{FF2B5EF4-FFF2-40B4-BE49-F238E27FC236}">
                <a16:creationId xmlns:a16="http://schemas.microsoft.com/office/drawing/2014/main" id="{582340A1-5319-F295-9427-D3762B7A00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3484" y="1389522"/>
            <a:ext cx="274320" cy="274320"/>
          </a:xfrm>
          <a:prstGeom prst="rect">
            <a:avLst/>
          </a:prstGeom>
        </p:spPr>
      </p:pic>
      <p:sp>
        <p:nvSpPr>
          <p:cNvPr id="338" name="TextBox 337">
            <a:extLst>
              <a:ext uri="{FF2B5EF4-FFF2-40B4-BE49-F238E27FC236}">
                <a16:creationId xmlns:a16="http://schemas.microsoft.com/office/drawing/2014/main" id="{19C47964-35F5-8980-EBCD-1742333E2E72}"/>
              </a:ext>
            </a:extLst>
          </p:cNvPr>
          <p:cNvSpPr txBox="1"/>
          <p:nvPr/>
        </p:nvSpPr>
        <p:spPr>
          <a:xfrm>
            <a:off x="7560644" y="1100705"/>
            <a:ext cx="116269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Santa Clara</a:t>
            </a:r>
            <a:endParaRPr kumimoji="0" lang="en-US" sz="1200" b="1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9" name="Graphic 338" descr="Marker with solid fill">
            <a:extLst>
              <a:ext uri="{FF2B5EF4-FFF2-40B4-BE49-F238E27FC236}">
                <a16:creationId xmlns:a16="http://schemas.microsoft.com/office/drawing/2014/main" id="{FF31BAA7-AAA9-BF39-15AF-6109F3075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2572" y="1742984"/>
            <a:ext cx="274320" cy="274320"/>
          </a:xfrm>
          <a:prstGeom prst="rect">
            <a:avLst/>
          </a:prstGeom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552A3EE1-78FD-8E1A-494D-B65AAF6E0ADC}"/>
              </a:ext>
            </a:extLst>
          </p:cNvPr>
          <p:cNvSpPr txBox="1"/>
          <p:nvPr/>
        </p:nvSpPr>
        <p:spPr>
          <a:xfrm>
            <a:off x="8013170" y="1333040"/>
            <a:ext cx="116269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Dallas</a:t>
            </a:r>
            <a:endParaRPr kumimoji="0" lang="en-US" sz="1200" b="1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41" name="Graphic 340" descr="Marker with solid fill">
            <a:extLst>
              <a:ext uri="{FF2B5EF4-FFF2-40B4-BE49-F238E27FC236}">
                <a16:creationId xmlns:a16="http://schemas.microsoft.com/office/drawing/2014/main" id="{5D68797A-BA88-58AD-8ED8-C9EB64C201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5735" y="1403483"/>
            <a:ext cx="274320" cy="274320"/>
          </a:xfrm>
          <a:prstGeom prst="rect">
            <a:avLst/>
          </a:prstGeom>
        </p:spPr>
      </p:pic>
      <p:sp>
        <p:nvSpPr>
          <p:cNvPr id="342" name="TextBox 341">
            <a:extLst>
              <a:ext uri="{FF2B5EF4-FFF2-40B4-BE49-F238E27FC236}">
                <a16:creationId xmlns:a16="http://schemas.microsoft.com/office/drawing/2014/main" id="{5D5106F3-8706-4502-6EEC-83FC56155DA8}"/>
              </a:ext>
            </a:extLst>
          </p:cNvPr>
          <p:cNvSpPr txBox="1"/>
          <p:nvPr/>
        </p:nvSpPr>
        <p:spPr>
          <a:xfrm>
            <a:off x="8610890" y="1106970"/>
            <a:ext cx="116269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Halifax</a:t>
            </a:r>
            <a:endParaRPr kumimoji="0" lang="en-US" sz="1200" b="1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43" name="Graphic 342" descr="Marker with solid fill">
            <a:extLst>
              <a:ext uri="{FF2B5EF4-FFF2-40B4-BE49-F238E27FC236}">
                <a16:creationId xmlns:a16="http://schemas.microsoft.com/office/drawing/2014/main" id="{FC201CB8-08A6-C1BB-63A0-3C685E318A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4547" y="1968933"/>
            <a:ext cx="274320" cy="274320"/>
          </a:xfrm>
          <a:prstGeom prst="rect">
            <a:avLst/>
          </a:prstGeom>
        </p:spPr>
      </p:pic>
      <p:sp>
        <p:nvSpPr>
          <p:cNvPr id="344" name="TextBox 343">
            <a:extLst>
              <a:ext uri="{FF2B5EF4-FFF2-40B4-BE49-F238E27FC236}">
                <a16:creationId xmlns:a16="http://schemas.microsoft.com/office/drawing/2014/main" id="{54F7519D-AD69-B6AA-E492-BD4A68F0C9AB}"/>
              </a:ext>
            </a:extLst>
          </p:cNvPr>
          <p:cNvSpPr txBox="1"/>
          <p:nvPr/>
        </p:nvSpPr>
        <p:spPr>
          <a:xfrm>
            <a:off x="10164804" y="1106363"/>
            <a:ext cx="116269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Hyderabad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Bangalore</a:t>
            </a:r>
            <a:endParaRPr kumimoji="0" lang="en-US" sz="1200" b="1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45" name="Picture 344">
            <a:extLst>
              <a:ext uri="{FF2B5EF4-FFF2-40B4-BE49-F238E27FC236}">
                <a16:creationId xmlns:a16="http://schemas.microsoft.com/office/drawing/2014/main" id="{F73BFF8D-5885-D07B-3F56-E67E423064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935" y="2635647"/>
            <a:ext cx="914400" cy="914400"/>
          </a:xfrm>
          <a:prstGeom prst="rect">
            <a:avLst/>
          </a:prstGeom>
        </p:spPr>
      </p:pic>
      <p:sp>
        <p:nvSpPr>
          <p:cNvPr id="346" name="TextBox 345">
            <a:extLst>
              <a:ext uri="{FF2B5EF4-FFF2-40B4-BE49-F238E27FC236}">
                <a16:creationId xmlns:a16="http://schemas.microsoft.com/office/drawing/2014/main" id="{6D06DA47-37EB-DB76-CE39-597F1A0A12AC}"/>
              </a:ext>
            </a:extLst>
          </p:cNvPr>
          <p:cNvSpPr txBox="1"/>
          <p:nvPr/>
        </p:nvSpPr>
        <p:spPr>
          <a:xfrm>
            <a:off x="9132326" y="3538143"/>
            <a:ext cx="17196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https://www.sigmasoft.ai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6839EE45-DA76-5688-F6F3-9614DA6355A6}"/>
              </a:ext>
            </a:extLst>
          </p:cNvPr>
          <p:cNvSpPr txBox="1"/>
          <p:nvPr/>
        </p:nvSpPr>
        <p:spPr>
          <a:xfrm>
            <a:off x="536151" y="4298976"/>
            <a:ext cx="6741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team of experts enables business growth through innovation, integration, and technology: using right-fit strategy and best-in-class people to build lasting relationships with our clients.</a:t>
            </a:r>
          </a:p>
        </p:txBody>
      </p:sp>
      <p:sp>
        <p:nvSpPr>
          <p:cNvPr id="348" name="Shape 141">
            <a:extLst>
              <a:ext uri="{FF2B5EF4-FFF2-40B4-BE49-F238E27FC236}">
                <a16:creationId xmlns:a16="http://schemas.microsoft.com/office/drawing/2014/main" id="{694176CF-4DCB-0146-158F-26F56A1BA6B9}"/>
              </a:ext>
            </a:extLst>
          </p:cNvPr>
          <p:cNvSpPr/>
          <p:nvPr/>
        </p:nvSpPr>
        <p:spPr>
          <a:xfrm>
            <a:off x="835103" y="305028"/>
            <a:ext cx="614362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rgbClr val="4D4D4D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Lato Light"/>
              </a:rPr>
              <a:t>A cloud first, AI ready global IT services, consulting and business solutions leader</a:t>
            </a:r>
            <a:endParaRPr kumimoji="0" lang="en-US" sz="2800" b="1" i="1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Calibri" panose="020F0502020204030204" pitchFamily="34" charset="0"/>
              <a:ea typeface="Lato Light"/>
              <a:cs typeface="Calibri" panose="020F0502020204030204" pitchFamily="34" charset="0"/>
              <a:sym typeface="Lato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AD45C-9F0A-1A95-571B-B2006848D7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499945"/>
            <a:ext cx="12192000" cy="358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3D501B-1E58-4375-1A6C-FFE93A41AB7A}"/>
              </a:ext>
            </a:extLst>
          </p:cNvPr>
          <p:cNvSpPr txBox="1"/>
          <p:nvPr/>
        </p:nvSpPr>
        <p:spPr>
          <a:xfrm>
            <a:off x="5029691" y="6532465"/>
            <a:ext cx="2903312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2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Sigmasoft</a:t>
            </a:r>
            <a:r>
              <a:rPr lang="en-US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- ICBD Confidential</a:t>
            </a:r>
            <a:endParaRPr lang="en-US" sz="1200">
              <a:solidFill>
                <a:schemeClr val="bg1"/>
              </a:solidFill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471895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Invent">
  <a:themeElements>
    <a:clrScheme name="Personnalisé 1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vent" id="{765F15EC-ACEC-4925-B443-DBCE1BF2AFB8}" vid="{6D976DFF-99AB-43E8-88F7-3F649845171F}"/>
    </a:ext>
  </a:extLst>
</a:theme>
</file>

<file path=ppt/theme/theme2.xml><?xml version="1.0" encoding="utf-8"?>
<a:theme xmlns:a="http://schemas.openxmlformats.org/drawingml/2006/main" name="2_Invent">
  <a:themeElements>
    <a:clrScheme name="Personnalisé 1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vent" id="{765F15EC-ACEC-4925-B443-DBCE1BF2AFB8}" vid="{6D976DFF-99AB-43E8-88F7-3F649845171F}"/>
    </a:ext>
  </a:extLst>
</a:theme>
</file>

<file path=ppt/theme/theme3.xml><?xml version="1.0" encoding="utf-8"?>
<a:theme xmlns:a="http://schemas.openxmlformats.org/drawingml/2006/main" name="Tema do Offic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78392C-9FC1-43BB-AA10-7301D1C379E7}">
  <we:reference id="22ff87a5-132f-4d52-9e97-94d888e4dd91" version="3.8.0.0" store="EXCatalog" storeType="EXCatalog"/>
  <we:alternateReferences>
    <we:reference id="WA104380050" version="3.8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819BC9C5785447A8D80BEEB08C7911" ma:contentTypeVersion="3" ma:contentTypeDescription="Create a new document." ma:contentTypeScope="" ma:versionID="6c0bbf318cfe8f70e04707d43496081e">
  <xsd:schema xmlns:xsd="http://www.w3.org/2001/XMLSchema" xmlns:xs="http://www.w3.org/2001/XMLSchema" xmlns:p="http://schemas.microsoft.com/office/2006/metadata/properties" xmlns:ns2="5c03d8f2-3f88-4c45-b696-12d04395cbb4" targetNamespace="http://schemas.microsoft.com/office/2006/metadata/properties" ma:root="true" ma:fieldsID="6dfeb62dae69b4818d5d8d01d51f4347" ns2:_="">
    <xsd:import namespace="5c03d8f2-3f88-4c45-b696-12d04395cb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03d8f2-3f88-4c45-b696-12d04395cb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CBC82F4-784D-4F00-B482-E17C62CB1B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63CF94-414E-4066-A26A-7BB768D00523}">
  <ds:schemaRefs>
    <ds:schemaRef ds:uri="5c03d8f2-3f88-4c45-b696-12d04395cb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FC2B6B-242C-4C7F-B739-9C7CAB0E9A83}">
  <ds:schemaRefs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5c03d8f2-3f88-4c45-b696-12d04395cbb4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9ec212c2-2f63-4e82-a59a-5e479388ba2a}" enabled="0" method="" siteId="{9ec212c2-2f63-4e82-a59a-5e479388ba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587</Words>
  <Application>Microsoft Office PowerPoint</Application>
  <PresentationFormat>Widescreen</PresentationFormat>
  <Paragraphs>98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Arial</vt:lpstr>
      <vt:lpstr>Calibri</vt:lpstr>
      <vt:lpstr>Tahoma</vt:lpstr>
      <vt:lpstr>Verdana</vt:lpstr>
      <vt:lpstr>Wingdings</vt:lpstr>
      <vt:lpstr>1_Invent</vt:lpstr>
      <vt:lpstr>2_Invent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Document</dc:title>
  <dc:subject>ppt template</dc:subject>
  <dc:creator>Saurabh Pandey</dc:creator>
  <cp:lastModifiedBy>Prabhat Swain</cp:lastModifiedBy>
  <cp:revision>2</cp:revision>
  <dcterms:created xsi:type="dcterms:W3CDTF">2019-11-27T16:33:48Z</dcterms:created>
  <dcterms:modified xsi:type="dcterms:W3CDTF">2026-02-27T15:09:47Z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0x010100AD819BC9C5785447A8D80BEEB08C7911</vt:lpwstr>
  </property>
  <property fmtid="{D5CDD505-2E9C-101B-9397-08002B2CF9AE}" pid="3" name="MediaServiceImageTags">
    <vt:lpwstr/>
  </property>
</Properties>
</file>